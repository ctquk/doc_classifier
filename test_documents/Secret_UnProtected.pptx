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Override1.xml" ContentType="application/vnd.openxmlformats-officedocument.themeOverride+xml"/>
  <Override PartName="/ppt/tags/tag4.xml" ContentType="application/vnd.openxmlformats-officedocument.presentationml.tags+xml"/>
  <Override PartName="/ppt/theme/themeOverride2.xml" ContentType="application/vnd.openxmlformats-officedocument.themeOverr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Override3.xml" ContentType="application/vnd.openxmlformats-officedocument.themeOverride+xml"/>
  <Override PartName="/ppt/tags/tag7.xml" ContentType="application/vnd.openxmlformats-officedocument.presentationml.tags+xml"/>
  <Override PartName="/ppt/theme/themeOverride4.xml" ContentType="application/vnd.openxmlformats-officedocument.themeOverride+xml"/>
  <Override PartName="/ppt/tags/tag8.xml" ContentType="application/vnd.openxmlformats-officedocument.presentationml.tags+xml"/>
  <Override PartName="/ppt/theme/themeOverride5.xml" ContentType="application/vnd.openxmlformats-officedocument.themeOverr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355" r:id="rId5"/>
  </p:sldMasterIdLst>
  <p:notesMasterIdLst>
    <p:notesMasterId r:id="rId7"/>
  </p:notesMasterIdLst>
  <p:handoutMasterIdLst>
    <p:handoutMasterId r:id="rId8"/>
  </p:handoutMasterIdLst>
  <p:sldIdLst>
    <p:sldId id="263" r:id="rId6"/>
  </p:sldIdLst>
  <p:sldSz cx="12190413" cy="6858000"/>
  <p:notesSz cx="6888163" cy="10020300"/>
  <p:custDataLst>
    <p:tags r:id="rId9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2857">
          <p15:clr>
            <a:srgbClr val="A4A3A4"/>
          </p15:clr>
        </p15:guide>
        <p15:guide id="4" pos="196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017BBE"/>
    <a:srgbClr val="66B512"/>
    <a:srgbClr val="CC0000"/>
    <a:srgbClr val="0499D5"/>
    <a:srgbClr val="0A6B93"/>
    <a:srgbClr val="0E4560"/>
    <a:srgbClr val="0C5677"/>
    <a:srgbClr val="007BBF"/>
    <a:srgbClr val="0D53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6004" autoAdjust="0"/>
  </p:normalViewPr>
  <p:slideViewPr>
    <p:cSldViewPr snapToObjects="1" showGuides="1">
      <p:cViewPr varScale="1">
        <p:scale>
          <a:sx n="70" d="100"/>
          <a:sy n="70" d="100"/>
        </p:scale>
        <p:origin x="496" y="32"/>
      </p:cViewPr>
      <p:guideLst/>
    </p:cSldViewPr>
  </p:slideViewPr>
  <p:outlineViewPr>
    <p:cViewPr>
      <p:scale>
        <a:sx n="33" d="100"/>
        <a:sy n="33" d="100"/>
      </p:scale>
      <p:origin x="0" y="-315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0" d="100"/>
        <a:sy n="60" d="100"/>
      </p:scale>
      <p:origin x="0" y="-3864"/>
    </p:cViewPr>
  </p:sorterViewPr>
  <p:notesViewPr>
    <p:cSldViewPr snapToObjects="1">
      <p:cViewPr varScale="1">
        <p:scale>
          <a:sx n="106" d="100"/>
          <a:sy n="106" d="100"/>
        </p:scale>
        <p:origin x="5106" y="126"/>
      </p:cViewPr>
      <p:guideLst>
        <p:guide orient="horz" pos="2880"/>
        <p:guide pos="2160"/>
        <p:guide orient="horz" pos="2857"/>
        <p:guide pos="196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0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tags" Target="tags/tag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uy Kieu" userId="a63a386a-a1f0-4e29-ae14-0182517410c5" providerId="ADAL" clId="{7233C800-4616-4DD8-9060-8AD6A533FFFA}"/>
    <pc:docChg chg="custSel mod delSld modSld delMainMaster modMainMaster">
      <pc:chgData name="Quy Kieu" userId="a63a386a-a1f0-4e29-ae14-0182517410c5" providerId="ADAL" clId="{7233C800-4616-4DD8-9060-8AD6A533FFFA}" dt="2026-03-04T01:33:03.713" v="25" actId="478"/>
      <pc:docMkLst>
        <pc:docMk/>
      </pc:docMkLst>
      <pc:sldChg chg="del">
        <pc:chgData name="Quy Kieu" userId="a63a386a-a1f0-4e29-ae14-0182517410c5" providerId="ADAL" clId="{7233C800-4616-4DD8-9060-8AD6A533FFFA}" dt="2026-03-03T10:58:43.030" v="20" actId="47"/>
        <pc:sldMkLst>
          <pc:docMk/>
          <pc:sldMk cId="0" sldId="256"/>
        </pc:sldMkLst>
      </pc:sldChg>
      <pc:sldChg chg="del">
        <pc:chgData name="Quy Kieu" userId="a63a386a-a1f0-4e29-ae14-0182517410c5" providerId="ADAL" clId="{7233C800-4616-4DD8-9060-8AD6A533FFFA}" dt="2026-03-03T10:58:33.460" v="2" actId="47"/>
        <pc:sldMkLst>
          <pc:docMk/>
          <pc:sldMk cId="228368207" sldId="258"/>
        </pc:sldMkLst>
      </pc:sldChg>
      <pc:sldChg chg="addSp delSp modSp mod">
        <pc:chgData name="Quy Kieu" userId="a63a386a-a1f0-4e29-ae14-0182517410c5" providerId="ADAL" clId="{7233C800-4616-4DD8-9060-8AD6A533FFFA}" dt="2026-03-04T01:33:03.713" v="25" actId="478"/>
        <pc:sldMkLst>
          <pc:docMk/>
          <pc:sldMk cId="1834429665" sldId="263"/>
        </pc:sldMkLst>
        <pc:spChg chg="add mod">
          <ac:chgData name="Quy Kieu" userId="a63a386a-a1f0-4e29-ae14-0182517410c5" providerId="ADAL" clId="{7233C800-4616-4DD8-9060-8AD6A533FFFA}" dt="2026-03-04T01:33:00.956" v="24" actId="478"/>
          <ac:spMkLst>
            <pc:docMk/>
            <pc:sldMk cId="1834429665" sldId="263"/>
            <ac:spMk id="3" creationId="{AB3A1104-2650-CE30-BD4E-B8902B81A72D}"/>
          </ac:spMkLst>
        </pc:spChg>
        <pc:spChg chg="add mod">
          <ac:chgData name="Quy Kieu" userId="a63a386a-a1f0-4e29-ae14-0182517410c5" providerId="ADAL" clId="{7233C800-4616-4DD8-9060-8AD6A533FFFA}" dt="2026-03-04T01:33:03.713" v="25" actId="478"/>
          <ac:spMkLst>
            <pc:docMk/>
            <pc:sldMk cId="1834429665" sldId="263"/>
            <ac:spMk id="5" creationId="{E205E9E3-08B9-C44D-6159-402CE6EF8DD3}"/>
          </ac:spMkLst>
        </pc:spChg>
        <pc:spChg chg="del">
          <ac:chgData name="Quy Kieu" userId="a63a386a-a1f0-4e29-ae14-0182517410c5" providerId="ADAL" clId="{7233C800-4616-4DD8-9060-8AD6A533FFFA}" dt="2026-03-04T01:33:00.956" v="24" actId="478"/>
          <ac:spMkLst>
            <pc:docMk/>
            <pc:sldMk cId="1834429665" sldId="263"/>
            <ac:spMk id="14" creationId="{2ED5448B-9B51-149C-4988-6F2E4646A78B}"/>
          </ac:spMkLst>
        </pc:spChg>
        <pc:spChg chg="del">
          <ac:chgData name="Quy Kieu" userId="a63a386a-a1f0-4e29-ae14-0182517410c5" providerId="ADAL" clId="{7233C800-4616-4DD8-9060-8AD6A533FFFA}" dt="2026-03-04T01:33:03.713" v="25" actId="478"/>
          <ac:spMkLst>
            <pc:docMk/>
            <pc:sldMk cId="1834429665" sldId="263"/>
            <ac:spMk id="15" creationId="{4972D102-F289-4CAA-B996-BB2808D26472}"/>
          </ac:spMkLst>
        </pc:spChg>
      </pc:sldChg>
      <pc:sldChg chg="del">
        <pc:chgData name="Quy Kieu" userId="a63a386a-a1f0-4e29-ae14-0182517410c5" providerId="ADAL" clId="{7233C800-4616-4DD8-9060-8AD6A533FFFA}" dt="2026-03-03T10:58:33.836" v="3" actId="47"/>
        <pc:sldMkLst>
          <pc:docMk/>
          <pc:sldMk cId="1247551367" sldId="269"/>
        </pc:sldMkLst>
      </pc:sldChg>
      <pc:sldChg chg="del">
        <pc:chgData name="Quy Kieu" userId="a63a386a-a1f0-4e29-ae14-0182517410c5" providerId="ADAL" clId="{7233C800-4616-4DD8-9060-8AD6A533FFFA}" dt="2026-03-03T10:58:37.117" v="9" actId="47"/>
        <pc:sldMkLst>
          <pc:docMk/>
          <pc:sldMk cId="2615813231" sldId="271"/>
        </pc:sldMkLst>
      </pc:sldChg>
      <pc:sldChg chg="del">
        <pc:chgData name="Quy Kieu" userId="a63a386a-a1f0-4e29-ae14-0182517410c5" providerId="ADAL" clId="{7233C800-4616-4DD8-9060-8AD6A533FFFA}" dt="2026-03-03T10:58:33.015" v="1" actId="47"/>
        <pc:sldMkLst>
          <pc:docMk/>
          <pc:sldMk cId="4180851724" sldId="272"/>
        </pc:sldMkLst>
      </pc:sldChg>
      <pc:sldChg chg="del">
        <pc:chgData name="Quy Kieu" userId="a63a386a-a1f0-4e29-ae14-0182517410c5" providerId="ADAL" clId="{7233C800-4616-4DD8-9060-8AD6A533FFFA}" dt="2026-03-03T10:58:44.993" v="21" actId="47"/>
        <pc:sldMkLst>
          <pc:docMk/>
          <pc:sldMk cId="3616560677" sldId="330"/>
        </pc:sldMkLst>
      </pc:sldChg>
      <pc:sldChg chg="del">
        <pc:chgData name="Quy Kieu" userId="a63a386a-a1f0-4e29-ae14-0182517410c5" providerId="ADAL" clId="{7233C800-4616-4DD8-9060-8AD6A533FFFA}" dt="2026-03-03T10:58:32.142" v="0" actId="47"/>
        <pc:sldMkLst>
          <pc:docMk/>
          <pc:sldMk cId="1491585973" sldId="331"/>
        </pc:sldMkLst>
      </pc:sldChg>
      <pc:sldChg chg="del">
        <pc:chgData name="Quy Kieu" userId="a63a386a-a1f0-4e29-ae14-0182517410c5" providerId="ADAL" clId="{7233C800-4616-4DD8-9060-8AD6A533FFFA}" dt="2026-03-03T10:58:34.870" v="5" actId="47"/>
        <pc:sldMkLst>
          <pc:docMk/>
          <pc:sldMk cId="3478243122" sldId="332"/>
        </pc:sldMkLst>
      </pc:sldChg>
      <pc:sldChg chg="del">
        <pc:chgData name="Quy Kieu" userId="a63a386a-a1f0-4e29-ae14-0182517410c5" providerId="ADAL" clId="{7233C800-4616-4DD8-9060-8AD6A533FFFA}" dt="2026-03-03T10:58:35.349" v="6" actId="47"/>
        <pc:sldMkLst>
          <pc:docMk/>
          <pc:sldMk cId="184620435" sldId="333"/>
        </pc:sldMkLst>
      </pc:sldChg>
      <pc:sldChg chg="del">
        <pc:chgData name="Quy Kieu" userId="a63a386a-a1f0-4e29-ae14-0182517410c5" providerId="ADAL" clId="{7233C800-4616-4DD8-9060-8AD6A533FFFA}" dt="2026-03-03T10:58:34.357" v="4" actId="47"/>
        <pc:sldMkLst>
          <pc:docMk/>
          <pc:sldMk cId="2927655773" sldId="338"/>
        </pc:sldMkLst>
      </pc:sldChg>
      <pc:sldChg chg="del">
        <pc:chgData name="Quy Kieu" userId="a63a386a-a1f0-4e29-ae14-0182517410c5" providerId="ADAL" clId="{7233C800-4616-4DD8-9060-8AD6A533FFFA}" dt="2026-03-03T10:58:36.076" v="7" actId="47"/>
        <pc:sldMkLst>
          <pc:docMk/>
          <pc:sldMk cId="1683546778" sldId="339"/>
        </pc:sldMkLst>
      </pc:sldChg>
      <pc:sldChg chg="del">
        <pc:chgData name="Quy Kieu" userId="a63a386a-a1f0-4e29-ae14-0182517410c5" providerId="ADAL" clId="{7233C800-4616-4DD8-9060-8AD6A533FFFA}" dt="2026-03-03T10:58:39.087" v="13" actId="47"/>
        <pc:sldMkLst>
          <pc:docMk/>
          <pc:sldMk cId="4192627379" sldId="340"/>
        </pc:sldMkLst>
      </pc:sldChg>
      <pc:sldChg chg="del">
        <pc:chgData name="Quy Kieu" userId="a63a386a-a1f0-4e29-ae14-0182517410c5" providerId="ADAL" clId="{7233C800-4616-4DD8-9060-8AD6A533FFFA}" dt="2026-03-03T10:58:41.138" v="17" actId="47"/>
        <pc:sldMkLst>
          <pc:docMk/>
          <pc:sldMk cId="3139499581" sldId="341"/>
        </pc:sldMkLst>
      </pc:sldChg>
      <pc:sldChg chg="del">
        <pc:chgData name="Quy Kieu" userId="a63a386a-a1f0-4e29-ae14-0182517410c5" providerId="ADAL" clId="{7233C800-4616-4DD8-9060-8AD6A533FFFA}" dt="2026-03-03T10:58:42.509" v="19" actId="47"/>
        <pc:sldMkLst>
          <pc:docMk/>
          <pc:sldMk cId="1874545971" sldId="342"/>
        </pc:sldMkLst>
      </pc:sldChg>
      <pc:sldChg chg="del">
        <pc:chgData name="Quy Kieu" userId="a63a386a-a1f0-4e29-ae14-0182517410c5" providerId="ADAL" clId="{7233C800-4616-4DD8-9060-8AD6A533FFFA}" dt="2026-03-03T10:58:36.596" v="8" actId="47"/>
        <pc:sldMkLst>
          <pc:docMk/>
          <pc:sldMk cId="3077280530" sldId="343"/>
        </pc:sldMkLst>
      </pc:sldChg>
      <pc:sldChg chg="del">
        <pc:chgData name="Quy Kieu" userId="a63a386a-a1f0-4e29-ae14-0182517410c5" providerId="ADAL" clId="{7233C800-4616-4DD8-9060-8AD6A533FFFA}" dt="2026-03-03T10:58:37.700" v="10" actId="47"/>
        <pc:sldMkLst>
          <pc:docMk/>
          <pc:sldMk cId="94766506" sldId="2147480124"/>
        </pc:sldMkLst>
      </pc:sldChg>
      <pc:sldChg chg="del">
        <pc:chgData name="Quy Kieu" userId="a63a386a-a1f0-4e29-ae14-0182517410c5" providerId="ADAL" clId="{7233C800-4616-4DD8-9060-8AD6A533FFFA}" dt="2026-03-03T10:58:39.591" v="14" actId="47"/>
        <pc:sldMkLst>
          <pc:docMk/>
          <pc:sldMk cId="3921423787" sldId="2147483420"/>
        </pc:sldMkLst>
      </pc:sldChg>
      <pc:sldChg chg="del">
        <pc:chgData name="Quy Kieu" userId="a63a386a-a1f0-4e29-ae14-0182517410c5" providerId="ADAL" clId="{7233C800-4616-4DD8-9060-8AD6A533FFFA}" dt="2026-03-03T10:58:40.602" v="16" actId="47"/>
        <pc:sldMkLst>
          <pc:docMk/>
          <pc:sldMk cId="85326929" sldId="2147483421"/>
        </pc:sldMkLst>
      </pc:sldChg>
      <pc:sldChg chg="del">
        <pc:chgData name="Quy Kieu" userId="a63a386a-a1f0-4e29-ae14-0182517410c5" providerId="ADAL" clId="{7233C800-4616-4DD8-9060-8AD6A533FFFA}" dt="2026-03-03T10:58:40.102" v="15" actId="47"/>
        <pc:sldMkLst>
          <pc:docMk/>
          <pc:sldMk cId="2013031765" sldId="2147483422"/>
        </pc:sldMkLst>
      </pc:sldChg>
      <pc:sldChg chg="del">
        <pc:chgData name="Quy Kieu" userId="a63a386a-a1f0-4e29-ae14-0182517410c5" providerId="ADAL" clId="{7233C800-4616-4DD8-9060-8AD6A533FFFA}" dt="2026-03-03T10:58:38.628" v="12" actId="47"/>
        <pc:sldMkLst>
          <pc:docMk/>
          <pc:sldMk cId="2850346330" sldId="2147483423"/>
        </pc:sldMkLst>
      </pc:sldChg>
      <pc:sldChg chg="del">
        <pc:chgData name="Quy Kieu" userId="a63a386a-a1f0-4e29-ae14-0182517410c5" providerId="ADAL" clId="{7233C800-4616-4DD8-9060-8AD6A533FFFA}" dt="2026-03-03T10:58:38.185" v="11" actId="47"/>
        <pc:sldMkLst>
          <pc:docMk/>
          <pc:sldMk cId="126679481" sldId="2147483424"/>
        </pc:sldMkLst>
      </pc:sldChg>
      <pc:sldChg chg="del">
        <pc:chgData name="Quy Kieu" userId="a63a386a-a1f0-4e29-ae14-0182517410c5" providerId="ADAL" clId="{7233C800-4616-4DD8-9060-8AD6A533FFFA}" dt="2026-03-03T10:58:41.896" v="18" actId="47"/>
        <pc:sldMkLst>
          <pc:docMk/>
          <pc:sldMk cId="0" sldId="2147483425"/>
        </pc:sldMkLst>
      </pc:sldChg>
      <pc:sldMasterChg chg="modSp mod delSldLayout">
        <pc:chgData name="Quy Kieu" userId="a63a386a-a1f0-4e29-ae14-0182517410c5" providerId="ADAL" clId="{7233C800-4616-4DD8-9060-8AD6A533FFFA}" dt="2026-03-03T11:20:42.812" v="22" actId="33475"/>
        <pc:sldMasterMkLst>
          <pc:docMk/>
          <pc:sldMasterMk cId="381456129" sldId="2147484355"/>
        </pc:sldMasterMkLst>
        <pc:spChg chg="add mod">
          <ac:chgData name="Quy Kieu" userId="a63a386a-a1f0-4e29-ae14-0182517410c5" providerId="ADAL" clId="{7233C800-4616-4DD8-9060-8AD6A533FFFA}" dt="2026-03-03T11:20:42.812" v="22" actId="33475"/>
          <ac:spMkLst>
            <pc:docMk/>
            <pc:sldMasterMk cId="381456129" sldId="2147484355"/>
            <ac:spMk id="13" creationId="{F4999786-5136-3CEE-5F3C-6584EBC9A2F5}"/>
          </ac:spMkLst>
        </pc:spChg>
        <pc:sldLayoutChg chg="del">
          <pc:chgData name="Quy Kieu" userId="a63a386a-a1f0-4e29-ae14-0182517410c5" providerId="ADAL" clId="{7233C800-4616-4DD8-9060-8AD6A533FFFA}" dt="2026-03-03T10:58:33.460" v="2" actId="47"/>
          <pc:sldLayoutMkLst>
            <pc:docMk/>
            <pc:sldMasterMk cId="381456129" sldId="2147484355"/>
            <pc:sldLayoutMk cId="3654154994" sldId="2147484510"/>
          </pc:sldLayoutMkLst>
        </pc:sldLayoutChg>
        <pc:sldLayoutChg chg="del">
          <pc:chgData name="Quy Kieu" userId="a63a386a-a1f0-4e29-ae14-0182517410c5" providerId="ADAL" clId="{7233C800-4616-4DD8-9060-8AD6A533FFFA}" dt="2026-03-03T10:58:40.102" v="15" actId="47"/>
          <pc:sldLayoutMkLst>
            <pc:docMk/>
            <pc:sldMasterMk cId="381456129" sldId="2147484355"/>
            <pc:sldLayoutMk cId="670587627" sldId="2147484511"/>
          </pc:sldLayoutMkLst>
        </pc:sldLayoutChg>
        <pc:sldLayoutChg chg="del">
          <pc:chgData name="Quy Kieu" userId="a63a386a-a1f0-4e29-ae14-0182517410c5" providerId="ADAL" clId="{7233C800-4616-4DD8-9060-8AD6A533FFFA}" dt="2026-03-03T10:58:37.117" v="9" actId="47"/>
          <pc:sldLayoutMkLst>
            <pc:docMk/>
            <pc:sldMasterMk cId="381456129" sldId="2147484355"/>
            <pc:sldLayoutMk cId="3915566244" sldId="2147484531"/>
          </pc:sldLayoutMkLst>
        </pc:sldLayoutChg>
        <pc:sldLayoutChg chg="del">
          <pc:chgData name="Quy Kieu" userId="a63a386a-a1f0-4e29-ae14-0182517410c5" providerId="ADAL" clId="{7233C800-4616-4DD8-9060-8AD6A533FFFA}" dt="2026-03-03T10:58:43.030" v="20" actId="47"/>
          <pc:sldLayoutMkLst>
            <pc:docMk/>
            <pc:sldMasterMk cId="381456129" sldId="2147484355"/>
            <pc:sldLayoutMk cId="3471343905" sldId="2147484532"/>
          </pc:sldLayoutMkLst>
        </pc:sldLayoutChg>
      </pc:sldMasterChg>
      <pc:sldMasterChg chg="del delSldLayout">
        <pc:chgData name="Quy Kieu" userId="a63a386a-a1f0-4e29-ae14-0182517410c5" providerId="ADAL" clId="{7233C800-4616-4DD8-9060-8AD6A533FFFA}" dt="2026-03-03T10:58:38.628" v="12" actId="47"/>
        <pc:sldMasterMkLst>
          <pc:docMk/>
          <pc:sldMasterMk cId="442931416" sldId="2147484512"/>
        </pc:sldMasterMkLst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69874916" sldId="2147484513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309529205" sldId="2147484514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1825453687" sldId="2147484515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2345995712" sldId="2147484516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3363682665" sldId="2147484517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3597005146" sldId="2147484518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2726775266" sldId="2147484519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613029349" sldId="2147484520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1082517901" sldId="2147484521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3831568062" sldId="2147484522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604042157" sldId="2147484523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1363325537" sldId="2147484524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1493209294" sldId="2147484525"/>
          </pc:sldLayoutMkLst>
        </pc:sldLayoutChg>
        <pc:sldLayoutChg chg="del">
          <pc:chgData name="Quy Kieu" userId="a63a386a-a1f0-4e29-ae14-0182517410c5" providerId="ADAL" clId="{7233C800-4616-4DD8-9060-8AD6A533FFFA}" dt="2026-03-03T10:58:38.185" v="11" actId="47"/>
          <pc:sldLayoutMkLst>
            <pc:docMk/>
            <pc:sldMasterMk cId="442931416" sldId="2147484512"/>
            <pc:sldLayoutMk cId="2587517071" sldId="2147484526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2746027398" sldId="2147484527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1838154245" sldId="2147484528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4194176432" sldId="2147484529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2890217303" sldId="214748453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182216" y="176715"/>
            <a:ext cx="5983605" cy="178569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700"/>
            </a:lvl1pPr>
            <a:lvl2pPr marL="4563" indent="0">
              <a:defRPr sz="700"/>
            </a:lvl2pPr>
            <a:lvl3pPr marL="0" indent="0">
              <a:defRPr sz="700"/>
            </a:lvl3pPr>
            <a:lvl4pPr marL="4563" indent="0">
              <a:defRPr sz="700"/>
            </a:lvl4pPr>
            <a:lvl5pPr marL="0" indent="0">
              <a:defRPr sz="700"/>
            </a:lvl5pPr>
            <a:lvl6pPr marL="4563" indent="0">
              <a:defRPr sz="700"/>
            </a:lvl6pPr>
            <a:lvl7pPr marL="0" indent="0">
              <a:defRPr sz="700"/>
            </a:lvl7pPr>
            <a:lvl8pPr marL="4563" indent="0">
              <a:defRPr sz="700"/>
            </a:lvl8pPr>
            <a:lvl9pPr marL="0" indent="0">
              <a:defRPr sz="700"/>
            </a:lvl9pPr>
          </a:lstStyle>
          <a:p>
            <a:endParaRPr lang="en-US" dirty="0"/>
          </a:p>
        </p:txBody>
      </p:sp>
      <p:sp>
        <p:nvSpPr>
          <p:cNvPr id="12" name="Date Placeholder 2"/>
          <p:cNvSpPr>
            <a:spLocks noGrp="1"/>
          </p:cNvSpPr>
          <p:nvPr>
            <p:ph type="dt" sz="quarter" idx="1"/>
          </p:nvPr>
        </p:nvSpPr>
        <p:spPr bwMode="gray">
          <a:xfrm>
            <a:off x="6216864" y="9671310"/>
            <a:ext cx="492259" cy="17856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700">
                <a:noFill/>
              </a:defRPr>
            </a:lvl1pPr>
            <a:lvl2pPr marL="0" indent="0">
              <a:defRPr sz="700">
                <a:noFill/>
              </a:defRPr>
            </a:lvl2pPr>
            <a:lvl3pPr marL="0" indent="0" algn="l">
              <a:defRPr sz="700">
                <a:noFill/>
              </a:defRPr>
            </a:lvl3pPr>
            <a:lvl4pPr marL="0" indent="0">
              <a:defRPr sz="700">
                <a:noFill/>
              </a:defRPr>
            </a:lvl4pPr>
            <a:lvl5pPr marL="0" indent="0">
              <a:defRPr sz="700">
                <a:noFill/>
              </a:defRPr>
            </a:lvl5pPr>
            <a:lvl6pPr marL="0" indent="0">
              <a:defRPr sz="700">
                <a:noFill/>
              </a:defRPr>
            </a:lvl6pPr>
            <a:lvl7pPr marL="0" indent="0">
              <a:defRPr sz="700">
                <a:noFill/>
              </a:defRPr>
            </a:lvl7pPr>
            <a:lvl8pPr marL="0" indent="0">
              <a:defRPr sz="700">
                <a:noFill/>
              </a:defRPr>
            </a:lvl8pPr>
            <a:lvl9pPr marL="0" indent="0">
              <a:defRPr sz="700">
                <a:noFill/>
              </a:defRPr>
            </a:lvl9pPr>
          </a:lstStyle>
          <a:p>
            <a:fld id="{D4C110CA-FC68-43DA-BD62-0A387A11A067}" type="datetimeFigureOut">
              <a:rPr lang="en-US"/>
              <a:pPr/>
              <a:t>04/03/2026</a:t>
            </a:fld>
            <a:endParaRPr lang="en-US" dirty="0"/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2"/>
          </p:nvPr>
        </p:nvSpPr>
        <p:spPr bwMode="gray">
          <a:xfrm>
            <a:off x="494926" y="9671310"/>
            <a:ext cx="5567925" cy="17856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700"/>
            </a:lvl1pPr>
            <a:lvl2pPr marL="4563" indent="0">
              <a:defRPr sz="700">
                <a:solidFill>
                  <a:schemeClr val="tx1"/>
                </a:solidFill>
              </a:defRPr>
            </a:lvl2pPr>
            <a:lvl3pPr marL="0" indent="0">
              <a:defRPr sz="700"/>
            </a:lvl3pPr>
            <a:lvl4pPr marL="4563" indent="0">
              <a:defRPr sz="700"/>
            </a:lvl4pPr>
            <a:lvl5pPr marL="0" indent="0">
              <a:defRPr sz="700"/>
            </a:lvl5pPr>
            <a:lvl6pPr marL="4563" indent="0">
              <a:defRPr sz="700"/>
            </a:lvl6pPr>
            <a:lvl7pPr marL="0" indent="0">
              <a:defRPr sz="700"/>
            </a:lvl7pPr>
            <a:lvl8pPr marL="4563" indent="0">
              <a:defRPr sz="700"/>
            </a:lvl8pPr>
            <a:lvl9pPr marL="0" indent="0">
              <a:defRPr sz="700"/>
            </a:lvl9pPr>
          </a:lstStyle>
          <a:p>
            <a:endParaRPr lang="en-US" dirty="0"/>
          </a:p>
        </p:txBody>
      </p:sp>
      <p:sp>
        <p:nvSpPr>
          <p:cNvPr id="14" name="Slide Number Placeholder 4"/>
          <p:cNvSpPr>
            <a:spLocks noGrp="1"/>
          </p:cNvSpPr>
          <p:nvPr>
            <p:ph type="sldNum" sz="quarter" idx="3"/>
          </p:nvPr>
        </p:nvSpPr>
        <p:spPr bwMode="gray">
          <a:xfrm>
            <a:off x="175703" y="9671310"/>
            <a:ext cx="190528" cy="17856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700"/>
            </a:lvl1pPr>
            <a:lvl2pPr marL="0" indent="0">
              <a:defRPr sz="700"/>
            </a:lvl2pPr>
            <a:lvl3pPr marL="0" indent="0">
              <a:defRPr sz="700"/>
            </a:lvl3pPr>
            <a:lvl4pPr marL="0" indent="0">
              <a:defRPr sz="700"/>
            </a:lvl4pPr>
            <a:lvl5pPr marL="0" indent="0">
              <a:defRPr sz="700"/>
            </a:lvl5pPr>
            <a:lvl6pPr marL="0" indent="0">
              <a:defRPr sz="700"/>
            </a:lvl6pPr>
            <a:lvl7pPr marL="0" indent="0">
              <a:defRPr sz="700"/>
            </a:lvl7pPr>
            <a:lvl8pPr marL="0" indent="0">
              <a:defRPr sz="700"/>
            </a:lvl8pPr>
            <a:lvl9pPr marL="0" indent="0">
              <a:defRPr sz="700"/>
            </a:lvl9pPr>
          </a:lstStyle>
          <a:p>
            <a:fld id="{32F3CE37-8989-471A-BC57-D3CAAD03839D}" type="slidenum">
              <a:rPr lang="en-US"/>
              <a:pPr/>
              <a:t>‹#›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341769" y="192454"/>
            <a:ext cx="364262" cy="364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05931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emf"/><Relationship Id="rId1" Type="http://schemas.openxmlformats.org/officeDocument/2006/relationships/theme" Target="../theme/theme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153988" y="617538"/>
            <a:ext cx="3292475" cy="1852612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txBody>
          <a:bodyPr vert="horz" lIns="87598" tIns="43799" rIns="87598" bIns="4379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192788" y="2938490"/>
            <a:ext cx="6506513" cy="646503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199933" y="183269"/>
            <a:ext cx="5900408" cy="185193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700"/>
            </a:lvl1pPr>
            <a:lvl2pPr marL="4563" indent="0">
              <a:defRPr sz="700"/>
            </a:lvl2pPr>
            <a:lvl3pPr marL="0" indent="0">
              <a:defRPr sz="700"/>
            </a:lvl3pPr>
            <a:lvl4pPr marL="4563" indent="0">
              <a:defRPr sz="700"/>
            </a:lvl4pPr>
            <a:lvl5pPr marL="0" indent="0">
              <a:defRPr sz="700"/>
            </a:lvl5pPr>
            <a:lvl6pPr marL="4563" indent="0">
              <a:defRPr sz="700"/>
            </a:lvl6pPr>
            <a:lvl7pPr marL="0" indent="0">
              <a:defRPr sz="700"/>
            </a:lvl7pPr>
            <a:lvl8pPr marL="4563" indent="0">
              <a:defRPr sz="700"/>
            </a:lvl8pPr>
            <a:lvl9pPr marL="0" indent="0">
              <a:defRPr sz="700"/>
            </a:lvl9pPr>
          </a:lstStyle>
          <a:p>
            <a:endParaRPr lang="en-US" dirty="0"/>
          </a:p>
        </p:txBody>
      </p:sp>
      <p:sp>
        <p:nvSpPr>
          <p:cNvPr id="14" name="Date Placeholder 2"/>
          <p:cNvSpPr>
            <a:spLocks noGrp="1"/>
          </p:cNvSpPr>
          <p:nvPr>
            <p:ph type="dt" sz="quarter" idx="1"/>
          </p:nvPr>
        </p:nvSpPr>
        <p:spPr bwMode="gray">
          <a:xfrm>
            <a:off x="6157508" y="9658526"/>
            <a:ext cx="540250" cy="18519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700">
                <a:noFill/>
              </a:defRPr>
            </a:lvl1pPr>
            <a:lvl2pPr marL="0" indent="0">
              <a:defRPr sz="700">
                <a:noFill/>
              </a:defRPr>
            </a:lvl2pPr>
            <a:lvl3pPr marL="0" indent="0" algn="l">
              <a:defRPr sz="700">
                <a:noFill/>
              </a:defRPr>
            </a:lvl3pPr>
            <a:lvl4pPr marL="0" indent="0">
              <a:defRPr sz="700">
                <a:noFill/>
              </a:defRPr>
            </a:lvl4pPr>
            <a:lvl5pPr marL="0" indent="0">
              <a:defRPr sz="700">
                <a:noFill/>
              </a:defRPr>
            </a:lvl5pPr>
            <a:lvl6pPr marL="0" indent="0">
              <a:defRPr sz="700">
                <a:noFill/>
              </a:defRPr>
            </a:lvl6pPr>
            <a:lvl7pPr marL="0" indent="0">
              <a:defRPr sz="700">
                <a:noFill/>
              </a:defRPr>
            </a:lvl7pPr>
            <a:lvl8pPr marL="0" indent="0">
              <a:defRPr sz="700">
                <a:noFill/>
              </a:defRPr>
            </a:lvl8pPr>
            <a:lvl9pPr marL="0" indent="0">
              <a:defRPr sz="700">
                <a:noFill/>
              </a:defRPr>
            </a:lvl9pPr>
          </a:lstStyle>
          <a:p>
            <a:fld id="{D4C110CA-FC68-43DA-BD62-0A387A11A067}" type="datetimeFigureOut">
              <a:rPr lang="en-US"/>
              <a:pPr/>
              <a:t>04/03/2026</a:t>
            </a:fld>
            <a:endParaRPr lang="en-US" dirty="0"/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4"/>
          </p:nvPr>
        </p:nvSpPr>
        <p:spPr bwMode="gray">
          <a:xfrm>
            <a:off x="547782" y="9658526"/>
            <a:ext cx="5465661" cy="18519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700"/>
            </a:lvl1pPr>
            <a:lvl2pPr marL="4563" indent="0">
              <a:defRPr sz="700">
                <a:solidFill>
                  <a:schemeClr val="tx1"/>
                </a:solidFill>
              </a:defRPr>
            </a:lvl2pPr>
            <a:lvl3pPr marL="0" indent="0">
              <a:defRPr sz="700"/>
            </a:lvl3pPr>
            <a:lvl4pPr marL="4563" indent="0">
              <a:defRPr sz="700"/>
            </a:lvl4pPr>
            <a:lvl5pPr marL="0" indent="0">
              <a:defRPr sz="700"/>
            </a:lvl5pPr>
            <a:lvl6pPr marL="4563" indent="0">
              <a:defRPr sz="700"/>
            </a:lvl6pPr>
            <a:lvl7pPr marL="0" indent="0">
              <a:defRPr sz="700"/>
            </a:lvl7pPr>
            <a:lvl8pPr marL="4563" indent="0">
              <a:defRPr sz="700"/>
            </a:lvl8pPr>
            <a:lvl9pPr marL="0" indent="0">
              <a:defRPr sz="700"/>
            </a:lvl9pPr>
          </a:lstStyle>
          <a:p>
            <a:endParaRPr lang="en-US" dirty="0"/>
          </a:p>
        </p:txBody>
      </p:sp>
      <p:sp>
        <p:nvSpPr>
          <p:cNvPr id="16" name="Slide Number Placeholder 4"/>
          <p:cNvSpPr>
            <a:spLocks noGrp="1"/>
          </p:cNvSpPr>
          <p:nvPr>
            <p:ph type="sldNum" sz="quarter" idx="5"/>
          </p:nvPr>
        </p:nvSpPr>
        <p:spPr bwMode="gray">
          <a:xfrm>
            <a:off x="192834" y="9658526"/>
            <a:ext cx="208896" cy="18519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700"/>
            </a:lvl1pPr>
            <a:lvl2pPr marL="0" indent="0">
              <a:defRPr sz="700"/>
            </a:lvl2pPr>
            <a:lvl3pPr marL="0" indent="0">
              <a:defRPr sz="700"/>
            </a:lvl3pPr>
            <a:lvl4pPr marL="0" indent="0">
              <a:defRPr sz="700"/>
            </a:lvl4pPr>
            <a:lvl5pPr marL="0" indent="0">
              <a:defRPr sz="700"/>
            </a:lvl5pPr>
            <a:lvl6pPr marL="0" indent="0">
              <a:defRPr sz="700"/>
            </a:lvl6pPr>
            <a:lvl7pPr marL="0" indent="0">
              <a:defRPr sz="700"/>
            </a:lvl7pPr>
            <a:lvl8pPr marL="0" indent="0">
              <a:defRPr sz="700"/>
            </a:lvl8pPr>
            <a:lvl9pPr marL="0" indent="0">
              <a:defRPr sz="700"/>
            </a:lvl9pPr>
          </a:lstStyle>
          <a:p>
            <a:fld id="{32F3CE37-8989-471A-BC57-D3CAAD03839D}" type="slidenum">
              <a:rPr lang="en-US"/>
              <a:pPr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298071" y="2056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9774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Bef>
        <a:spcPts val="1800"/>
      </a:spcBef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44000" indent="-144000" algn="l" defTabSz="914400" rtl="0" eaLnBrk="1" latinLnBrk="0" hangingPunct="1">
      <a:spcBef>
        <a:spcPts val="300"/>
      </a:spcBef>
      <a:buFontTx/>
      <a:buBlip>
        <a:blip r:embed="rId3"/>
      </a:buBlip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spcBef>
        <a:spcPts val="300"/>
      </a:spcBef>
      <a:buFontTx/>
      <a:buBlip>
        <a:blip r:embed="rId4"/>
      </a:buBlip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spcBef>
        <a:spcPts val="300"/>
      </a:spcBef>
      <a:buFontTx/>
      <a:buBlip>
        <a:blip r:embed="rId5"/>
      </a:buBlip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spcBef>
        <a:spcPts val="300"/>
      </a:spcBef>
      <a:buFontTx/>
      <a:buBlip>
        <a:blip r:embed="rId6"/>
      </a:buBlip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576000" indent="-144000" algn="l" defTabSz="914400" rtl="0" eaLnBrk="1" latinLnBrk="0" hangingPunct="1">
      <a:spcBef>
        <a:spcPts val="300"/>
      </a:spcBef>
      <a:buFontTx/>
      <a:buBlip>
        <a:blip r:embed="rId6"/>
      </a:buBlip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576000" indent="-144000" algn="l" defTabSz="914400" rtl="0" eaLnBrk="1" latinLnBrk="0" hangingPunct="1">
      <a:spcBef>
        <a:spcPts val="300"/>
      </a:spcBef>
      <a:buFontTx/>
      <a:buBlip>
        <a:blip r:embed="rId6"/>
      </a:buBlip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576000" indent="-144000" algn="l" defTabSz="914400" rtl="0" eaLnBrk="1" latinLnBrk="0" hangingPunct="1">
      <a:spcBef>
        <a:spcPts val="300"/>
      </a:spcBef>
      <a:buFontTx/>
      <a:buBlip>
        <a:blip r:embed="rId6"/>
      </a:buBlip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576000" indent="-144000" algn="l" defTabSz="914400" rtl="0" eaLnBrk="1" latinLnBrk="0" hangingPunct="1">
      <a:spcBef>
        <a:spcPts val="300"/>
      </a:spcBef>
      <a:buFontTx/>
      <a:buBlip>
        <a:blip r:embed="rId6"/>
      </a:buBlip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7.emf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7.emf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7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10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12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3.png"/><Relationship Id="rId7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3.png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7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7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7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5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3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14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5" Type="http://schemas.openxmlformats.org/officeDocument/2006/relationships/image" Target="../media/image15.emf"/><Relationship Id="rId4" Type="http://schemas.openxmlformats.org/officeDocument/2006/relationships/image" Target="../media/image2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15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15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4" Type="http://schemas.openxmlformats.org/officeDocument/2006/relationships/image" Target="../media/image15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5" Type="http://schemas.openxmlformats.org/officeDocument/2006/relationships/image" Target="../media/image7.emf"/><Relationship Id="rId4" Type="http://schemas.openxmlformats.org/officeDocument/2006/relationships/image" Target="../media/image2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5" Type="http://schemas.openxmlformats.org/officeDocument/2006/relationships/image" Target="../media/image7.emf"/><Relationship Id="rId4" Type="http://schemas.openxmlformats.org/officeDocument/2006/relationships/image" Target="../media/image2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5" Type="http://schemas.openxmlformats.org/officeDocument/2006/relationships/image" Target="../media/image15.emf"/><Relationship Id="rId4" Type="http://schemas.openxmlformats.org/officeDocument/2006/relationships/image" Target="../media/image25.jpe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4" Type="http://schemas.openxmlformats.org/officeDocument/2006/relationships/image" Target="../media/image15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4" Type="http://schemas.openxmlformats.org/officeDocument/2006/relationships/image" Target="../media/image15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4" Type="http://schemas.openxmlformats.org/officeDocument/2006/relationships/image" Target="../media/image15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4" Type="http://schemas.openxmlformats.org/officeDocument/2006/relationships/image" Target="../media/image15.emf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7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8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9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0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2.xml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image" Target="../media/image15.emf"/><Relationship Id="rId11" Type="http://schemas.openxmlformats.org/officeDocument/2006/relationships/image" Target="../media/image14.emf"/><Relationship Id="rId5" Type="http://schemas.openxmlformats.org/officeDocument/2006/relationships/image" Target="../media/image1.emf"/><Relationship Id="rId10" Type="http://schemas.openxmlformats.org/officeDocument/2006/relationships/image" Target="../media/image5.png"/><Relationship Id="rId4" Type="http://schemas.openxmlformats.org/officeDocument/2006/relationships/oleObject" Target="../embeddings/oleObject3.bin"/><Relationship Id="rId9" Type="http://schemas.openxmlformats.org/officeDocument/2006/relationships/image" Target="../media/image4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5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6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7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5.emf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image" Target="../media/image14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0.xml"/><Relationship Id="rId4" Type="http://schemas.openxmlformats.org/officeDocument/2006/relationships/image" Target="../media/image15.emf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1.xml"/><Relationship Id="rId4" Type="http://schemas.openxmlformats.org/officeDocument/2006/relationships/image" Target="../media/image15.emf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3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05c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Bildplatzhalter 26">
            <a:extLst>
              <a:ext uri="{FF2B5EF4-FFF2-40B4-BE49-F238E27FC236}">
                <a16:creationId xmlns:a16="http://schemas.microsoft.com/office/drawing/2014/main" id="{18020A8A-2189-4A36-9D3F-DD8A59B2639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5201213" y="0"/>
            <a:ext cx="3226564" cy="6015038"/>
          </a:xfrm>
          <a:custGeom>
            <a:avLst/>
            <a:gdLst>
              <a:gd name="connsiteX0" fmla="*/ 1190737 w 3226564"/>
              <a:gd name="connsiteY0" fmla="*/ 0 h 6015038"/>
              <a:gd name="connsiteX1" fmla="*/ 3226564 w 3226564"/>
              <a:gd name="connsiteY1" fmla="*/ 0 h 6015038"/>
              <a:gd name="connsiteX2" fmla="*/ 2035828 w 3226564"/>
              <a:gd name="connsiteY2" fmla="*/ 6015038 h 6015038"/>
              <a:gd name="connsiteX3" fmla="*/ 0 w 3226564"/>
              <a:gd name="connsiteY3" fmla="*/ 6015038 h 6015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26564" h="6015038">
                <a:moveTo>
                  <a:pt x="1190737" y="0"/>
                </a:moveTo>
                <a:lnTo>
                  <a:pt x="3226564" y="0"/>
                </a:lnTo>
                <a:lnTo>
                  <a:pt x="2035828" y="6015038"/>
                </a:lnTo>
                <a:lnTo>
                  <a:pt x="0" y="60150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de-DE" dirty="0"/>
              <a:t>Click icon to</a:t>
            </a:r>
            <a:br>
              <a:rPr lang="de-DE" dirty="0"/>
            </a:br>
            <a:r>
              <a:rPr lang="de-DE" dirty="0"/>
              <a:t>add image</a:t>
            </a:r>
          </a:p>
        </p:txBody>
      </p:sp>
      <p:sp>
        <p:nvSpPr>
          <p:cNvPr id="13" name="Logoschutz" hidden="1"/>
          <p:cNvSpPr/>
          <p:nvPr userDrawn="1">
            <p:custDataLst>
              <p:tags r:id="rId2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26828F3-46E8-434C-91EB-93EE63658B9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706384" y="2424948"/>
            <a:ext cx="4986390" cy="1440000"/>
          </a:xfrm>
        </p:spPr>
        <p:txBody>
          <a:bodyPr anchor="b"/>
          <a:lstStyle>
            <a:lvl1pPr>
              <a:lnSpc>
                <a:spcPct val="90000"/>
              </a:lnSpc>
              <a:defRPr sz="4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Name</a:t>
            </a:r>
          </a:p>
        </p:txBody>
      </p:sp>
      <p:sp>
        <p:nvSpPr>
          <p:cNvPr id="31" name="Bildplatzhalter 30">
            <a:extLst>
              <a:ext uri="{FF2B5EF4-FFF2-40B4-BE49-F238E27FC236}">
                <a16:creationId xmlns:a16="http://schemas.microsoft.com/office/drawing/2014/main" id="{3D778945-55F1-47F6-BE0C-1C12ACC716F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7110435" y="1066801"/>
            <a:ext cx="3183196" cy="5795963"/>
          </a:xfrm>
          <a:custGeom>
            <a:avLst/>
            <a:gdLst>
              <a:gd name="connsiteX0" fmla="*/ 1147369 w 3183196"/>
              <a:gd name="connsiteY0" fmla="*/ 0 h 5795963"/>
              <a:gd name="connsiteX1" fmla="*/ 3183196 w 3183196"/>
              <a:gd name="connsiteY1" fmla="*/ 0 h 5795963"/>
              <a:gd name="connsiteX2" fmla="*/ 2035828 w 3183196"/>
              <a:gd name="connsiteY2" fmla="*/ 5795963 h 5795963"/>
              <a:gd name="connsiteX3" fmla="*/ 0 w 3183196"/>
              <a:gd name="connsiteY3" fmla="*/ 5795963 h 5795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83196" h="5795963">
                <a:moveTo>
                  <a:pt x="1147369" y="0"/>
                </a:moveTo>
                <a:lnTo>
                  <a:pt x="3183196" y="0"/>
                </a:lnTo>
                <a:lnTo>
                  <a:pt x="2035828" y="5795963"/>
                </a:lnTo>
                <a:lnTo>
                  <a:pt x="0" y="579596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de-DE" dirty="0"/>
              <a:t>Click icon to</a:t>
            </a:r>
            <a:br>
              <a:rPr lang="de-DE" dirty="0"/>
            </a:br>
            <a:r>
              <a:rPr lang="de-DE" dirty="0"/>
              <a:t>add image</a:t>
            </a:r>
          </a:p>
        </p:txBody>
      </p:sp>
      <p:sp>
        <p:nvSpPr>
          <p:cNvPr id="32" name="Bildplatzhalter 31">
            <a:extLst>
              <a:ext uri="{FF2B5EF4-FFF2-40B4-BE49-F238E27FC236}">
                <a16:creationId xmlns:a16="http://schemas.microsoft.com/office/drawing/2014/main" id="{F68A9325-C92F-42E6-B5DA-D79023DA19D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9322443" y="167217"/>
            <a:ext cx="2870404" cy="6015778"/>
          </a:xfrm>
          <a:custGeom>
            <a:avLst/>
            <a:gdLst>
              <a:gd name="connsiteX0" fmla="*/ 1190737 w 3226564"/>
              <a:gd name="connsiteY0" fmla="*/ 0 h 6015038"/>
              <a:gd name="connsiteX1" fmla="*/ 3226564 w 3226564"/>
              <a:gd name="connsiteY1" fmla="*/ 0 h 6015038"/>
              <a:gd name="connsiteX2" fmla="*/ 2035828 w 3226564"/>
              <a:gd name="connsiteY2" fmla="*/ 6015038 h 6015038"/>
              <a:gd name="connsiteX3" fmla="*/ 0 w 3226564"/>
              <a:gd name="connsiteY3" fmla="*/ 6015038 h 6015038"/>
              <a:gd name="connsiteX0" fmla="*/ 1190737 w 3226564"/>
              <a:gd name="connsiteY0" fmla="*/ 0 h 6015038"/>
              <a:gd name="connsiteX1" fmla="*/ 3226564 w 3226564"/>
              <a:gd name="connsiteY1" fmla="*/ 0 h 6015038"/>
              <a:gd name="connsiteX2" fmla="*/ 2870404 w 3226564"/>
              <a:gd name="connsiteY2" fmla="*/ 1787843 h 6015038"/>
              <a:gd name="connsiteX3" fmla="*/ 2035828 w 3226564"/>
              <a:gd name="connsiteY3" fmla="*/ 6015038 h 6015038"/>
              <a:gd name="connsiteX4" fmla="*/ 0 w 3226564"/>
              <a:gd name="connsiteY4" fmla="*/ 6015038 h 6015038"/>
              <a:gd name="connsiteX5" fmla="*/ 1190737 w 3226564"/>
              <a:gd name="connsiteY5" fmla="*/ 0 h 6015038"/>
              <a:gd name="connsiteX0" fmla="*/ 1190737 w 3226564"/>
              <a:gd name="connsiteY0" fmla="*/ 740 h 6015778"/>
              <a:gd name="connsiteX1" fmla="*/ 2866170 w 3226564"/>
              <a:gd name="connsiteY1" fmla="*/ 0 h 6015778"/>
              <a:gd name="connsiteX2" fmla="*/ 3226564 w 3226564"/>
              <a:gd name="connsiteY2" fmla="*/ 740 h 6015778"/>
              <a:gd name="connsiteX3" fmla="*/ 2870404 w 3226564"/>
              <a:gd name="connsiteY3" fmla="*/ 1788583 h 6015778"/>
              <a:gd name="connsiteX4" fmla="*/ 2035828 w 3226564"/>
              <a:gd name="connsiteY4" fmla="*/ 6015778 h 6015778"/>
              <a:gd name="connsiteX5" fmla="*/ 0 w 3226564"/>
              <a:gd name="connsiteY5" fmla="*/ 6015778 h 6015778"/>
              <a:gd name="connsiteX6" fmla="*/ 1190737 w 3226564"/>
              <a:gd name="connsiteY6" fmla="*/ 740 h 6015778"/>
              <a:gd name="connsiteX0" fmla="*/ 1190737 w 2870404"/>
              <a:gd name="connsiteY0" fmla="*/ 740 h 6015778"/>
              <a:gd name="connsiteX1" fmla="*/ 2866170 w 2870404"/>
              <a:gd name="connsiteY1" fmla="*/ 0 h 6015778"/>
              <a:gd name="connsiteX2" fmla="*/ 2870404 w 2870404"/>
              <a:gd name="connsiteY2" fmla="*/ 1788583 h 6015778"/>
              <a:gd name="connsiteX3" fmla="*/ 2035828 w 2870404"/>
              <a:gd name="connsiteY3" fmla="*/ 6015778 h 6015778"/>
              <a:gd name="connsiteX4" fmla="*/ 0 w 2870404"/>
              <a:gd name="connsiteY4" fmla="*/ 6015778 h 6015778"/>
              <a:gd name="connsiteX5" fmla="*/ 1190737 w 2870404"/>
              <a:gd name="connsiteY5" fmla="*/ 740 h 6015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70404" h="6015778">
                <a:moveTo>
                  <a:pt x="1190737" y="740"/>
                </a:moveTo>
                <a:lnTo>
                  <a:pt x="2866170" y="0"/>
                </a:lnTo>
                <a:cubicBezTo>
                  <a:pt x="2867581" y="596194"/>
                  <a:pt x="2868993" y="1192389"/>
                  <a:pt x="2870404" y="1788583"/>
                </a:cubicBezTo>
                <a:lnTo>
                  <a:pt x="2035828" y="6015778"/>
                </a:lnTo>
                <a:lnTo>
                  <a:pt x="0" y="6015778"/>
                </a:lnTo>
                <a:lnTo>
                  <a:pt x="1190737" y="74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de-DE" dirty="0"/>
              <a:t>Click icon to</a:t>
            </a:r>
            <a:br>
              <a:rPr lang="de-DE" dirty="0"/>
            </a:br>
            <a:r>
              <a:rPr lang="de-DE" dirty="0"/>
              <a:t>add image</a:t>
            </a:r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1240C781-8492-478C-8AAF-FFD1414D380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706189" y="4175180"/>
            <a:ext cx="3620552" cy="592952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 dirty="0"/>
              <a:t>Subline / Presenter / Date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50C081-E3EF-51DE-C7D6-02FBA0166F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70956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04a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D542982A-E7AC-48BD-8779-0C449F235D7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077842" y="0"/>
            <a:ext cx="8115807" cy="6858316"/>
          </a:xfrm>
          <a:custGeom>
            <a:avLst/>
            <a:gdLst>
              <a:gd name="connsiteX0" fmla="*/ 1341581 w 8115807"/>
              <a:gd name="connsiteY0" fmla="*/ 0 h 6860204"/>
              <a:gd name="connsiteX1" fmla="*/ 2616862 w 8115807"/>
              <a:gd name="connsiteY1" fmla="*/ 0 h 6860204"/>
              <a:gd name="connsiteX2" fmla="*/ 8112573 w 8115807"/>
              <a:gd name="connsiteY2" fmla="*/ 0 h 6860204"/>
              <a:gd name="connsiteX3" fmla="*/ 8115807 w 8115807"/>
              <a:gd name="connsiteY3" fmla="*/ 0 h 6860204"/>
              <a:gd name="connsiteX4" fmla="*/ 8115769 w 8115807"/>
              <a:gd name="connsiteY4" fmla="*/ 371296 h 6860204"/>
              <a:gd name="connsiteX5" fmla="*/ 8114555 w 8115807"/>
              <a:gd name="connsiteY5" fmla="*/ 2793814 h 6860204"/>
              <a:gd name="connsiteX6" fmla="*/ 8114061 w 8115807"/>
              <a:gd name="connsiteY6" fmla="*/ 3524729 h 6860204"/>
              <a:gd name="connsiteX7" fmla="*/ 8114200 w 8115807"/>
              <a:gd name="connsiteY7" fmla="*/ 3767783 h 6860204"/>
              <a:gd name="connsiteX8" fmla="*/ 8114953 w 8115807"/>
              <a:gd name="connsiteY8" fmla="*/ 6003673 h 6860204"/>
              <a:gd name="connsiteX9" fmla="*/ 8112627 w 8115807"/>
              <a:gd name="connsiteY9" fmla="*/ 6004084 h 6860204"/>
              <a:gd name="connsiteX10" fmla="*/ 8112573 w 8115807"/>
              <a:gd name="connsiteY10" fmla="*/ 6145054 h 6860204"/>
              <a:gd name="connsiteX11" fmla="*/ 8112445 w 8115807"/>
              <a:gd name="connsiteY11" fmla="*/ 6860204 h 6860204"/>
              <a:gd name="connsiteX12" fmla="*/ 4690933 w 8115807"/>
              <a:gd name="connsiteY12" fmla="*/ 6857999 h 6860204"/>
              <a:gd name="connsiteX13" fmla="*/ 1427327 w 8115807"/>
              <a:gd name="connsiteY13" fmla="*/ 6858316 h 6860204"/>
              <a:gd name="connsiteX14" fmla="*/ 1427382 w 8115807"/>
              <a:gd name="connsiteY14" fmla="*/ 6858000 h 6860204"/>
              <a:gd name="connsiteX15" fmla="*/ 0 w 8115807"/>
              <a:gd name="connsiteY15" fmla="*/ 6858000 h 6860204"/>
              <a:gd name="connsiteX0" fmla="*/ 1341581 w 8115807"/>
              <a:gd name="connsiteY0" fmla="*/ 0 h 6860204"/>
              <a:gd name="connsiteX1" fmla="*/ 2616862 w 8115807"/>
              <a:gd name="connsiteY1" fmla="*/ 0 h 6860204"/>
              <a:gd name="connsiteX2" fmla="*/ 8112573 w 8115807"/>
              <a:gd name="connsiteY2" fmla="*/ 0 h 6860204"/>
              <a:gd name="connsiteX3" fmla="*/ 8115807 w 8115807"/>
              <a:gd name="connsiteY3" fmla="*/ 0 h 6860204"/>
              <a:gd name="connsiteX4" fmla="*/ 8115769 w 8115807"/>
              <a:gd name="connsiteY4" fmla="*/ 371296 h 6860204"/>
              <a:gd name="connsiteX5" fmla="*/ 8114555 w 8115807"/>
              <a:gd name="connsiteY5" fmla="*/ 2793814 h 6860204"/>
              <a:gd name="connsiteX6" fmla="*/ 8114061 w 8115807"/>
              <a:gd name="connsiteY6" fmla="*/ 3524729 h 6860204"/>
              <a:gd name="connsiteX7" fmla="*/ 8114200 w 8115807"/>
              <a:gd name="connsiteY7" fmla="*/ 3767783 h 6860204"/>
              <a:gd name="connsiteX8" fmla="*/ 8114953 w 8115807"/>
              <a:gd name="connsiteY8" fmla="*/ 6003673 h 6860204"/>
              <a:gd name="connsiteX9" fmla="*/ 8112627 w 8115807"/>
              <a:gd name="connsiteY9" fmla="*/ 6004084 h 6860204"/>
              <a:gd name="connsiteX10" fmla="*/ 8112573 w 8115807"/>
              <a:gd name="connsiteY10" fmla="*/ 6145054 h 6860204"/>
              <a:gd name="connsiteX11" fmla="*/ 8112445 w 8115807"/>
              <a:gd name="connsiteY11" fmla="*/ 6860204 h 6860204"/>
              <a:gd name="connsiteX12" fmla="*/ 4690933 w 8115807"/>
              <a:gd name="connsiteY12" fmla="*/ 6857999 h 6860204"/>
              <a:gd name="connsiteX13" fmla="*/ 3211958 w 8115807"/>
              <a:gd name="connsiteY13" fmla="*/ 6854825 h 6860204"/>
              <a:gd name="connsiteX14" fmla="*/ 1427327 w 8115807"/>
              <a:gd name="connsiteY14" fmla="*/ 6858316 h 6860204"/>
              <a:gd name="connsiteX15" fmla="*/ 1427382 w 8115807"/>
              <a:gd name="connsiteY15" fmla="*/ 6858000 h 6860204"/>
              <a:gd name="connsiteX16" fmla="*/ 0 w 8115807"/>
              <a:gd name="connsiteY16" fmla="*/ 6858000 h 6860204"/>
              <a:gd name="connsiteX17" fmla="*/ 1341581 w 8115807"/>
              <a:gd name="connsiteY17" fmla="*/ 0 h 6860204"/>
              <a:gd name="connsiteX0" fmla="*/ 1341581 w 8115807"/>
              <a:gd name="connsiteY0" fmla="*/ 0 h 6858316"/>
              <a:gd name="connsiteX1" fmla="*/ 2616862 w 8115807"/>
              <a:gd name="connsiteY1" fmla="*/ 0 h 6858316"/>
              <a:gd name="connsiteX2" fmla="*/ 8112573 w 8115807"/>
              <a:gd name="connsiteY2" fmla="*/ 0 h 6858316"/>
              <a:gd name="connsiteX3" fmla="*/ 8115807 w 8115807"/>
              <a:gd name="connsiteY3" fmla="*/ 0 h 6858316"/>
              <a:gd name="connsiteX4" fmla="*/ 8115769 w 8115807"/>
              <a:gd name="connsiteY4" fmla="*/ 371296 h 6858316"/>
              <a:gd name="connsiteX5" fmla="*/ 8114555 w 8115807"/>
              <a:gd name="connsiteY5" fmla="*/ 2793814 h 6858316"/>
              <a:gd name="connsiteX6" fmla="*/ 8114061 w 8115807"/>
              <a:gd name="connsiteY6" fmla="*/ 3524729 h 6858316"/>
              <a:gd name="connsiteX7" fmla="*/ 8114200 w 8115807"/>
              <a:gd name="connsiteY7" fmla="*/ 3767783 h 6858316"/>
              <a:gd name="connsiteX8" fmla="*/ 8114953 w 8115807"/>
              <a:gd name="connsiteY8" fmla="*/ 6003673 h 6858316"/>
              <a:gd name="connsiteX9" fmla="*/ 8112627 w 8115807"/>
              <a:gd name="connsiteY9" fmla="*/ 6004084 h 6858316"/>
              <a:gd name="connsiteX10" fmla="*/ 8112573 w 8115807"/>
              <a:gd name="connsiteY10" fmla="*/ 6145054 h 6858316"/>
              <a:gd name="connsiteX11" fmla="*/ 4690933 w 8115807"/>
              <a:gd name="connsiteY11" fmla="*/ 6857999 h 6858316"/>
              <a:gd name="connsiteX12" fmla="*/ 3211958 w 8115807"/>
              <a:gd name="connsiteY12" fmla="*/ 6854825 h 6858316"/>
              <a:gd name="connsiteX13" fmla="*/ 1427327 w 8115807"/>
              <a:gd name="connsiteY13" fmla="*/ 6858316 h 6858316"/>
              <a:gd name="connsiteX14" fmla="*/ 1427382 w 8115807"/>
              <a:gd name="connsiteY14" fmla="*/ 6858000 h 6858316"/>
              <a:gd name="connsiteX15" fmla="*/ 0 w 8115807"/>
              <a:gd name="connsiteY15" fmla="*/ 6858000 h 6858316"/>
              <a:gd name="connsiteX16" fmla="*/ 1341581 w 8115807"/>
              <a:gd name="connsiteY16" fmla="*/ 0 h 6858316"/>
              <a:gd name="connsiteX0" fmla="*/ 1341581 w 8115807"/>
              <a:gd name="connsiteY0" fmla="*/ 0 h 6858316"/>
              <a:gd name="connsiteX1" fmla="*/ 2616862 w 8115807"/>
              <a:gd name="connsiteY1" fmla="*/ 0 h 6858316"/>
              <a:gd name="connsiteX2" fmla="*/ 8112573 w 8115807"/>
              <a:gd name="connsiteY2" fmla="*/ 0 h 6858316"/>
              <a:gd name="connsiteX3" fmla="*/ 8115807 w 8115807"/>
              <a:gd name="connsiteY3" fmla="*/ 0 h 6858316"/>
              <a:gd name="connsiteX4" fmla="*/ 8115769 w 8115807"/>
              <a:gd name="connsiteY4" fmla="*/ 371296 h 6858316"/>
              <a:gd name="connsiteX5" fmla="*/ 8114555 w 8115807"/>
              <a:gd name="connsiteY5" fmla="*/ 2793814 h 6858316"/>
              <a:gd name="connsiteX6" fmla="*/ 8114061 w 8115807"/>
              <a:gd name="connsiteY6" fmla="*/ 3524729 h 6858316"/>
              <a:gd name="connsiteX7" fmla="*/ 8114200 w 8115807"/>
              <a:gd name="connsiteY7" fmla="*/ 3767783 h 6858316"/>
              <a:gd name="connsiteX8" fmla="*/ 8114953 w 8115807"/>
              <a:gd name="connsiteY8" fmla="*/ 6003673 h 6858316"/>
              <a:gd name="connsiteX9" fmla="*/ 8112627 w 8115807"/>
              <a:gd name="connsiteY9" fmla="*/ 6004084 h 6858316"/>
              <a:gd name="connsiteX10" fmla="*/ 4690933 w 8115807"/>
              <a:gd name="connsiteY10" fmla="*/ 6857999 h 6858316"/>
              <a:gd name="connsiteX11" fmla="*/ 3211958 w 8115807"/>
              <a:gd name="connsiteY11" fmla="*/ 6854825 h 6858316"/>
              <a:gd name="connsiteX12" fmla="*/ 1427327 w 8115807"/>
              <a:gd name="connsiteY12" fmla="*/ 6858316 h 6858316"/>
              <a:gd name="connsiteX13" fmla="*/ 1427382 w 8115807"/>
              <a:gd name="connsiteY13" fmla="*/ 6858000 h 6858316"/>
              <a:gd name="connsiteX14" fmla="*/ 0 w 8115807"/>
              <a:gd name="connsiteY14" fmla="*/ 6858000 h 6858316"/>
              <a:gd name="connsiteX15" fmla="*/ 1341581 w 8115807"/>
              <a:gd name="connsiteY15" fmla="*/ 0 h 6858316"/>
              <a:gd name="connsiteX0" fmla="*/ 1341581 w 8115807"/>
              <a:gd name="connsiteY0" fmla="*/ 0 h 6858316"/>
              <a:gd name="connsiteX1" fmla="*/ 2616862 w 8115807"/>
              <a:gd name="connsiteY1" fmla="*/ 0 h 6858316"/>
              <a:gd name="connsiteX2" fmla="*/ 8112573 w 8115807"/>
              <a:gd name="connsiteY2" fmla="*/ 0 h 6858316"/>
              <a:gd name="connsiteX3" fmla="*/ 8115807 w 8115807"/>
              <a:gd name="connsiteY3" fmla="*/ 0 h 6858316"/>
              <a:gd name="connsiteX4" fmla="*/ 8115769 w 8115807"/>
              <a:gd name="connsiteY4" fmla="*/ 371296 h 6858316"/>
              <a:gd name="connsiteX5" fmla="*/ 8114555 w 8115807"/>
              <a:gd name="connsiteY5" fmla="*/ 2793814 h 6858316"/>
              <a:gd name="connsiteX6" fmla="*/ 8114061 w 8115807"/>
              <a:gd name="connsiteY6" fmla="*/ 3524729 h 6858316"/>
              <a:gd name="connsiteX7" fmla="*/ 8114200 w 8115807"/>
              <a:gd name="connsiteY7" fmla="*/ 3767783 h 6858316"/>
              <a:gd name="connsiteX8" fmla="*/ 8114953 w 8115807"/>
              <a:gd name="connsiteY8" fmla="*/ 6003673 h 6858316"/>
              <a:gd name="connsiteX9" fmla="*/ 8112627 w 8115807"/>
              <a:gd name="connsiteY9" fmla="*/ 6004084 h 6858316"/>
              <a:gd name="connsiteX10" fmla="*/ 3211958 w 8115807"/>
              <a:gd name="connsiteY10" fmla="*/ 6854825 h 6858316"/>
              <a:gd name="connsiteX11" fmla="*/ 1427327 w 8115807"/>
              <a:gd name="connsiteY11" fmla="*/ 6858316 h 6858316"/>
              <a:gd name="connsiteX12" fmla="*/ 1427382 w 8115807"/>
              <a:gd name="connsiteY12" fmla="*/ 6858000 h 6858316"/>
              <a:gd name="connsiteX13" fmla="*/ 0 w 8115807"/>
              <a:gd name="connsiteY13" fmla="*/ 6858000 h 6858316"/>
              <a:gd name="connsiteX14" fmla="*/ 1341581 w 8115807"/>
              <a:gd name="connsiteY14" fmla="*/ 0 h 6858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115807" h="6858316">
                <a:moveTo>
                  <a:pt x="1341581" y="0"/>
                </a:moveTo>
                <a:lnTo>
                  <a:pt x="2616862" y="0"/>
                </a:lnTo>
                <a:lnTo>
                  <a:pt x="8112573" y="0"/>
                </a:lnTo>
                <a:lnTo>
                  <a:pt x="8115807" y="0"/>
                </a:lnTo>
                <a:cubicBezTo>
                  <a:pt x="8115794" y="123765"/>
                  <a:pt x="8115782" y="247531"/>
                  <a:pt x="8115769" y="371296"/>
                </a:cubicBezTo>
                <a:cubicBezTo>
                  <a:pt x="8115631" y="1090055"/>
                  <a:pt x="8115129" y="1930029"/>
                  <a:pt x="8114555" y="2793814"/>
                </a:cubicBezTo>
                <a:cubicBezTo>
                  <a:pt x="8114390" y="3037452"/>
                  <a:pt x="8114226" y="3281091"/>
                  <a:pt x="8114061" y="3524729"/>
                </a:cubicBezTo>
                <a:cubicBezTo>
                  <a:pt x="8114107" y="3605747"/>
                  <a:pt x="8114154" y="3686765"/>
                  <a:pt x="8114200" y="3767783"/>
                </a:cubicBezTo>
                <a:cubicBezTo>
                  <a:pt x="8114618" y="4531665"/>
                  <a:pt x="8114953" y="5286254"/>
                  <a:pt x="8114953" y="6003673"/>
                </a:cubicBezTo>
                <a:lnTo>
                  <a:pt x="8112627" y="6004084"/>
                </a:lnTo>
                <a:lnTo>
                  <a:pt x="3211958" y="6854825"/>
                </a:lnTo>
                <a:lnTo>
                  <a:pt x="1427327" y="6858316"/>
                </a:lnTo>
                <a:cubicBezTo>
                  <a:pt x="1427345" y="6858211"/>
                  <a:pt x="1427364" y="6858105"/>
                  <a:pt x="1427382" y="6858000"/>
                </a:cubicBezTo>
                <a:lnTo>
                  <a:pt x="0" y="6858000"/>
                </a:lnTo>
                <a:lnTo>
                  <a:pt x="1341581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de-DE" dirty="0"/>
              <a:t>Click icon to add image</a:t>
            </a:r>
          </a:p>
        </p:txBody>
      </p:sp>
      <p:sp>
        <p:nvSpPr>
          <p:cNvPr id="13" name="Logoschutz" hidden="1"/>
          <p:cNvSpPr/>
          <p:nvPr userDrawn="1">
            <p:custDataLst>
              <p:tags r:id="rId2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26828F3-46E8-434C-91EB-93EE63658B9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706384" y="2424948"/>
            <a:ext cx="3751316" cy="1440000"/>
          </a:xfrm>
        </p:spPr>
        <p:txBody>
          <a:bodyPr anchor="b"/>
          <a:lstStyle>
            <a:lvl1pPr>
              <a:lnSpc>
                <a:spcPct val="90000"/>
              </a:lnSpc>
              <a:defRPr sz="4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Name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A65265F4-56EA-47B9-BCB3-0F02829E69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706189" y="4175180"/>
            <a:ext cx="3751316" cy="592952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 dirty="0"/>
              <a:t>Subline / Presenter / Date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FC3A16-CDA7-2BCC-8A71-EAECC16B7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96095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 xmlns:a14="http://schemas.microsoft.com/office/drawing/2010/main" xmlns:a16="http://schemas.microsoft.com/office/drawing/2014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04c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AA12E26-A1DC-8A63-BB96-B593BA55641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706384" y="2424948"/>
            <a:ext cx="3751316" cy="1440000"/>
          </a:xfrm>
        </p:spPr>
        <p:txBody>
          <a:bodyPr anchor="b"/>
          <a:lstStyle>
            <a:lvl1pPr>
              <a:lnSpc>
                <a:spcPct val="90000"/>
              </a:lnSpc>
              <a:defRPr sz="4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Name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FF128E5-53AD-A5BA-8B17-24C43FFDBCF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706189" y="4175180"/>
            <a:ext cx="3751316" cy="592952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 dirty="0"/>
              <a:t>Subline / Presenter / Date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65EDD2-D091-1868-7503-B125418C37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2416A6CC-3C59-A51E-AAB2-15A2EF3230D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077842" y="0"/>
            <a:ext cx="8115807" cy="6858316"/>
          </a:xfrm>
          <a:custGeom>
            <a:avLst/>
            <a:gdLst>
              <a:gd name="connsiteX0" fmla="*/ 1341581 w 8115807"/>
              <a:gd name="connsiteY0" fmla="*/ 0 h 6860204"/>
              <a:gd name="connsiteX1" fmla="*/ 2616862 w 8115807"/>
              <a:gd name="connsiteY1" fmla="*/ 0 h 6860204"/>
              <a:gd name="connsiteX2" fmla="*/ 8112573 w 8115807"/>
              <a:gd name="connsiteY2" fmla="*/ 0 h 6860204"/>
              <a:gd name="connsiteX3" fmla="*/ 8115807 w 8115807"/>
              <a:gd name="connsiteY3" fmla="*/ 0 h 6860204"/>
              <a:gd name="connsiteX4" fmla="*/ 8115769 w 8115807"/>
              <a:gd name="connsiteY4" fmla="*/ 371296 h 6860204"/>
              <a:gd name="connsiteX5" fmla="*/ 8114555 w 8115807"/>
              <a:gd name="connsiteY5" fmla="*/ 2793814 h 6860204"/>
              <a:gd name="connsiteX6" fmla="*/ 8114061 w 8115807"/>
              <a:gd name="connsiteY6" fmla="*/ 3524729 h 6860204"/>
              <a:gd name="connsiteX7" fmla="*/ 8114200 w 8115807"/>
              <a:gd name="connsiteY7" fmla="*/ 3767783 h 6860204"/>
              <a:gd name="connsiteX8" fmla="*/ 8114953 w 8115807"/>
              <a:gd name="connsiteY8" fmla="*/ 6003673 h 6860204"/>
              <a:gd name="connsiteX9" fmla="*/ 8112627 w 8115807"/>
              <a:gd name="connsiteY9" fmla="*/ 6004084 h 6860204"/>
              <a:gd name="connsiteX10" fmla="*/ 8112573 w 8115807"/>
              <a:gd name="connsiteY10" fmla="*/ 6145054 h 6860204"/>
              <a:gd name="connsiteX11" fmla="*/ 8112445 w 8115807"/>
              <a:gd name="connsiteY11" fmla="*/ 6860204 h 6860204"/>
              <a:gd name="connsiteX12" fmla="*/ 4690933 w 8115807"/>
              <a:gd name="connsiteY12" fmla="*/ 6857999 h 6860204"/>
              <a:gd name="connsiteX13" fmla="*/ 1427327 w 8115807"/>
              <a:gd name="connsiteY13" fmla="*/ 6858316 h 6860204"/>
              <a:gd name="connsiteX14" fmla="*/ 1427382 w 8115807"/>
              <a:gd name="connsiteY14" fmla="*/ 6858000 h 6860204"/>
              <a:gd name="connsiteX15" fmla="*/ 0 w 8115807"/>
              <a:gd name="connsiteY15" fmla="*/ 6858000 h 6860204"/>
              <a:gd name="connsiteX0" fmla="*/ 1341581 w 8115807"/>
              <a:gd name="connsiteY0" fmla="*/ 0 h 6860204"/>
              <a:gd name="connsiteX1" fmla="*/ 2616862 w 8115807"/>
              <a:gd name="connsiteY1" fmla="*/ 0 h 6860204"/>
              <a:gd name="connsiteX2" fmla="*/ 8112573 w 8115807"/>
              <a:gd name="connsiteY2" fmla="*/ 0 h 6860204"/>
              <a:gd name="connsiteX3" fmla="*/ 8115807 w 8115807"/>
              <a:gd name="connsiteY3" fmla="*/ 0 h 6860204"/>
              <a:gd name="connsiteX4" fmla="*/ 8115769 w 8115807"/>
              <a:gd name="connsiteY4" fmla="*/ 371296 h 6860204"/>
              <a:gd name="connsiteX5" fmla="*/ 8114555 w 8115807"/>
              <a:gd name="connsiteY5" fmla="*/ 2793814 h 6860204"/>
              <a:gd name="connsiteX6" fmla="*/ 8114061 w 8115807"/>
              <a:gd name="connsiteY6" fmla="*/ 3524729 h 6860204"/>
              <a:gd name="connsiteX7" fmla="*/ 8114200 w 8115807"/>
              <a:gd name="connsiteY7" fmla="*/ 3767783 h 6860204"/>
              <a:gd name="connsiteX8" fmla="*/ 8114953 w 8115807"/>
              <a:gd name="connsiteY8" fmla="*/ 6003673 h 6860204"/>
              <a:gd name="connsiteX9" fmla="*/ 8112627 w 8115807"/>
              <a:gd name="connsiteY9" fmla="*/ 6004084 h 6860204"/>
              <a:gd name="connsiteX10" fmla="*/ 8112573 w 8115807"/>
              <a:gd name="connsiteY10" fmla="*/ 6145054 h 6860204"/>
              <a:gd name="connsiteX11" fmla="*/ 8112445 w 8115807"/>
              <a:gd name="connsiteY11" fmla="*/ 6860204 h 6860204"/>
              <a:gd name="connsiteX12" fmla="*/ 4690933 w 8115807"/>
              <a:gd name="connsiteY12" fmla="*/ 6857999 h 6860204"/>
              <a:gd name="connsiteX13" fmla="*/ 3211958 w 8115807"/>
              <a:gd name="connsiteY13" fmla="*/ 6854825 h 6860204"/>
              <a:gd name="connsiteX14" fmla="*/ 1427327 w 8115807"/>
              <a:gd name="connsiteY14" fmla="*/ 6858316 h 6860204"/>
              <a:gd name="connsiteX15" fmla="*/ 1427382 w 8115807"/>
              <a:gd name="connsiteY15" fmla="*/ 6858000 h 6860204"/>
              <a:gd name="connsiteX16" fmla="*/ 0 w 8115807"/>
              <a:gd name="connsiteY16" fmla="*/ 6858000 h 6860204"/>
              <a:gd name="connsiteX17" fmla="*/ 1341581 w 8115807"/>
              <a:gd name="connsiteY17" fmla="*/ 0 h 6860204"/>
              <a:gd name="connsiteX0" fmla="*/ 1341581 w 8115807"/>
              <a:gd name="connsiteY0" fmla="*/ 0 h 6858316"/>
              <a:gd name="connsiteX1" fmla="*/ 2616862 w 8115807"/>
              <a:gd name="connsiteY1" fmla="*/ 0 h 6858316"/>
              <a:gd name="connsiteX2" fmla="*/ 8112573 w 8115807"/>
              <a:gd name="connsiteY2" fmla="*/ 0 h 6858316"/>
              <a:gd name="connsiteX3" fmla="*/ 8115807 w 8115807"/>
              <a:gd name="connsiteY3" fmla="*/ 0 h 6858316"/>
              <a:gd name="connsiteX4" fmla="*/ 8115769 w 8115807"/>
              <a:gd name="connsiteY4" fmla="*/ 371296 h 6858316"/>
              <a:gd name="connsiteX5" fmla="*/ 8114555 w 8115807"/>
              <a:gd name="connsiteY5" fmla="*/ 2793814 h 6858316"/>
              <a:gd name="connsiteX6" fmla="*/ 8114061 w 8115807"/>
              <a:gd name="connsiteY6" fmla="*/ 3524729 h 6858316"/>
              <a:gd name="connsiteX7" fmla="*/ 8114200 w 8115807"/>
              <a:gd name="connsiteY7" fmla="*/ 3767783 h 6858316"/>
              <a:gd name="connsiteX8" fmla="*/ 8114953 w 8115807"/>
              <a:gd name="connsiteY8" fmla="*/ 6003673 h 6858316"/>
              <a:gd name="connsiteX9" fmla="*/ 8112627 w 8115807"/>
              <a:gd name="connsiteY9" fmla="*/ 6004084 h 6858316"/>
              <a:gd name="connsiteX10" fmla="*/ 8112573 w 8115807"/>
              <a:gd name="connsiteY10" fmla="*/ 6145054 h 6858316"/>
              <a:gd name="connsiteX11" fmla="*/ 4690933 w 8115807"/>
              <a:gd name="connsiteY11" fmla="*/ 6857999 h 6858316"/>
              <a:gd name="connsiteX12" fmla="*/ 3211958 w 8115807"/>
              <a:gd name="connsiteY12" fmla="*/ 6854825 h 6858316"/>
              <a:gd name="connsiteX13" fmla="*/ 1427327 w 8115807"/>
              <a:gd name="connsiteY13" fmla="*/ 6858316 h 6858316"/>
              <a:gd name="connsiteX14" fmla="*/ 1427382 w 8115807"/>
              <a:gd name="connsiteY14" fmla="*/ 6858000 h 6858316"/>
              <a:gd name="connsiteX15" fmla="*/ 0 w 8115807"/>
              <a:gd name="connsiteY15" fmla="*/ 6858000 h 6858316"/>
              <a:gd name="connsiteX16" fmla="*/ 1341581 w 8115807"/>
              <a:gd name="connsiteY16" fmla="*/ 0 h 6858316"/>
              <a:gd name="connsiteX0" fmla="*/ 1341581 w 8115807"/>
              <a:gd name="connsiteY0" fmla="*/ 0 h 6858316"/>
              <a:gd name="connsiteX1" fmla="*/ 2616862 w 8115807"/>
              <a:gd name="connsiteY1" fmla="*/ 0 h 6858316"/>
              <a:gd name="connsiteX2" fmla="*/ 8112573 w 8115807"/>
              <a:gd name="connsiteY2" fmla="*/ 0 h 6858316"/>
              <a:gd name="connsiteX3" fmla="*/ 8115807 w 8115807"/>
              <a:gd name="connsiteY3" fmla="*/ 0 h 6858316"/>
              <a:gd name="connsiteX4" fmla="*/ 8115769 w 8115807"/>
              <a:gd name="connsiteY4" fmla="*/ 371296 h 6858316"/>
              <a:gd name="connsiteX5" fmla="*/ 8114555 w 8115807"/>
              <a:gd name="connsiteY5" fmla="*/ 2793814 h 6858316"/>
              <a:gd name="connsiteX6" fmla="*/ 8114061 w 8115807"/>
              <a:gd name="connsiteY6" fmla="*/ 3524729 h 6858316"/>
              <a:gd name="connsiteX7" fmla="*/ 8114200 w 8115807"/>
              <a:gd name="connsiteY7" fmla="*/ 3767783 h 6858316"/>
              <a:gd name="connsiteX8" fmla="*/ 8114953 w 8115807"/>
              <a:gd name="connsiteY8" fmla="*/ 6003673 h 6858316"/>
              <a:gd name="connsiteX9" fmla="*/ 8112627 w 8115807"/>
              <a:gd name="connsiteY9" fmla="*/ 6004084 h 6858316"/>
              <a:gd name="connsiteX10" fmla="*/ 4690933 w 8115807"/>
              <a:gd name="connsiteY10" fmla="*/ 6857999 h 6858316"/>
              <a:gd name="connsiteX11" fmla="*/ 3211958 w 8115807"/>
              <a:gd name="connsiteY11" fmla="*/ 6854825 h 6858316"/>
              <a:gd name="connsiteX12" fmla="*/ 1427327 w 8115807"/>
              <a:gd name="connsiteY12" fmla="*/ 6858316 h 6858316"/>
              <a:gd name="connsiteX13" fmla="*/ 1427382 w 8115807"/>
              <a:gd name="connsiteY13" fmla="*/ 6858000 h 6858316"/>
              <a:gd name="connsiteX14" fmla="*/ 0 w 8115807"/>
              <a:gd name="connsiteY14" fmla="*/ 6858000 h 6858316"/>
              <a:gd name="connsiteX15" fmla="*/ 1341581 w 8115807"/>
              <a:gd name="connsiteY15" fmla="*/ 0 h 6858316"/>
              <a:gd name="connsiteX0" fmla="*/ 1341581 w 8115807"/>
              <a:gd name="connsiteY0" fmla="*/ 0 h 6858316"/>
              <a:gd name="connsiteX1" fmla="*/ 2616862 w 8115807"/>
              <a:gd name="connsiteY1" fmla="*/ 0 h 6858316"/>
              <a:gd name="connsiteX2" fmla="*/ 8112573 w 8115807"/>
              <a:gd name="connsiteY2" fmla="*/ 0 h 6858316"/>
              <a:gd name="connsiteX3" fmla="*/ 8115807 w 8115807"/>
              <a:gd name="connsiteY3" fmla="*/ 0 h 6858316"/>
              <a:gd name="connsiteX4" fmla="*/ 8115769 w 8115807"/>
              <a:gd name="connsiteY4" fmla="*/ 371296 h 6858316"/>
              <a:gd name="connsiteX5" fmla="*/ 8114555 w 8115807"/>
              <a:gd name="connsiteY5" fmla="*/ 2793814 h 6858316"/>
              <a:gd name="connsiteX6" fmla="*/ 8114061 w 8115807"/>
              <a:gd name="connsiteY6" fmla="*/ 3524729 h 6858316"/>
              <a:gd name="connsiteX7" fmla="*/ 8114200 w 8115807"/>
              <a:gd name="connsiteY7" fmla="*/ 3767783 h 6858316"/>
              <a:gd name="connsiteX8" fmla="*/ 8114953 w 8115807"/>
              <a:gd name="connsiteY8" fmla="*/ 6003673 h 6858316"/>
              <a:gd name="connsiteX9" fmla="*/ 8112627 w 8115807"/>
              <a:gd name="connsiteY9" fmla="*/ 6004084 h 6858316"/>
              <a:gd name="connsiteX10" fmla="*/ 3211958 w 8115807"/>
              <a:gd name="connsiteY10" fmla="*/ 6854825 h 6858316"/>
              <a:gd name="connsiteX11" fmla="*/ 1427327 w 8115807"/>
              <a:gd name="connsiteY11" fmla="*/ 6858316 h 6858316"/>
              <a:gd name="connsiteX12" fmla="*/ 1427382 w 8115807"/>
              <a:gd name="connsiteY12" fmla="*/ 6858000 h 6858316"/>
              <a:gd name="connsiteX13" fmla="*/ 0 w 8115807"/>
              <a:gd name="connsiteY13" fmla="*/ 6858000 h 6858316"/>
              <a:gd name="connsiteX14" fmla="*/ 1341581 w 8115807"/>
              <a:gd name="connsiteY14" fmla="*/ 0 h 6858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115807" h="6858316">
                <a:moveTo>
                  <a:pt x="1341581" y="0"/>
                </a:moveTo>
                <a:lnTo>
                  <a:pt x="2616862" y="0"/>
                </a:lnTo>
                <a:lnTo>
                  <a:pt x="8112573" y="0"/>
                </a:lnTo>
                <a:lnTo>
                  <a:pt x="8115807" y="0"/>
                </a:lnTo>
                <a:cubicBezTo>
                  <a:pt x="8115794" y="123765"/>
                  <a:pt x="8115782" y="247531"/>
                  <a:pt x="8115769" y="371296"/>
                </a:cubicBezTo>
                <a:cubicBezTo>
                  <a:pt x="8115631" y="1090055"/>
                  <a:pt x="8115129" y="1930029"/>
                  <a:pt x="8114555" y="2793814"/>
                </a:cubicBezTo>
                <a:cubicBezTo>
                  <a:pt x="8114390" y="3037452"/>
                  <a:pt x="8114226" y="3281091"/>
                  <a:pt x="8114061" y="3524729"/>
                </a:cubicBezTo>
                <a:cubicBezTo>
                  <a:pt x="8114107" y="3605747"/>
                  <a:pt x="8114154" y="3686765"/>
                  <a:pt x="8114200" y="3767783"/>
                </a:cubicBezTo>
                <a:cubicBezTo>
                  <a:pt x="8114618" y="4531665"/>
                  <a:pt x="8114953" y="5286254"/>
                  <a:pt x="8114953" y="6003673"/>
                </a:cubicBezTo>
                <a:lnTo>
                  <a:pt x="8112627" y="6004084"/>
                </a:lnTo>
                <a:lnTo>
                  <a:pt x="3211958" y="6854825"/>
                </a:lnTo>
                <a:lnTo>
                  <a:pt x="1427327" y="6858316"/>
                </a:lnTo>
                <a:cubicBezTo>
                  <a:pt x="1427345" y="6858211"/>
                  <a:pt x="1427364" y="6858105"/>
                  <a:pt x="1427382" y="6858000"/>
                </a:cubicBezTo>
                <a:lnTo>
                  <a:pt x="0" y="6858000"/>
                </a:lnTo>
                <a:lnTo>
                  <a:pt x="1341581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de-DE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1272188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03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BFAFFB7B-FCC7-7C5D-15D8-0F5E5D62B2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03"/>
          <a:stretch/>
        </p:blipFill>
        <p:spPr>
          <a:xfrm>
            <a:off x="0" y="0"/>
            <a:ext cx="5474861" cy="6858000"/>
          </a:xfrm>
          <a:custGeom>
            <a:avLst/>
            <a:gdLst>
              <a:gd name="connsiteX0" fmla="*/ 0 w 5474861"/>
              <a:gd name="connsiteY0" fmla="*/ 0 h 6858000"/>
              <a:gd name="connsiteX1" fmla="*/ 15240 w 5474861"/>
              <a:gd name="connsiteY1" fmla="*/ 0 h 6858000"/>
              <a:gd name="connsiteX2" fmla="*/ 1302940 w 5474861"/>
              <a:gd name="connsiteY2" fmla="*/ 0 h 6858000"/>
              <a:gd name="connsiteX3" fmla="*/ 2049780 w 5474861"/>
              <a:gd name="connsiteY3" fmla="*/ 0 h 6858000"/>
              <a:gd name="connsiteX4" fmla="*/ 2887315 w 5474861"/>
              <a:gd name="connsiteY4" fmla="*/ 0 h 6858000"/>
              <a:gd name="connsiteX5" fmla="*/ 5474861 w 5474861"/>
              <a:gd name="connsiteY5" fmla="*/ 0 h 6858000"/>
              <a:gd name="connsiteX6" fmla="*/ 5474861 w 5474861"/>
              <a:gd name="connsiteY6" fmla="*/ 6858000 h 6858000"/>
              <a:gd name="connsiteX7" fmla="*/ 2049780 w 5474861"/>
              <a:gd name="connsiteY7" fmla="*/ 6858000 h 6858000"/>
              <a:gd name="connsiteX8" fmla="*/ 1302940 w 5474861"/>
              <a:gd name="connsiteY8" fmla="*/ 6858000 h 6858000"/>
              <a:gd name="connsiteX9" fmla="*/ 0 w 5474861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474861" h="6858000">
                <a:moveTo>
                  <a:pt x="0" y="0"/>
                </a:moveTo>
                <a:lnTo>
                  <a:pt x="15240" y="0"/>
                </a:lnTo>
                <a:lnTo>
                  <a:pt x="1302940" y="0"/>
                </a:lnTo>
                <a:lnTo>
                  <a:pt x="2049780" y="0"/>
                </a:lnTo>
                <a:lnTo>
                  <a:pt x="2887315" y="0"/>
                </a:lnTo>
                <a:lnTo>
                  <a:pt x="5474861" y="0"/>
                </a:lnTo>
                <a:lnTo>
                  <a:pt x="5474861" y="6858000"/>
                </a:lnTo>
                <a:lnTo>
                  <a:pt x="2049780" y="6858000"/>
                </a:lnTo>
                <a:lnTo>
                  <a:pt x="130294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Bildplatzhalter 6">
            <a:extLst>
              <a:ext uri="{FF2B5EF4-FFF2-40B4-BE49-F238E27FC236}">
                <a16:creationId xmlns:a16="http://schemas.microsoft.com/office/drawing/2014/main" id="{D542982A-E7AC-48BD-8779-0C449F235D7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072762" y="-2203"/>
            <a:ext cx="8117651" cy="6867487"/>
          </a:xfrm>
          <a:custGeom>
            <a:avLst/>
            <a:gdLst>
              <a:gd name="connsiteX0" fmla="*/ 1341581 w 8115807"/>
              <a:gd name="connsiteY0" fmla="*/ 0 h 6860204"/>
              <a:gd name="connsiteX1" fmla="*/ 2616862 w 8115807"/>
              <a:gd name="connsiteY1" fmla="*/ 0 h 6860204"/>
              <a:gd name="connsiteX2" fmla="*/ 8112573 w 8115807"/>
              <a:gd name="connsiteY2" fmla="*/ 0 h 6860204"/>
              <a:gd name="connsiteX3" fmla="*/ 8115807 w 8115807"/>
              <a:gd name="connsiteY3" fmla="*/ 0 h 6860204"/>
              <a:gd name="connsiteX4" fmla="*/ 8115769 w 8115807"/>
              <a:gd name="connsiteY4" fmla="*/ 371296 h 6860204"/>
              <a:gd name="connsiteX5" fmla="*/ 8114555 w 8115807"/>
              <a:gd name="connsiteY5" fmla="*/ 2793814 h 6860204"/>
              <a:gd name="connsiteX6" fmla="*/ 8114061 w 8115807"/>
              <a:gd name="connsiteY6" fmla="*/ 3524729 h 6860204"/>
              <a:gd name="connsiteX7" fmla="*/ 8114200 w 8115807"/>
              <a:gd name="connsiteY7" fmla="*/ 3767783 h 6860204"/>
              <a:gd name="connsiteX8" fmla="*/ 8114953 w 8115807"/>
              <a:gd name="connsiteY8" fmla="*/ 6003673 h 6860204"/>
              <a:gd name="connsiteX9" fmla="*/ 8112627 w 8115807"/>
              <a:gd name="connsiteY9" fmla="*/ 6004084 h 6860204"/>
              <a:gd name="connsiteX10" fmla="*/ 8112573 w 8115807"/>
              <a:gd name="connsiteY10" fmla="*/ 6145054 h 6860204"/>
              <a:gd name="connsiteX11" fmla="*/ 8112445 w 8115807"/>
              <a:gd name="connsiteY11" fmla="*/ 6860204 h 6860204"/>
              <a:gd name="connsiteX12" fmla="*/ 4690933 w 8115807"/>
              <a:gd name="connsiteY12" fmla="*/ 6857999 h 6860204"/>
              <a:gd name="connsiteX13" fmla="*/ 1427327 w 8115807"/>
              <a:gd name="connsiteY13" fmla="*/ 6858316 h 6860204"/>
              <a:gd name="connsiteX14" fmla="*/ 1427382 w 8115807"/>
              <a:gd name="connsiteY14" fmla="*/ 6858000 h 6860204"/>
              <a:gd name="connsiteX15" fmla="*/ 0 w 8115807"/>
              <a:gd name="connsiteY15" fmla="*/ 6858000 h 6860204"/>
              <a:gd name="connsiteX0" fmla="*/ 1361897 w 8115807"/>
              <a:gd name="connsiteY0" fmla="*/ 0 h 6860204"/>
              <a:gd name="connsiteX1" fmla="*/ 2616862 w 8115807"/>
              <a:gd name="connsiteY1" fmla="*/ 0 h 6860204"/>
              <a:gd name="connsiteX2" fmla="*/ 8112573 w 8115807"/>
              <a:gd name="connsiteY2" fmla="*/ 0 h 6860204"/>
              <a:gd name="connsiteX3" fmla="*/ 8115807 w 8115807"/>
              <a:gd name="connsiteY3" fmla="*/ 0 h 6860204"/>
              <a:gd name="connsiteX4" fmla="*/ 8115769 w 8115807"/>
              <a:gd name="connsiteY4" fmla="*/ 371296 h 6860204"/>
              <a:gd name="connsiteX5" fmla="*/ 8114555 w 8115807"/>
              <a:gd name="connsiteY5" fmla="*/ 2793814 h 6860204"/>
              <a:gd name="connsiteX6" fmla="*/ 8114061 w 8115807"/>
              <a:gd name="connsiteY6" fmla="*/ 3524729 h 6860204"/>
              <a:gd name="connsiteX7" fmla="*/ 8114200 w 8115807"/>
              <a:gd name="connsiteY7" fmla="*/ 3767783 h 6860204"/>
              <a:gd name="connsiteX8" fmla="*/ 8114953 w 8115807"/>
              <a:gd name="connsiteY8" fmla="*/ 6003673 h 6860204"/>
              <a:gd name="connsiteX9" fmla="*/ 8112627 w 8115807"/>
              <a:gd name="connsiteY9" fmla="*/ 6004084 h 6860204"/>
              <a:gd name="connsiteX10" fmla="*/ 8112573 w 8115807"/>
              <a:gd name="connsiteY10" fmla="*/ 6145054 h 6860204"/>
              <a:gd name="connsiteX11" fmla="*/ 8112445 w 8115807"/>
              <a:gd name="connsiteY11" fmla="*/ 6860204 h 6860204"/>
              <a:gd name="connsiteX12" fmla="*/ 4690933 w 8115807"/>
              <a:gd name="connsiteY12" fmla="*/ 6857999 h 6860204"/>
              <a:gd name="connsiteX13" fmla="*/ 1427327 w 8115807"/>
              <a:gd name="connsiteY13" fmla="*/ 6858316 h 6860204"/>
              <a:gd name="connsiteX14" fmla="*/ 1427382 w 8115807"/>
              <a:gd name="connsiteY14" fmla="*/ 6858000 h 6860204"/>
              <a:gd name="connsiteX15" fmla="*/ 0 w 8115807"/>
              <a:gd name="connsiteY15" fmla="*/ 6858000 h 6860204"/>
              <a:gd name="connsiteX16" fmla="*/ 1361897 w 8115807"/>
              <a:gd name="connsiteY16" fmla="*/ 0 h 6860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115807" h="6860204">
                <a:moveTo>
                  <a:pt x="1361897" y="0"/>
                </a:moveTo>
                <a:lnTo>
                  <a:pt x="2616862" y="0"/>
                </a:lnTo>
                <a:lnTo>
                  <a:pt x="8112573" y="0"/>
                </a:lnTo>
                <a:lnTo>
                  <a:pt x="8115807" y="0"/>
                </a:lnTo>
                <a:cubicBezTo>
                  <a:pt x="8115794" y="123765"/>
                  <a:pt x="8115782" y="247531"/>
                  <a:pt x="8115769" y="371296"/>
                </a:cubicBezTo>
                <a:cubicBezTo>
                  <a:pt x="8115631" y="1090055"/>
                  <a:pt x="8115129" y="1930029"/>
                  <a:pt x="8114555" y="2793814"/>
                </a:cubicBezTo>
                <a:cubicBezTo>
                  <a:pt x="8114390" y="3037452"/>
                  <a:pt x="8114226" y="3281091"/>
                  <a:pt x="8114061" y="3524729"/>
                </a:cubicBezTo>
                <a:cubicBezTo>
                  <a:pt x="8114107" y="3605747"/>
                  <a:pt x="8114154" y="3686765"/>
                  <a:pt x="8114200" y="3767783"/>
                </a:cubicBezTo>
                <a:cubicBezTo>
                  <a:pt x="8114618" y="4531665"/>
                  <a:pt x="8114953" y="5286254"/>
                  <a:pt x="8114953" y="6003673"/>
                </a:cubicBezTo>
                <a:lnTo>
                  <a:pt x="8112627" y="6004084"/>
                </a:lnTo>
                <a:lnTo>
                  <a:pt x="8112573" y="6145054"/>
                </a:lnTo>
                <a:cubicBezTo>
                  <a:pt x="8112491" y="6396425"/>
                  <a:pt x="8112445" y="6636011"/>
                  <a:pt x="8112445" y="6860204"/>
                </a:cubicBezTo>
                <a:lnTo>
                  <a:pt x="4690933" y="6857999"/>
                </a:lnTo>
                <a:lnTo>
                  <a:pt x="1427327" y="6858316"/>
                </a:lnTo>
                <a:cubicBezTo>
                  <a:pt x="1427345" y="6858211"/>
                  <a:pt x="1427364" y="6858105"/>
                  <a:pt x="1427382" y="6858000"/>
                </a:cubicBezTo>
                <a:lnTo>
                  <a:pt x="0" y="6858000"/>
                </a:lnTo>
                <a:cubicBezTo>
                  <a:pt x="447194" y="4572000"/>
                  <a:pt x="914703" y="2286000"/>
                  <a:pt x="136189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de-DE" dirty="0"/>
              <a:t>Click icon to add image</a:t>
            </a:r>
          </a:p>
        </p:txBody>
      </p:sp>
      <p:sp>
        <p:nvSpPr>
          <p:cNvPr id="13" name="Logoschutz" hidden="1"/>
          <p:cNvSpPr/>
          <p:nvPr userDrawn="1">
            <p:custDataLst>
              <p:tags r:id="rId2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26828F3-46E8-434C-91EB-93EE63658B9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706384" y="2424948"/>
            <a:ext cx="3751316" cy="1440000"/>
          </a:xfrm>
        </p:spPr>
        <p:txBody>
          <a:bodyPr anchor="b"/>
          <a:lstStyle>
            <a:lvl1pPr>
              <a:lnSpc>
                <a:spcPct val="90000"/>
              </a:lnSpc>
              <a:defRPr sz="4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Name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A65265F4-56EA-47B9-BCB3-0F02829E69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706189" y="4175180"/>
            <a:ext cx="3751316" cy="592952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 dirty="0"/>
              <a:t>Subline / Presenter / Date</a:t>
            </a:r>
          </a:p>
        </p:txBody>
      </p:sp>
      <p:grpSp>
        <p:nvGrpSpPr>
          <p:cNvPr id="27" name="Graphic 5">
            <a:extLst>
              <a:ext uri="{FF2B5EF4-FFF2-40B4-BE49-F238E27FC236}">
                <a16:creationId xmlns:a16="http://schemas.microsoft.com/office/drawing/2014/main" id="{83ECE3F2-01D0-2CB0-8481-9B0C34C4F3E2}"/>
              </a:ext>
            </a:extLst>
          </p:cNvPr>
          <p:cNvGrpSpPr/>
          <p:nvPr userDrawn="1"/>
        </p:nvGrpSpPr>
        <p:grpSpPr>
          <a:xfrm>
            <a:off x="701676" y="704850"/>
            <a:ext cx="720000" cy="720000"/>
            <a:chOff x="4834985" y="2481643"/>
            <a:chExt cx="1711578" cy="1711578"/>
          </a:xfrm>
        </p:grpSpPr>
        <p:grpSp>
          <p:nvGrpSpPr>
            <p:cNvPr id="28" name="Graphic 5">
              <a:extLst>
                <a:ext uri="{FF2B5EF4-FFF2-40B4-BE49-F238E27FC236}">
                  <a16:creationId xmlns:a16="http://schemas.microsoft.com/office/drawing/2014/main" id="{3F98D66F-EF1E-B622-A822-5B3D23F87102}"/>
                </a:ext>
              </a:extLst>
            </p:cNvPr>
            <p:cNvGrpSpPr/>
            <p:nvPr/>
          </p:nvGrpSpPr>
          <p:grpSpPr>
            <a:xfrm>
              <a:off x="5009102" y="2645727"/>
              <a:ext cx="1385188" cy="1386649"/>
              <a:chOff x="5009102" y="2645727"/>
              <a:chExt cx="1385188" cy="1386649"/>
            </a:xfrm>
            <a:solidFill>
              <a:srgbClr val="FFFFFF"/>
            </a:solidFill>
          </p:grpSpPr>
          <p:sp>
            <p:nvSpPr>
              <p:cNvPr id="31" name="Freeform: Shape 78">
                <a:extLst>
                  <a:ext uri="{FF2B5EF4-FFF2-40B4-BE49-F238E27FC236}">
                    <a16:creationId xmlns:a16="http://schemas.microsoft.com/office/drawing/2014/main" id="{1E87E42E-1C92-E765-E906-1D5067D92FDC}"/>
                  </a:ext>
                </a:extLst>
              </p:cNvPr>
              <p:cNvSpPr/>
              <p:nvPr/>
            </p:nvSpPr>
            <p:spPr>
              <a:xfrm>
                <a:off x="5583586" y="2645727"/>
                <a:ext cx="236664" cy="236791"/>
              </a:xfrm>
              <a:custGeom>
                <a:avLst/>
                <a:gdLst>
                  <a:gd name="connsiteX0" fmla="*/ 56388 w 236664"/>
                  <a:gd name="connsiteY0" fmla="*/ 90170 h 236791"/>
                  <a:gd name="connsiteX1" fmla="*/ 155004 w 236664"/>
                  <a:gd name="connsiteY1" fmla="*/ 90170 h 236791"/>
                  <a:gd name="connsiteX2" fmla="*/ 174752 w 236664"/>
                  <a:gd name="connsiteY2" fmla="*/ 70421 h 236791"/>
                  <a:gd name="connsiteX3" fmla="*/ 155004 w 236664"/>
                  <a:gd name="connsiteY3" fmla="*/ 50673 h 236791"/>
                  <a:gd name="connsiteX4" fmla="*/ 56388 w 236664"/>
                  <a:gd name="connsiteY4" fmla="*/ 50673 h 236791"/>
                  <a:gd name="connsiteX5" fmla="*/ 56388 w 236664"/>
                  <a:gd name="connsiteY5" fmla="*/ 90170 h 236791"/>
                  <a:gd name="connsiteX6" fmla="*/ 56388 w 236664"/>
                  <a:gd name="connsiteY6" fmla="*/ 185992 h 236791"/>
                  <a:gd name="connsiteX7" fmla="*/ 157924 w 236664"/>
                  <a:gd name="connsiteY7" fmla="*/ 185992 h 236791"/>
                  <a:gd name="connsiteX8" fmla="*/ 180404 w 236664"/>
                  <a:gd name="connsiteY8" fmla="*/ 163386 h 236791"/>
                  <a:gd name="connsiteX9" fmla="*/ 157924 w 236664"/>
                  <a:gd name="connsiteY9" fmla="*/ 140843 h 236791"/>
                  <a:gd name="connsiteX10" fmla="*/ 56388 w 236664"/>
                  <a:gd name="connsiteY10" fmla="*/ 140843 h 236791"/>
                  <a:gd name="connsiteX11" fmla="*/ 56388 w 236664"/>
                  <a:gd name="connsiteY11" fmla="*/ 185928 h 236791"/>
                  <a:gd name="connsiteX12" fmla="*/ 214948 w 236664"/>
                  <a:gd name="connsiteY12" fmla="*/ 113411 h 236791"/>
                  <a:gd name="connsiteX13" fmla="*/ 236665 w 236664"/>
                  <a:gd name="connsiteY13" fmla="*/ 164910 h 236791"/>
                  <a:gd name="connsiteX14" fmla="*/ 164910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88 h 236791"/>
                  <a:gd name="connsiteX19" fmla="*/ 214948 w 236664"/>
                  <a:gd name="connsiteY19" fmla="*/ 113474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170"/>
                    </a:moveTo>
                    <a:lnTo>
                      <a:pt x="155004" y="90170"/>
                    </a:lnTo>
                    <a:cubicBezTo>
                      <a:pt x="165862" y="90170"/>
                      <a:pt x="174752" y="81343"/>
                      <a:pt x="174752" y="70421"/>
                    </a:cubicBezTo>
                    <a:cubicBezTo>
                      <a:pt x="174752" y="59499"/>
                      <a:pt x="165862" y="50673"/>
                      <a:pt x="155004" y="50673"/>
                    </a:cubicBezTo>
                    <a:lnTo>
                      <a:pt x="56388" y="50673"/>
                    </a:lnTo>
                    <a:lnTo>
                      <a:pt x="56388" y="90170"/>
                    </a:lnTo>
                    <a:close/>
                    <a:moveTo>
                      <a:pt x="56388" y="185992"/>
                    </a:moveTo>
                    <a:lnTo>
                      <a:pt x="157924" y="185992"/>
                    </a:lnTo>
                    <a:cubicBezTo>
                      <a:pt x="170371" y="185992"/>
                      <a:pt x="180404" y="175895"/>
                      <a:pt x="180404" y="163386"/>
                    </a:cubicBezTo>
                    <a:cubicBezTo>
                      <a:pt x="180404" y="150876"/>
                      <a:pt x="170371" y="140843"/>
                      <a:pt x="157924" y="140843"/>
                    </a:cubicBezTo>
                    <a:lnTo>
                      <a:pt x="56388" y="140843"/>
                    </a:lnTo>
                    <a:lnTo>
                      <a:pt x="56388" y="185928"/>
                    </a:lnTo>
                    <a:close/>
                    <a:moveTo>
                      <a:pt x="214948" y="113411"/>
                    </a:moveTo>
                    <a:cubicBezTo>
                      <a:pt x="228346" y="126492"/>
                      <a:pt x="236665" y="144717"/>
                      <a:pt x="236665" y="164910"/>
                    </a:cubicBezTo>
                    <a:cubicBezTo>
                      <a:pt x="236665" y="204533"/>
                      <a:pt x="204534" y="236728"/>
                      <a:pt x="164910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16" y="64"/>
                      <a:pt x="231077" y="30988"/>
                      <a:pt x="231077" y="69088"/>
                    </a:cubicBezTo>
                    <a:cubicBezTo>
                      <a:pt x="231077" y="85979"/>
                      <a:pt x="224980" y="101473"/>
                      <a:pt x="214948" y="1134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79">
                <a:extLst>
                  <a:ext uri="{FF2B5EF4-FFF2-40B4-BE49-F238E27FC236}">
                    <a16:creationId xmlns:a16="http://schemas.microsoft.com/office/drawing/2014/main" id="{3888FB8D-CA5B-7F05-367B-41FA7B7AE296}"/>
                  </a:ext>
                </a:extLst>
              </p:cNvPr>
              <p:cNvSpPr/>
              <p:nvPr/>
            </p:nvSpPr>
            <p:spPr>
              <a:xfrm>
                <a:off x="5544914" y="2927667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5 w 291592"/>
                  <a:gd name="connsiteY3" fmla="*/ 197295 h 236727"/>
                  <a:gd name="connsiteX4" fmla="*/ 60515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33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5" y="197295"/>
                    </a:lnTo>
                    <a:lnTo>
                      <a:pt x="60515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33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80">
                <a:extLst>
                  <a:ext uri="{FF2B5EF4-FFF2-40B4-BE49-F238E27FC236}">
                    <a16:creationId xmlns:a16="http://schemas.microsoft.com/office/drawing/2014/main" id="{C88E6B1A-E0F4-14DB-3561-6DDF0153B13F}"/>
                  </a:ext>
                </a:extLst>
              </p:cNvPr>
              <p:cNvSpPr/>
              <p:nvPr/>
            </p:nvSpPr>
            <p:spPr>
              <a:xfrm>
                <a:off x="5542438" y="3215195"/>
                <a:ext cx="296481" cy="236664"/>
              </a:xfrm>
              <a:custGeom>
                <a:avLst/>
                <a:gdLst>
                  <a:gd name="connsiteX0" fmla="*/ 228663 w 296481"/>
                  <a:gd name="connsiteY0" fmla="*/ 0 h 236664"/>
                  <a:gd name="connsiteX1" fmla="*/ 296482 w 296481"/>
                  <a:gd name="connsiteY1" fmla="*/ 0 h 236664"/>
                  <a:gd name="connsiteX2" fmla="*/ 176466 w 296481"/>
                  <a:gd name="connsiteY2" fmla="*/ 154114 h 236664"/>
                  <a:gd name="connsiteX3" fmla="*/ 176466 w 296481"/>
                  <a:gd name="connsiteY3" fmla="*/ 236664 h 236664"/>
                  <a:gd name="connsiteX4" fmla="*/ 120079 w 296481"/>
                  <a:gd name="connsiteY4" fmla="*/ 236664 h 236664"/>
                  <a:gd name="connsiteX5" fmla="*/ 120079 w 296481"/>
                  <a:gd name="connsiteY5" fmla="*/ 154114 h 236664"/>
                  <a:gd name="connsiteX6" fmla="*/ 0 w 296481"/>
                  <a:gd name="connsiteY6" fmla="*/ 0 h 236664"/>
                  <a:gd name="connsiteX7" fmla="*/ 67818 w 296481"/>
                  <a:gd name="connsiteY7" fmla="*/ 0 h 236664"/>
                  <a:gd name="connsiteX8" fmla="*/ 148272 w 296481"/>
                  <a:gd name="connsiteY8" fmla="*/ 107760 h 236664"/>
                  <a:gd name="connsiteX9" fmla="*/ 228663 w 296481"/>
                  <a:gd name="connsiteY9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481" h="236664">
                    <a:moveTo>
                      <a:pt x="228663" y="0"/>
                    </a:moveTo>
                    <a:lnTo>
                      <a:pt x="296482" y="0"/>
                    </a:lnTo>
                    <a:lnTo>
                      <a:pt x="176466" y="154114"/>
                    </a:lnTo>
                    <a:lnTo>
                      <a:pt x="176466" y="236664"/>
                    </a:lnTo>
                    <a:lnTo>
                      <a:pt x="120079" y="236664"/>
                    </a:lnTo>
                    <a:lnTo>
                      <a:pt x="120079" y="154114"/>
                    </a:lnTo>
                    <a:lnTo>
                      <a:pt x="0" y="0"/>
                    </a:lnTo>
                    <a:lnTo>
                      <a:pt x="67818" y="0"/>
                    </a:lnTo>
                    <a:lnTo>
                      <a:pt x="148272" y="107760"/>
                    </a:lnTo>
                    <a:lnTo>
                      <a:pt x="228663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81">
                <a:extLst>
                  <a:ext uri="{FF2B5EF4-FFF2-40B4-BE49-F238E27FC236}">
                    <a16:creationId xmlns:a16="http://schemas.microsoft.com/office/drawing/2014/main" id="{F49FED38-8D45-FD40-AE40-52D07B919462}"/>
                  </a:ext>
                </a:extLst>
              </p:cNvPr>
              <p:cNvSpPr/>
              <p:nvPr/>
            </p:nvSpPr>
            <p:spPr>
              <a:xfrm>
                <a:off x="5870733" y="3215195"/>
                <a:ext cx="214185" cy="236664"/>
              </a:xfrm>
              <a:custGeom>
                <a:avLst/>
                <a:gdLst>
                  <a:gd name="connsiteX0" fmla="*/ 214186 w 214185"/>
                  <a:gd name="connsiteY0" fmla="*/ 0 h 236664"/>
                  <a:gd name="connsiteX1" fmla="*/ 214186 w 214185"/>
                  <a:gd name="connsiteY1" fmla="*/ 50737 h 236664"/>
                  <a:gd name="connsiteX2" fmla="*/ 56388 w 214185"/>
                  <a:gd name="connsiteY2" fmla="*/ 50737 h 236664"/>
                  <a:gd name="connsiteX3" fmla="*/ 56388 w 214185"/>
                  <a:gd name="connsiteY3" fmla="*/ 90170 h 236664"/>
                  <a:gd name="connsiteX4" fmla="*/ 208534 w 214185"/>
                  <a:gd name="connsiteY4" fmla="*/ 90170 h 236664"/>
                  <a:gd name="connsiteX5" fmla="*/ 208534 w 214185"/>
                  <a:gd name="connsiteY5" fmla="*/ 140843 h 236664"/>
                  <a:gd name="connsiteX6" fmla="*/ 56388 w 214185"/>
                  <a:gd name="connsiteY6" fmla="*/ 140843 h 236664"/>
                  <a:gd name="connsiteX7" fmla="*/ 56388 w 214185"/>
                  <a:gd name="connsiteY7" fmla="*/ 185992 h 236664"/>
                  <a:gd name="connsiteX8" fmla="*/ 214186 w 214185"/>
                  <a:gd name="connsiteY8" fmla="*/ 185992 h 236664"/>
                  <a:gd name="connsiteX9" fmla="*/ 214186 w 214185"/>
                  <a:gd name="connsiteY9" fmla="*/ 236664 h 236664"/>
                  <a:gd name="connsiteX10" fmla="*/ 0 w 214185"/>
                  <a:gd name="connsiteY10" fmla="*/ 236664 h 236664"/>
                  <a:gd name="connsiteX11" fmla="*/ 0 w 214185"/>
                  <a:gd name="connsiteY11" fmla="*/ 0 h 236664"/>
                  <a:gd name="connsiteX12" fmla="*/ 214186 w 214185"/>
                  <a:gd name="connsiteY12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664">
                    <a:moveTo>
                      <a:pt x="214186" y="0"/>
                    </a:moveTo>
                    <a:lnTo>
                      <a:pt x="214186" y="50737"/>
                    </a:lnTo>
                    <a:lnTo>
                      <a:pt x="56388" y="50737"/>
                    </a:lnTo>
                    <a:lnTo>
                      <a:pt x="56388" y="90170"/>
                    </a:lnTo>
                    <a:lnTo>
                      <a:pt x="208534" y="90170"/>
                    </a:lnTo>
                    <a:lnTo>
                      <a:pt x="208534" y="140843"/>
                    </a:lnTo>
                    <a:lnTo>
                      <a:pt x="56388" y="140843"/>
                    </a:lnTo>
                    <a:lnTo>
                      <a:pt x="56388" y="185992"/>
                    </a:lnTo>
                    <a:lnTo>
                      <a:pt x="214186" y="185992"/>
                    </a:lnTo>
                    <a:lnTo>
                      <a:pt x="214186" y="236664"/>
                    </a:lnTo>
                    <a:lnTo>
                      <a:pt x="0" y="236664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82">
                <a:extLst>
                  <a:ext uri="{FF2B5EF4-FFF2-40B4-BE49-F238E27FC236}">
                    <a16:creationId xmlns:a16="http://schemas.microsoft.com/office/drawing/2014/main" id="{655BC12B-74AB-088E-9A7D-84C0ADA43463}"/>
                  </a:ext>
                </a:extLst>
              </p:cNvPr>
              <p:cNvSpPr/>
              <p:nvPr/>
            </p:nvSpPr>
            <p:spPr>
              <a:xfrm>
                <a:off x="6160357" y="3215132"/>
                <a:ext cx="233933" cy="236727"/>
              </a:xfrm>
              <a:custGeom>
                <a:avLst/>
                <a:gdLst>
                  <a:gd name="connsiteX0" fmla="*/ 98679 w 233933"/>
                  <a:gd name="connsiteY0" fmla="*/ 146558 h 236727"/>
                  <a:gd name="connsiteX1" fmla="*/ 56388 w 233933"/>
                  <a:gd name="connsiteY1" fmla="*/ 146558 h 236727"/>
                  <a:gd name="connsiteX2" fmla="*/ 56388 w 233933"/>
                  <a:gd name="connsiteY2" fmla="*/ 236728 h 236727"/>
                  <a:gd name="connsiteX3" fmla="*/ 0 w 233933"/>
                  <a:gd name="connsiteY3" fmla="*/ 236728 h 236727"/>
                  <a:gd name="connsiteX4" fmla="*/ 0 w 233933"/>
                  <a:gd name="connsiteY4" fmla="*/ 0 h 236727"/>
                  <a:gd name="connsiteX5" fmla="*/ 143954 w 233933"/>
                  <a:gd name="connsiteY5" fmla="*/ 0 h 236727"/>
                  <a:gd name="connsiteX6" fmla="*/ 217043 w 233933"/>
                  <a:gd name="connsiteY6" fmla="*/ 73342 h 236727"/>
                  <a:gd name="connsiteX7" fmla="*/ 164465 w 233933"/>
                  <a:gd name="connsiteY7" fmla="*/ 143701 h 236727"/>
                  <a:gd name="connsiteX8" fmla="*/ 233934 w 233933"/>
                  <a:gd name="connsiteY8" fmla="*/ 236728 h 236727"/>
                  <a:gd name="connsiteX9" fmla="*/ 166307 w 233933"/>
                  <a:gd name="connsiteY9" fmla="*/ 236728 h 236727"/>
                  <a:gd name="connsiteX10" fmla="*/ 98679 w 233933"/>
                  <a:gd name="connsiteY10" fmla="*/ 146558 h 236727"/>
                  <a:gd name="connsiteX11" fmla="*/ 138239 w 233933"/>
                  <a:gd name="connsiteY11" fmla="*/ 50736 h 236727"/>
                  <a:gd name="connsiteX12" fmla="*/ 56388 w 233933"/>
                  <a:gd name="connsiteY12" fmla="*/ 50736 h 236727"/>
                  <a:gd name="connsiteX13" fmla="*/ 56388 w 233933"/>
                  <a:gd name="connsiteY13" fmla="*/ 95821 h 236727"/>
                  <a:gd name="connsiteX14" fmla="*/ 138239 w 233933"/>
                  <a:gd name="connsiteY14" fmla="*/ 95821 h 236727"/>
                  <a:gd name="connsiteX15" fmla="*/ 160655 w 233933"/>
                  <a:gd name="connsiteY15" fmla="*/ 73279 h 236727"/>
                  <a:gd name="connsiteX16" fmla="*/ 138239 w 233933"/>
                  <a:gd name="connsiteY16" fmla="*/ 50736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3933" h="236727">
                    <a:moveTo>
                      <a:pt x="98679" y="146558"/>
                    </a:moveTo>
                    <a:lnTo>
                      <a:pt x="56388" y="146558"/>
                    </a:lnTo>
                    <a:lnTo>
                      <a:pt x="56388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143954" y="0"/>
                    </a:lnTo>
                    <a:cubicBezTo>
                      <a:pt x="184341" y="127"/>
                      <a:pt x="217043" y="32893"/>
                      <a:pt x="217043" y="73342"/>
                    </a:cubicBezTo>
                    <a:cubicBezTo>
                      <a:pt x="217043" y="106680"/>
                      <a:pt x="194945" y="134810"/>
                      <a:pt x="164465" y="143701"/>
                    </a:cubicBezTo>
                    <a:lnTo>
                      <a:pt x="233934" y="236728"/>
                    </a:lnTo>
                    <a:lnTo>
                      <a:pt x="166307" y="236728"/>
                    </a:lnTo>
                    <a:lnTo>
                      <a:pt x="98679" y="146558"/>
                    </a:lnTo>
                    <a:close/>
                    <a:moveTo>
                      <a:pt x="138239" y="50736"/>
                    </a:moveTo>
                    <a:lnTo>
                      <a:pt x="56388" y="50736"/>
                    </a:lnTo>
                    <a:lnTo>
                      <a:pt x="56388" y="95821"/>
                    </a:lnTo>
                    <a:lnTo>
                      <a:pt x="138239" y="95821"/>
                    </a:lnTo>
                    <a:cubicBezTo>
                      <a:pt x="150622" y="95758"/>
                      <a:pt x="160655" y="85661"/>
                      <a:pt x="160655" y="73279"/>
                    </a:cubicBezTo>
                    <a:cubicBezTo>
                      <a:pt x="160655" y="60896"/>
                      <a:pt x="150622" y="50800"/>
                      <a:pt x="138239" y="507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83">
                <a:extLst>
                  <a:ext uri="{FF2B5EF4-FFF2-40B4-BE49-F238E27FC236}">
                    <a16:creationId xmlns:a16="http://schemas.microsoft.com/office/drawing/2014/main" id="{D86B8D97-B591-EAD9-9BDB-C72E424D6752}"/>
                  </a:ext>
                </a:extLst>
              </p:cNvPr>
              <p:cNvSpPr/>
              <p:nvPr/>
            </p:nvSpPr>
            <p:spPr>
              <a:xfrm>
                <a:off x="5277198" y="3215132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6 w 291592"/>
                  <a:gd name="connsiteY3" fmla="*/ 197295 h 236727"/>
                  <a:gd name="connsiteX4" fmla="*/ 60516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96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6" y="197295"/>
                    </a:lnTo>
                    <a:lnTo>
                      <a:pt x="60516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96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84">
                <a:extLst>
                  <a:ext uri="{FF2B5EF4-FFF2-40B4-BE49-F238E27FC236}">
                    <a16:creationId xmlns:a16="http://schemas.microsoft.com/office/drawing/2014/main" id="{B56ED548-2E4F-A437-2452-276AB0ECC29A}"/>
                  </a:ext>
                </a:extLst>
              </p:cNvPr>
              <p:cNvSpPr/>
              <p:nvPr/>
            </p:nvSpPr>
            <p:spPr>
              <a:xfrm>
                <a:off x="5009102" y="3215258"/>
                <a:ext cx="236664" cy="236791"/>
              </a:xfrm>
              <a:custGeom>
                <a:avLst/>
                <a:gdLst>
                  <a:gd name="connsiteX0" fmla="*/ 56388 w 236664"/>
                  <a:gd name="connsiteY0" fmla="*/ 90233 h 236791"/>
                  <a:gd name="connsiteX1" fmla="*/ 155003 w 236664"/>
                  <a:gd name="connsiteY1" fmla="*/ 90233 h 236791"/>
                  <a:gd name="connsiteX2" fmla="*/ 174752 w 236664"/>
                  <a:gd name="connsiteY2" fmla="*/ 70485 h 236791"/>
                  <a:gd name="connsiteX3" fmla="*/ 155003 w 236664"/>
                  <a:gd name="connsiteY3" fmla="*/ 50737 h 236791"/>
                  <a:gd name="connsiteX4" fmla="*/ 56388 w 236664"/>
                  <a:gd name="connsiteY4" fmla="*/ 50737 h 236791"/>
                  <a:gd name="connsiteX5" fmla="*/ 56388 w 236664"/>
                  <a:gd name="connsiteY5" fmla="*/ 90170 h 236791"/>
                  <a:gd name="connsiteX6" fmla="*/ 56388 w 236664"/>
                  <a:gd name="connsiteY6" fmla="*/ 186055 h 236791"/>
                  <a:gd name="connsiteX7" fmla="*/ 157861 w 236664"/>
                  <a:gd name="connsiteY7" fmla="*/ 186055 h 236791"/>
                  <a:gd name="connsiteX8" fmla="*/ 180340 w 236664"/>
                  <a:gd name="connsiteY8" fmla="*/ 163449 h 236791"/>
                  <a:gd name="connsiteX9" fmla="*/ 157861 w 236664"/>
                  <a:gd name="connsiteY9" fmla="*/ 140907 h 236791"/>
                  <a:gd name="connsiteX10" fmla="*/ 56324 w 236664"/>
                  <a:gd name="connsiteY10" fmla="*/ 140907 h 236791"/>
                  <a:gd name="connsiteX11" fmla="*/ 56324 w 236664"/>
                  <a:gd name="connsiteY11" fmla="*/ 186055 h 236791"/>
                  <a:gd name="connsiteX12" fmla="*/ 214947 w 236664"/>
                  <a:gd name="connsiteY12" fmla="*/ 113411 h 236791"/>
                  <a:gd name="connsiteX13" fmla="*/ 236664 w 236664"/>
                  <a:gd name="connsiteY13" fmla="*/ 164910 h 236791"/>
                  <a:gd name="connsiteX14" fmla="*/ 164909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25 h 236791"/>
                  <a:gd name="connsiteX19" fmla="*/ 214884 w 236664"/>
                  <a:gd name="connsiteY19" fmla="*/ 113411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233"/>
                    </a:moveTo>
                    <a:lnTo>
                      <a:pt x="155003" y="90233"/>
                    </a:lnTo>
                    <a:cubicBezTo>
                      <a:pt x="165925" y="90233"/>
                      <a:pt x="174752" y="81407"/>
                      <a:pt x="174752" y="70485"/>
                    </a:cubicBezTo>
                    <a:cubicBezTo>
                      <a:pt x="174752" y="59563"/>
                      <a:pt x="165862" y="50737"/>
                      <a:pt x="155003" y="50737"/>
                    </a:cubicBezTo>
                    <a:lnTo>
                      <a:pt x="56388" y="50737"/>
                    </a:lnTo>
                    <a:cubicBezTo>
                      <a:pt x="56388" y="50737"/>
                      <a:pt x="56388" y="90170"/>
                      <a:pt x="56388" y="90170"/>
                    </a:cubicBezTo>
                    <a:close/>
                    <a:moveTo>
                      <a:pt x="56388" y="186055"/>
                    </a:moveTo>
                    <a:lnTo>
                      <a:pt x="157861" y="186055"/>
                    </a:lnTo>
                    <a:cubicBezTo>
                      <a:pt x="170307" y="186055"/>
                      <a:pt x="180340" y="175958"/>
                      <a:pt x="180340" y="163449"/>
                    </a:cubicBezTo>
                    <a:cubicBezTo>
                      <a:pt x="180340" y="150939"/>
                      <a:pt x="170307" y="140907"/>
                      <a:pt x="157861" y="140907"/>
                    </a:cubicBezTo>
                    <a:lnTo>
                      <a:pt x="56324" y="140907"/>
                    </a:lnTo>
                    <a:lnTo>
                      <a:pt x="56324" y="186055"/>
                    </a:lnTo>
                    <a:close/>
                    <a:moveTo>
                      <a:pt x="214947" y="113411"/>
                    </a:moveTo>
                    <a:cubicBezTo>
                      <a:pt x="228346" y="126492"/>
                      <a:pt x="236664" y="144717"/>
                      <a:pt x="236664" y="164910"/>
                    </a:cubicBezTo>
                    <a:cubicBezTo>
                      <a:pt x="236664" y="204533"/>
                      <a:pt x="204533" y="236728"/>
                      <a:pt x="164909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79" y="64"/>
                      <a:pt x="231077" y="30988"/>
                      <a:pt x="231077" y="69025"/>
                    </a:cubicBezTo>
                    <a:cubicBezTo>
                      <a:pt x="231077" y="85915"/>
                      <a:pt x="224980" y="101410"/>
                      <a:pt x="214884" y="1134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: Shape 85">
                <a:extLst>
                  <a:ext uri="{FF2B5EF4-FFF2-40B4-BE49-F238E27FC236}">
                    <a16:creationId xmlns:a16="http://schemas.microsoft.com/office/drawing/2014/main" id="{CC617F17-68DC-C4A1-3A6C-11779418B316}"/>
                  </a:ext>
                </a:extLst>
              </p:cNvPr>
              <p:cNvSpPr/>
              <p:nvPr/>
            </p:nvSpPr>
            <p:spPr>
              <a:xfrm>
                <a:off x="5583586" y="3502596"/>
                <a:ext cx="214185" cy="236727"/>
              </a:xfrm>
              <a:custGeom>
                <a:avLst/>
                <a:gdLst>
                  <a:gd name="connsiteX0" fmla="*/ 214186 w 214185"/>
                  <a:gd name="connsiteY0" fmla="*/ 0 h 236727"/>
                  <a:gd name="connsiteX1" fmla="*/ 214186 w 214185"/>
                  <a:gd name="connsiteY1" fmla="*/ 50736 h 236727"/>
                  <a:gd name="connsiteX2" fmla="*/ 56388 w 214185"/>
                  <a:gd name="connsiteY2" fmla="*/ 50736 h 236727"/>
                  <a:gd name="connsiteX3" fmla="*/ 56388 w 214185"/>
                  <a:gd name="connsiteY3" fmla="*/ 90233 h 236727"/>
                  <a:gd name="connsiteX4" fmla="*/ 208534 w 214185"/>
                  <a:gd name="connsiteY4" fmla="*/ 90170 h 236727"/>
                  <a:gd name="connsiteX5" fmla="*/ 208534 w 214185"/>
                  <a:gd name="connsiteY5" fmla="*/ 140907 h 236727"/>
                  <a:gd name="connsiteX6" fmla="*/ 56388 w 214185"/>
                  <a:gd name="connsiteY6" fmla="*/ 140907 h 236727"/>
                  <a:gd name="connsiteX7" fmla="*/ 56388 w 214185"/>
                  <a:gd name="connsiteY7" fmla="*/ 185991 h 236727"/>
                  <a:gd name="connsiteX8" fmla="*/ 214186 w 214185"/>
                  <a:gd name="connsiteY8" fmla="*/ 185991 h 236727"/>
                  <a:gd name="connsiteX9" fmla="*/ 214186 w 214185"/>
                  <a:gd name="connsiteY9" fmla="*/ 236728 h 236727"/>
                  <a:gd name="connsiteX10" fmla="*/ 0 w 214185"/>
                  <a:gd name="connsiteY10" fmla="*/ 236728 h 236727"/>
                  <a:gd name="connsiteX11" fmla="*/ 0 w 214185"/>
                  <a:gd name="connsiteY11" fmla="*/ 0 h 236727"/>
                  <a:gd name="connsiteX12" fmla="*/ 214186 w 214185"/>
                  <a:gd name="connsiteY12" fmla="*/ 0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727">
                    <a:moveTo>
                      <a:pt x="214186" y="0"/>
                    </a:moveTo>
                    <a:lnTo>
                      <a:pt x="214186" y="50736"/>
                    </a:lnTo>
                    <a:lnTo>
                      <a:pt x="56388" y="50736"/>
                    </a:lnTo>
                    <a:lnTo>
                      <a:pt x="56388" y="90233"/>
                    </a:lnTo>
                    <a:lnTo>
                      <a:pt x="208534" y="90170"/>
                    </a:lnTo>
                    <a:lnTo>
                      <a:pt x="208534" y="140907"/>
                    </a:lnTo>
                    <a:lnTo>
                      <a:pt x="56388" y="140907"/>
                    </a:lnTo>
                    <a:lnTo>
                      <a:pt x="56388" y="185991"/>
                    </a:lnTo>
                    <a:lnTo>
                      <a:pt x="214186" y="185991"/>
                    </a:lnTo>
                    <a:lnTo>
                      <a:pt x="214186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86">
                <a:extLst>
                  <a:ext uri="{FF2B5EF4-FFF2-40B4-BE49-F238E27FC236}">
                    <a16:creationId xmlns:a16="http://schemas.microsoft.com/office/drawing/2014/main" id="{DA3BC0FE-3439-AEAB-FDD5-7C9161DEA48D}"/>
                  </a:ext>
                </a:extLst>
              </p:cNvPr>
              <p:cNvSpPr/>
              <p:nvPr/>
            </p:nvSpPr>
            <p:spPr>
              <a:xfrm>
                <a:off x="5583522" y="3795648"/>
                <a:ext cx="256540" cy="236728"/>
              </a:xfrm>
              <a:custGeom>
                <a:avLst/>
                <a:gdLst>
                  <a:gd name="connsiteX0" fmla="*/ 174688 w 256540"/>
                  <a:gd name="connsiteY0" fmla="*/ 73342 h 236728"/>
                  <a:gd name="connsiteX1" fmla="*/ 152337 w 256540"/>
                  <a:gd name="connsiteY1" fmla="*/ 50800 h 236728"/>
                  <a:gd name="connsiteX2" fmla="*/ 56388 w 256540"/>
                  <a:gd name="connsiteY2" fmla="*/ 50800 h 236728"/>
                  <a:gd name="connsiteX3" fmla="*/ 56388 w 256540"/>
                  <a:gd name="connsiteY3" fmla="*/ 95885 h 236728"/>
                  <a:gd name="connsiteX4" fmla="*/ 152337 w 256540"/>
                  <a:gd name="connsiteY4" fmla="*/ 95885 h 236728"/>
                  <a:gd name="connsiteX5" fmla="*/ 174688 w 256540"/>
                  <a:gd name="connsiteY5" fmla="*/ 73406 h 236728"/>
                  <a:gd name="connsiteX6" fmla="*/ 63 w 256540"/>
                  <a:gd name="connsiteY6" fmla="*/ 236728 h 236728"/>
                  <a:gd name="connsiteX7" fmla="*/ 63 w 256540"/>
                  <a:gd name="connsiteY7" fmla="*/ 0 h 236728"/>
                  <a:gd name="connsiteX8" fmla="*/ 158178 w 256540"/>
                  <a:gd name="connsiteY8" fmla="*/ 0 h 236728"/>
                  <a:gd name="connsiteX9" fmla="*/ 231013 w 256540"/>
                  <a:gd name="connsiteY9" fmla="*/ 73342 h 236728"/>
                  <a:gd name="connsiteX10" fmla="*/ 185420 w 256540"/>
                  <a:gd name="connsiteY10" fmla="*/ 141288 h 236728"/>
                  <a:gd name="connsiteX11" fmla="*/ 256540 w 256540"/>
                  <a:gd name="connsiteY11" fmla="*/ 236665 h 236728"/>
                  <a:gd name="connsiteX12" fmla="*/ 188849 w 256540"/>
                  <a:gd name="connsiteY12" fmla="*/ 236665 h 236728"/>
                  <a:gd name="connsiteX13" fmla="*/ 121222 w 256540"/>
                  <a:gd name="connsiteY13" fmla="*/ 146495 h 236728"/>
                  <a:gd name="connsiteX14" fmla="*/ 56388 w 256540"/>
                  <a:gd name="connsiteY14" fmla="*/ 146495 h 236728"/>
                  <a:gd name="connsiteX15" fmla="*/ 56388 w 256540"/>
                  <a:gd name="connsiteY15" fmla="*/ 236665 h 236728"/>
                  <a:gd name="connsiteX16" fmla="*/ 0 w 256540"/>
                  <a:gd name="connsiteY16" fmla="*/ 236665 h 236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6540" h="236728">
                    <a:moveTo>
                      <a:pt x="174688" y="73342"/>
                    </a:moveTo>
                    <a:cubicBezTo>
                      <a:pt x="174688" y="60897"/>
                      <a:pt x="164719" y="50864"/>
                      <a:pt x="152337" y="50800"/>
                    </a:cubicBezTo>
                    <a:lnTo>
                      <a:pt x="56388" y="50800"/>
                    </a:lnTo>
                    <a:lnTo>
                      <a:pt x="56388" y="95885"/>
                    </a:lnTo>
                    <a:lnTo>
                      <a:pt x="152337" y="95885"/>
                    </a:lnTo>
                    <a:cubicBezTo>
                      <a:pt x="164719" y="95758"/>
                      <a:pt x="174688" y="85725"/>
                      <a:pt x="174688" y="73406"/>
                    </a:cubicBezTo>
                    <a:close/>
                    <a:moveTo>
                      <a:pt x="63" y="236728"/>
                    </a:moveTo>
                    <a:lnTo>
                      <a:pt x="63" y="0"/>
                    </a:lnTo>
                    <a:lnTo>
                      <a:pt x="158178" y="0"/>
                    </a:lnTo>
                    <a:cubicBezTo>
                      <a:pt x="198438" y="254"/>
                      <a:pt x="231013" y="33020"/>
                      <a:pt x="231013" y="73342"/>
                    </a:cubicBezTo>
                    <a:cubicBezTo>
                      <a:pt x="231013" y="104013"/>
                      <a:pt x="212153" y="130366"/>
                      <a:pt x="185420" y="141288"/>
                    </a:cubicBezTo>
                    <a:lnTo>
                      <a:pt x="256540" y="236665"/>
                    </a:lnTo>
                    <a:lnTo>
                      <a:pt x="188849" y="236665"/>
                    </a:lnTo>
                    <a:lnTo>
                      <a:pt x="121222" y="146495"/>
                    </a:lnTo>
                    <a:lnTo>
                      <a:pt x="56388" y="146495"/>
                    </a:lnTo>
                    <a:lnTo>
                      <a:pt x="56388" y="236665"/>
                    </a:lnTo>
                    <a:lnTo>
                      <a:pt x="0" y="236665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9" name="Freeform: Shape 76">
              <a:extLst>
                <a:ext uri="{FF2B5EF4-FFF2-40B4-BE49-F238E27FC236}">
                  <a16:creationId xmlns:a16="http://schemas.microsoft.com/office/drawing/2014/main" id="{A0BB80B2-64D0-6E1E-A668-3A7A57C1E3EB}"/>
                </a:ext>
              </a:extLst>
            </p:cNvPr>
            <p:cNvSpPr/>
            <p:nvPr/>
          </p:nvSpPr>
          <p:spPr>
            <a:xfrm>
              <a:off x="4836699" y="2481643"/>
              <a:ext cx="1709864" cy="1605470"/>
            </a:xfrm>
            <a:custGeom>
              <a:avLst/>
              <a:gdLst>
                <a:gd name="connsiteX0" fmla="*/ 1708150 w 1709864"/>
                <a:gd name="connsiteY0" fmla="*/ 802767 h 1605470"/>
                <a:gd name="connsiteX1" fmla="*/ 854075 w 1709864"/>
                <a:gd name="connsiteY1" fmla="*/ 0 h 1605470"/>
                <a:gd name="connsiteX2" fmla="*/ 0 w 1709864"/>
                <a:gd name="connsiteY2" fmla="*/ 802767 h 1605470"/>
                <a:gd name="connsiteX3" fmla="*/ 4890 w 1709864"/>
                <a:gd name="connsiteY3" fmla="*/ 856171 h 1605470"/>
                <a:gd name="connsiteX4" fmla="*/ 165100 w 1709864"/>
                <a:gd name="connsiteY4" fmla="*/ 1257300 h 1605470"/>
                <a:gd name="connsiteX5" fmla="*/ 854075 w 1709864"/>
                <a:gd name="connsiteY5" fmla="*/ 1605471 h 1605470"/>
                <a:gd name="connsiteX6" fmla="*/ 106235 w 1709864"/>
                <a:gd name="connsiteY6" fmla="*/ 908748 h 1605470"/>
                <a:gd name="connsiteX7" fmla="*/ 104331 w 1709864"/>
                <a:gd name="connsiteY7" fmla="*/ 855726 h 1605470"/>
                <a:gd name="connsiteX8" fmla="*/ 106235 w 1709864"/>
                <a:gd name="connsiteY8" fmla="*/ 802703 h 1605470"/>
                <a:gd name="connsiteX9" fmla="*/ 854075 w 1709864"/>
                <a:gd name="connsiteY9" fmla="*/ 105982 h 1605470"/>
                <a:gd name="connsiteX10" fmla="*/ 1543114 w 1709864"/>
                <a:gd name="connsiteY10" fmla="*/ 454279 h 1605470"/>
                <a:gd name="connsiteX11" fmla="*/ 1703261 w 1709864"/>
                <a:gd name="connsiteY11" fmla="*/ 856107 h 1605470"/>
                <a:gd name="connsiteX12" fmla="*/ 1708150 w 1709864"/>
                <a:gd name="connsiteY12" fmla="*/ 908685 h 1605470"/>
                <a:gd name="connsiteX13" fmla="*/ 1709864 w 1709864"/>
                <a:gd name="connsiteY13" fmla="*/ 855663 h 1605470"/>
                <a:gd name="connsiteX14" fmla="*/ 1708150 w 1709864"/>
                <a:gd name="connsiteY14" fmla="*/ 802640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08150" y="802767"/>
                  </a:moveTo>
                  <a:cubicBezTo>
                    <a:pt x="1680782" y="354838"/>
                    <a:pt x="1308862" y="0"/>
                    <a:pt x="854075" y="0"/>
                  </a:cubicBezTo>
                  <a:cubicBezTo>
                    <a:pt x="399288" y="0"/>
                    <a:pt x="27368" y="354838"/>
                    <a:pt x="0" y="802767"/>
                  </a:cubicBezTo>
                  <a:cubicBezTo>
                    <a:pt x="1080" y="820738"/>
                    <a:pt x="2731" y="838581"/>
                    <a:pt x="4890" y="856171"/>
                  </a:cubicBezTo>
                  <a:cubicBezTo>
                    <a:pt x="23368" y="1005141"/>
                    <a:pt x="80201" y="1142238"/>
                    <a:pt x="165100" y="1257300"/>
                  </a:cubicBezTo>
                  <a:cubicBezTo>
                    <a:pt x="320929" y="1468501"/>
                    <a:pt x="571500" y="1605471"/>
                    <a:pt x="854075" y="1605471"/>
                  </a:cubicBezTo>
                  <a:cubicBezTo>
                    <a:pt x="458470" y="1605471"/>
                    <a:pt x="133541" y="1297496"/>
                    <a:pt x="106235" y="908748"/>
                  </a:cubicBezTo>
                  <a:cubicBezTo>
                    <a:pt x="105029" y="891222"/>
                    <a:pt x="104331" y="873570"/>
                    <a:pt x="104331" y="855726"/>
                  </a:cubicBezTo>
                  <a:cubicBezTo>
                    <a:pt x="104331" y="837883"/>
                    <a:pt x="105029" y="820229"/>
                    <a:pt x="106235" y="802703"/>
                  </a:cubicBezTo>
                  <a:cubicBezTo>
                    <a:pt x="133541" y="413957"/>
                    <a:pt x="458470" y="105982"/>
                    <a:pt x="854075" y="105982"/>
                  </a:cubicBezTo>
                  <a:cubicBezTo>
                    <a:pt x="1136714" y="105982"/>
                    <a:pt x="1387285" y="243014"/>
                    <a:pt x="1543114" y="454279"/>
                  </a:cubicBezTo>
                  <a:cubicBezTo>
                    <a:pt x="1628140" y="569532"/>
                    <a:pt x="1684846" y="706882"/>
                    <a:pt x="1703261" y="856107"/>
                  </a:cubicBezTo>
                  <a:cubicBezTo>
                    <a:pt x="1705420" y="873506"/>
                    <a:pt x="1707071" y="891032"/>
                    <a:pt x="1708150" y="908685"/>
                  </a:cubicBezTo>
                  <a:cubicBezTo>
                    <a:pt x="1709230" y="891159"/>
                    <a:pt x="1709864" y="873442"/>
                    <a:pt x="1709864" y="855663"/>
                  </a:cubicBezTo>
                  <a:cubicBezTo>
                    <a:pt x="1709864" y="837883"/>
                    <a:pt x="1709230" y="820166"/>
                    <a:pt x="1708150" y="802640"/>
                  </a:cubicBezTo>
                </a:path>
              </a:pathLst>
            </a:custGeom>
            <a:solidFill>
              <a:srgbClr val="89D32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77">
              <a:extLst>
                <a:ext uri="{FF2B5EF4-FFF2-40B4-BE49-F238E27FC236}">
                  <a16:creationId xmlns:a16="http://schemas.microsoft.com/office/drawing/2014/main" id="{8A8E9A15-92EE-9543-3179-A74F9E4FA559}"/>
                </a:ext>
              </a:extLst>
            </p:cNvPr>
            <p:cNvSpPr/>
            <p:nvPr/>
          </p:nvSpPr>
          <p:spPr>
            <a:xfrm>
              <a:off x="4834985" y="2587751"/>
              <a:ext cx="1709864" cy="1605470"/>
            </a:xfrm>
            <a:custGeom>
              <a:avLst/>
              <a:gdLst>
                <a:gd name="connsiteX0" fmla="*/ 1714 w 1709864"/>
                <a:gd name="connsiteY0" fmla="*/ 802704 h 1605470"/>
                <a:gd name="connsiteX1" fmla="*/ 855790 w 1709864"/>
                <a:gd name="connsiteY1" fmla="*/ 1605470 h 1605470"/>
                <a:gd name="connsiteX2" fmla="*/ 1709865 w 1709864"/>
                <a:gd name="connsiteY2" fmla="*/ 802704 h 1605470"/>
                <a:gd name="connsiteX3" fmla="*/ 1704975 w 1709864"/>
                <a:gd name="connsiteY3" fmla="*/ 749300 h 1605470"/>
                <a:gd name="connsiteX4" fmla="*/ 1544765 w 1709864"/>
                <a:gd name="connsiteY4" fmla="*/ 348171 h 1605470"/>
                <a:gd name="connsiteX5" fmla="*/ 855790 w 1709864"/>
                <a:gd name="connsiteY5" fmla="*/ 0 h 1605470"/>
                <a:gd name="connsiteX6" fmla="*/ 1603629 w 1709864"/>
                <a:gd name="connsiteY6" fmla="*/ 696722 h 1605470"/>
                <a:gd name="connsiteX7" fmla="*/ 1605534 w 1709864"/>
                <a:gd name="connsiteY7" fmla="*/ 749745 h 1605470"/>
                <a:gd name="connsiteX8" fmla="*/ 1603629 w 1709864"/>
                <a:gd name="connsiteY8" fmla="*/ 802767 h 1605470"/>
                <a:gd name="connsiteX9" fmla="*/ 855790 w 1709864"/>
                <a:gd name="connsiteY9" fmla="*/ 1499489 h 1605470"/>
                <a:gd name="connsiteX10" fmla="*/ 166751 w 1709864"/>
                <a:gd name="connsiteY10" fmla="*/ 1151192 h 1605470"/>
                <a:gd name="connsiteX11" fmla="*/ 6604 w 1709864"/>
                <a:gd name="connsiteY11" fmla="*/ 749364 h 1605470"/>
                <a:gd name="connsiteX12" fmla="*/ 1714 w 1709864"/>
                <a:gd name="connsiteY12" fmla="*/ 696786 h 1605470"/>
                <a:gd name="connsiteX13" fmla="*/ 0 w 1709864"/>
                <a:gd name="connsiteY13" fmla="*/ 749808 h 1605470"/>
                <a:gd name="connsiteX14" fmla="*/ 1714 w 1709864"/>
                <a:gd name="connsiteY14" fmla="*/ 802831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14" y="802704"/>
                  </a:moveTo>
                  <a:cubicBezTo>
                    <a:pt x="29083" y="1250632"/>
                    <a:pt x="401003" y="1605470"/>
                    <a:pt x="855790" y="1605470"/>
                  </a:cubicBezTo>
                  <a:cubicBezTo>
                    <a:pt x="1310577" y="1605470"/>
                    <a:pt x="1682496" y="1250632"/>
                    <a:pt x="1709865" y="802704"/>
                  </a:cubicBezTo>
                  <a:cubicBezTo>
                    <a:pt x="1708785" y="784733"/>
                    <a:pt x="1707134" y="766889"/>
                    <a:pt x="1704975" y="749300"/>
                  </a:cubicBezTo>
                  <a:cubicBezTo>
                    <a:pt x="1686497" y="600329"/>
                    <a:pt x="1629728" y="463233"/>
                    <a:pt x="1544765" y="348171"/>
                  </a:cubicBezTo>
                  <a:cubicBezTo>
                    <a:pt x="1388935" y="136970"/>
                    <a:pt x="1138365" y="0"/>
                    <a:pt x="855790" y="0"/>
                  </a:cubicBezTo>
                  <a:cubicBezTo>
                    <a:pt x="1251394" y="0"/>
                    <a:pt x="1576324" y="307975"/>
                    <a:pt x="1603629" y="696722"/>
                  </a:cubicBezTo>
                  <a:cubicBezTo>
                    <a:pt x="1604835" y="714248"/>
                    <a:pt x="1605534" y="731901"/>
                    <a:pt x="1605534" y="749745"/>
                  </a:cubicBezTo>
                  <a:cubicBezTo>
                    <a:pt x="1605534" y="767588"/>
                    <a:pt x="1604835" y="785241"/>
                    <a:pt x="1603629" y="802767"/>
                  </a:cubicBezTo>
                  <a:cubicBezTo>
                    <a:pt x="1576324" y="1191514"/>
                    <a:pt x="1251394" y="1499489"/>
                    <a:pt x="855790" y="1499489"/>
                  </a:cubicBezTo>
                  <a:cubicBezTo>
                    <a:pt x="573151" y="1499489"/>
                    <a:pt x="322580" y="1362456"/>
                    <a:pt x="166751" y="1151192"/>
                  </a:cubicBezTo>
                  <a:cubicBezTo>
                    <a:pt x="81725" y="1035939"/>
                    <a:pt x="25019" y="898589"/>
                    <a:pt x="6604" y="749364"/>
                  </a:cubicBezTo>
                  <a:cubicBezTo>
                    <a:pt x="4445" y="731964"/>
                    <a:pt x="2794" y="714439"/>
                    <a:pt x="1714" y="696786"/>
                  </a:cubicBezTo>
                  <a:cubicBezTo>
                    <a:pt x="635" y="714312"/>
                    <a:pt x="0" y="731964"/>
                    <a:pt x="0" y="749808"/>
                  </a:cubicBezTo>
                  <a:cubicBezTo>
                    <a:pt x="0" y="767651"/>
                    <a:pt x="635" y="785305"/>
                    <a:pt x="1714" y="802831"/>
                  </a:cubicBezTo>
                </a:path>
              </a:pathLst>
            </a:custGeom>
            <a:solidFill>
              <a:srgbClr val="00BC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9801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03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A green and black gradient&#10;&#10;Description automatically generated">
            <a:extLst>
              <a:ext uri="{FF2B5EF4-FFF2-40B4-BE49-F238E27FC236}">
                <a16:creationId xmlns:a16="http://schemas.microsoft.com/office/drawing/2014/main" id="{2D469774-1A3B-FECF-12E6-6368FEFC52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2" t="10411" r="4771" b="15975"/>
          <a:stretch/>
        </p:blipFill>
        <p:spPr>
          <a:xfrm>
            <a:off x="0" y="0"/>
            <a:ext cx="5459621" cy="6858000"/>
          </a:xfrm>
          <a:custGeom>
            <a:avLst/>
            <a:gdLst>
              <a:gd name="connsiteX0" fmla="*/ 0 w 5459621"/>
              <a:gd name="connsiteY0" fmla="*/ 0 h 6858000"/>
              <a:gd name="connsiteX1" fmla="*/ 1287700 w 5459621"/>
              <a:gd name="connsiteY1" fmla="*/ 0 h 6858000"/>
              <a:gd name="connsiteX2" fmla="*/ 2872075 w 5459621"/>
              <a:gd name="connsiteY2" fmla="*/ 0 h 6858000"/>
              <a:gd name="connsiteX3" fmla="*/ 5459621 w 5459621"/>
              <a:gd name="connsiteY3" fmla="*/ 0 h 6858000"/>
              <a:gd name="connsiteX4" fmla="*/ 5459621 w 5459621"/>
              <a:gd name="connsiteY4" fmla="*/ 6858000 h 6858000"/>
              <a:gd name="connsiteX5" fmla="*/ 1287700 w 5459621"/>
              <a:gd name="connsiteY5" fmla="*/ 6858000 h 6858000"/>
              <a:gd name="connsiteX6" fmla="*/ 1287700 w 5459621"/>
              <a:gd name="connsiteY6" fmla="*/ 6857999 h 6858000"/>
              <a:gd name="connsiteX7" fmla="*/ 0 w 5459621"/>
              <a:gd name="connsiteY7" fmla="*/ 6857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59621" h="6858000">
                <a:moveTo>
                  <a:pt x="0" y="0"/>
                </a:moveTo>
                <a:lnTo>
                  <a:pt x="1287700" y="0"/>
                </a:lnTo>
                <a:lnTo>
                  <a:pt x="2872075" y="0"/>
                </a:lnTo>
                <a:lnTo>
                  <a:pt x="5459621" y="0"/>
                </a:lnTo>
                <a:lnTo>
                  <a:pt x="5459621" y="6858000"/>
                </a:lnTo>
                <a:lnTo>
                  <a:pt x="1287700" y="6858000"/>
                </a:lnTo>
                <a:lnTo>
                  <a:pt x="1287700" y="6857999"/>
                </a:lnTo>
                <a:lnTo>
                  <a:pt x="0" y="6857999"/>
                </a:lnTo>
                <a:close/>
              </a:path>
            </a:pathLst>
          </a:custGeom>
        </p:spPr>
      </p:pic>
      <p:sp>
        <p:nvSpPr>
          <p:cNvPr id="7" name="Bildplatzhalter 6">
            <a:extLst>
              <a:ext uri="{FF2B5EF4-FFF2-40B4-BE49-F238E27FC236}">
                <a16:creationId xmlns:a16="http://schemas.microsoft.com/office/drawing/2014/main" id="{D542982A-E7AC-48BD-8779-0C449F235D7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072762" y="-2203"/>
            <a:ext cx="8117651" cy="6867487"/>
          </a:xfrm>
          <a:custGeom>
            <a:avLst/>
            <a:gdLst>
              <a:gd name="connsiteX0" fmla="*/ 1341581 w 8115807"/>
              <a:gd name="connsiteY0" fmla="*/ 0 h 6860204"/>
              <a:gd name="connsiteX1" fmla="*/ 2616862 w 8115807"/>
              <a:gd name="connsiteY1" fmla="*/ 0 h 6860204"/>
              <a:gd name="connsiteX2" fmla="*/ 8112573 w 8115807"/>
              <a:gd name="connsiteY2" fmla="*/ 0 h 6860204"/>
              <a:gd name="connsiteX3" fmla="*/ 8115807 w 8115807"/>
              <a:gd name="connsiteY3" fmla="*/ 0 h 6860204"/>
              <a:gd name="connsiteX4" fmla="*/ 8115769 w 8115807"/>
              <a:gd name="connsiteY4" fmla="*/ 371296 h 6860204"/>
              <a:gd name="connsiteX5" fmla="*/ 8114555 w 8115807"/>
              <a:gd name="connsiteY5" fmla="*/ 2793814 h 6860204"/>
              <a:gd name="connsiteX6" fmla="*/ 8114061 w 8115807"/>
              <a:gd name="connsiteY6" fmla="*/ 3524729 h 6860204"/>
              <a:gd name="connsiteX7" fmla="*/ 8114200 w 8115807"/>
              <a:gd name="connsiteY7" fmla="*/ 3767783 h 6860204"/>
              <a:gd name="connsiteX8" fmla="*/ 8114953 w 8115807"/>
              <a:gd name="connsiteY8" fmla="*/ 6003673 h 6860204"/>
              <a:gd name="connsiteX9" fmla="*/ 8112627 w 8115807"/>
              <a:gd name="connsiteY9" fmla="*/ 6004084 h 6860204"/>
              <a:gd name="connsiteX10" fmla="*/ 8112573 w 8115807"/>
              <a:gd name="connsiteY10" fmla="*/ 6145054 h 6860204"/>
              <a:gd name="connsiteX11" fmla="*/ 8112445 w 8115807"/>
              <a:gd name="connsiteY11" fmla="*/ 6860204 h 6860204"/>
              <a:gd name="connsiteX12" fmla="*/ 4690933 w 8115807"/>
              <a:gd name="connsiteY12" fmla="*/ 6857999 h 6860204"/>
              <a:gd name="connsiteX13" fmla="*/ 1427327 w 8115807"/>
              <a:gd name="connsiteY13" fmla="*/ 6858316 h 6860204"/>
              <a:gd name="connsiteX14" fmla="*/ 1427382 w 8115807"/>
              <a:gd name="connsiteY14" fmla="*/ 6858000 h 6860204"/>
              <a:gd name="connsiteX15" fmla="*/ 0 w 8115807"/>
              <a:gd name="connsiteY15" fmla="*/ 6858000 h 6860204"/>
              <a:gd name="connsiteX0" fmla="*/ 1361897 w 8115807"/>
              <a:gd name="connsiteY0" fmla="*/ 0 h 6860204"/>
              <a:gd name="connsiteX1" fmla="*/ 2616862 w 8115807"/>
              <a:gd name="connsiteY1" fmla="*/ 0 h 6860204"/>
              <a:gd name="connsiteX2" fmla="*/ 8112573 w 8115807"/>
              <a:gd name="connsiteY2" fmla="*/ 0 h 6860204"/>
              <a:gd name="connsiteX3" fmla="*/ 8115807 w 8115807"/>
              <a:gd name="connsiteY3" fmla="*/ 0 h 6860204"/>
              <a:gd name="connsiteX4" fmla="*/ 8115769 w 8115807"/>
              <a:gd name="connsiteY4" fmla="*/ 371296 h 6860204"/>
              <a:gd name="connsiteX5" fmla="*/ 8114555 w 8115807"/>
              <a:gd name="connsiteY5" fmla="*/ 2793814 h 6860204"/>
              <a:gd name="connsiteX6" fmla="*/ 8114061 w 8115807"/>
              <a:gd name="connsiteY6" fmla="*/ 3524729 h 6860204"/>
              <a:gd name="connsiteX7" fmla="*/ 8114200 w 8115807"/>
              <a:gd name="connsiteY7" fmla="*/ 3767783 h 6860204"/>
              <a:gd name="connsiteX8" fmla="*/ 8114953 w 8115807"/>
              <a:gd name="connsiteY8" fmla="*/ 6003673 h 6860204"/>
              <a:gd name="connsiteX9" fmla="*/ 8112627 w 8115807"/>
              <a:gd name="connsiteY9" fmla="*/ 6004084 h 6860204"/>
              <a:gd name="connsiteX10" fmla="*/ 8112573 w 8115807"/>
              <a:gd name="connsiteY10" fmla="*/ 6145054 h 6860204"/>
              <a:gd name="connsiteX11" fmla="*/ 8112445 w 8115807"/>
              <a:gd name="connsiteY11" fmla="*/ 6860204 h 6860204"/>
              <a:gd name="connsiteX12" fmla="*/ 4690933 w 8115807"/>
              <a:gd name="connsiteY12" fmla="*/ 6857999 h 6860204"/>
              <a:gd name="connsiteX13" fmla="*/ 1427327 w 8115807"/>
              <a:gd name="connsiteY13" fmla="*/ 6858316 h 6860204"/>
              <a:gd name="connsiteX14" fmla="*/ 1427382 w 8115807"/>
              <a:gd name="connsiteY14" fmla="*/ 6858000 h 6860204"/>
              <a:gd name="connsiteX15" fmla="*/ 0 w 8115807"/>
              <a:gd name="connsiteY15" fmla="*/ 6858000 h 6860204"/>
              <a:gd name="connsiteX16" fmla="*/ 1361897 w 8115807"/>
              <a:gd name="connsiteY16" fmla="*/ 0 h 6860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115807" h="6860204">
                <a:moveTo>
                  <a:pt x="1361897" y="0"/>
                </a:moveTo>
                <a:lnTo>
                  <a:pt x="2616862" y="0"/>
                </a:lnTo>
                <a:lnTo>
                  <a:pt x="8112573" y="0"/>
                </a:lnTo>
                <a:lnTo>
                  <a:pt x="8115807" y="0"/>
                </a:lnTo>
                <a:cubicBezTo>
                  <a:pt x="8115794" y="123765"/>
                  <a:pt x="8115782" y="247531"/>
                  <a:pt x="8115769" y="371296"/>
                </a:cubicBezTo>
                <a:cubicBezTo>
                  <a:pt x="8115631" y="1090055"/>
                  <a:pt x="8115129" y="1930029"/>
                  <a:pt x="8114555" y="2793814"/>
                </a:cubicBezTo>
                <a:cubicBezTo>
                  <a:pt x="8114390" y="3037452"/>
                  <a:pt x="8114226" y="3281091"/>
                  <a:pt x="8114061" y="3524729"/>
                </a:cubicBezTo>
                <a:cubicBezTo>
                  <a:pt x="8114107" y="3605747"/>
                  <a:pt x="8114154" y="3686765"/>
                  <a:pt x="8114200" y="3767783"/>
                </a:cubicBezTo>
                <a:cubicBezTo>
                  <a:pt x="8114618" y="4531665"/>
                  <a:pt x="8114953" y="5286254"/>
                  <a:pt x="8114953" y="6003673"/>
                </a:cubicBezTo>
                <a:lnTo>
                  <a:pt x="8112627" y="6004084"/>
                </a:lnTo>
                <a:lnTo>
                  <a:pt x="8112573" y="6145054"/>
                </a:lnTo>
                <a:cubicBezTo>
                  <a:pt x="8112491" y="6396425"/>
                  <a:pt x="8112445" y="6636011"/>
                  <a:pt x="8112445" y="6860204"/>
                </a:cubicBezTo>
                <a:lnTo>
                  <a:pt x="4690933" y="6857999"/>
                </a:lnTo>
                <a:lnTo>
                  <a:pt x="1427327" y="6858316"/>
                </a:lnTo>
                <a:cubicBezTo>
                  <a:pt x="1427345" y="6858211"/>
                  <a:pt x="1427364" y="6858105"/>
                  <a:pt x="1427382" y="6858000"/>
                </a:cubicBezTo>
                <a:lnTo>
                  <a:pt x="0" y="6858000"/>
                </a:lnTo>
                <a:cubicBezTo>
                  <a:pt x="447194" y="4572000"/>
                  <a:pt x="914703" y="2286000"/>
                  <a:pt x="136189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de-DE" dirty="0"/>
              <a:t>Click icon to add image</a:t>
            </a:r>
          </a:p>
        </p:txBody>
      </p:sp>
      <p:sp>
        <p:nvSpPr>
          <p:cNvPr id="13" name="Logoschutz" hidden="1"/>
          <p:cNvSpPr/>
          <p:nvPr userDrawn="1">
            <p:custDataLst>
              <p:tags r:id="rId2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26828F3-46E8-434C-91EB-93EE63658B9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706384" y="2424948"/>
            <a:ext cx="3751316" cy="1440000"/>
          </a:xfrm>
        </p:spPr>
        <p:txBody>
          <a:bodyPr anchor="b"/>
          <a:lstStyle>
            <a:lvl1pPr>
              <a:lnSpc>
                <a:spcPct val="90000"/>
              </a:lnSpc>
              <a:defRPr sz="4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Name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A65265F4-56EA-47B9-BCB3-0F02829E69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706189" y="4175180"/>
            <a:ext cx="3751316" cy="592952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 dirty="0"/>
              <a:t>Subline / Presenter / Date</a:t>
            </a:r>
          </a:p>
        </p:txBody>
      </p:sp>
      <p:grpSp>
        <p:nvGrpSpPr>
          <p:cNvPr id="27" name="Graphic 5">
            <a:extLst>
              <a:ext uri="{FF2B5EF4-FFF2-40B4-BE49-F238E27FC236}">
                <a16:creationId xmlns:a16="http://schemas.microsoft.com/office/drawing/2014/main" id="{83ECE3F2-01D0-2CB0-8481-9B0C34C4F3E2}"/>
              </a:ext>
            </a:extLst>
          </p:cNvPr>
          <p:cNvGrpSpPr/>
          <p:nvPr userDrawn="1"/>
        </p:nvGrpSpPr>
        <p:grpSpPr>
          <a:xfrm>
            <a:off x="701676" y="704850"/>
            <a:ext cx="720000" cy="720000"/>
            <a:chOff x="4834985" y="2481643"/>
            <a:chExt cx="1711578" cy="1711578"/>
          </a:xfrm>
        </p:grpSpPr>
        <p:grpSp>
          <p:nvGrpSpPr>
            <p:cNvPr id="28" name="Graphic 5">
              <a:extLst>
                <a:ext uri="{FF2B5EF4-FFF2-40B4-BE49-F238E27FC236}">
                  <a16:creationId xmlns:a16="http://schemas.microsoft.com/office/drawing/2014/main" id="{3F98D66F-EF1E-B622-A822-5B3D23F87102}"/>
                </a:ext>
              </a:extLst>
            </p:cNvPr>
            <p:cNvGrpSpPr/>
            <p:nvPr/>
          </p:nvGrpSpPr>
          <p:grpSpPr>
            <a:xfrm>
              <a:off x="5009102" y="2645727"/>
              <a:ext cx="1385188" cy="1386649"/>
              <a:chOff x="5009102" y="2645727"/>
              <a:chExt cx="1385188" cy="1386649"/>
            </a:xfrm>
            <a:solidFill>
              <a:srgbClr val="FFFFFF"/>
            </a:solidFill>
          </p:grpSpPr>
          <p:sp>
            <p:nvSpPr>
              <p:cNvPr id="31" name="Freeform: Shape 78">
                <a:extLst>
                  <a:ext uri="{FF2B5EF4-FFF2-40B4-BE49-F238E27FC236}">
                    <a16:creationId xmlns:a16="http://schemas.microsoft.com/office/drawing/2014/main" id="{1E87E42E-1C92-E765-E906-1D5067D92FDC}"/>
                  </a:ext>
                </a:extLst>
              </p:cNvPr>
              <p:cNvSpPr/>
              <p:nvPr/>
            </p:nvSpPr>
            <p:spPr>
              <a:xfrm>
                <a:off x="5583586" y="2645727"/>
                <a:ext cx="236664" cy="236791"/>
              </a:xfrm>
              <a:custGeom>
                <a:avLst/>
                <a:gdLst>
                  <a:gd name="connsiteX0" fmla="*/ 56388 w 236664"/>
                  <a:gd name="connsiteY0" fmla="*/ 90170 h 236791"/>
                  <a:gd name="connsiteX1" fmla="*/ 155004 w 236664"/>
                  <a:gd name="connsiteY1" fmla="*/ 90170 h 236791"/>
                  <a:gd name="connsiteX2" fmla="*/ 174752 w 236664"/>
                  <a:gd name="connsiteY2" fmla="*/ 70421 h 236791"/>
                  <a:gd name="connsiteX3" fmla="*/ 155004 w 236664"/>
                  <a:gd name="connsiteY3" fmla="*/ 50673 h 236791"/>
                  <a:gd name="connsiteX4" fmla="*/ 56388 w 236664"/>
                  <a:gd name="connsiteY4" fmla="*/ 50673 h 236791"/>
                  <a:gd name="connsiteX5" fmla="*/ 56388 w 236664"/>
                  <a:gd name="connsiteY5" fmla="*/ 90170 h 236791"/>
                  <a:gd name="connsiteX6" fmla="*/ 56388 w 236664"/>
                  <a:gd name="connsiteY6" fmla="*/ 185992 h 236791"/>
                  <a:gd name="connsiteX7" fmla="*/ 157924 w 236664"/>
                  <a:gd name="connsiteY7" fmla="*/ 185992 h 236791"/>
                  <a:gd name="connsiteX8" fmla="*/ 180404 w 236664"/>
                  <a:gd name="connsiteY8" fmla="*/ 163386 h 236791"/>
                  <a:gd name="connsiteX9" fmla="*/ 157924 w 236664"/>
                  <a:gd name="connsiteY9" fmla="*/ 140843 h 236791"/>
                  <a:gd name="connsiteX10" fmla="*/ 56388 w 236664"/>
                  <a:gd name="connsiteY10" fmla="*/ 140843 h 236791"/>
                  <a:gd name="connsiteX11" fmla="*/ 56388 w 236664"/>
                  <a:gd name="connsiteY11" fmla="*/ 185928 h 236791"/>
                  <a:gd name="connsiteX12" fmla="*/ 214948 w 236664"/>
                  <a:gd name="connsiteY12" fmla="*/ 113411 h 236791"/>
                  <a:gd name="connsiteX13" fmla="*/ 236665 w 236664"/>
                  <a:gd name="connsiteY13" fmla="*/ 164910 h 236791"/>
                  <a:gd name="connsiteX14" fmla="*/ 164910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88 h 236791"/>
                  <a:gd name="connsiteX19" fmla="*/ 214948 w 236664"/>
                  <a:gd name="connsiteY19" fmla="*/ 113474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170"/>
                    </a:moveTo>
                    <a:lnTo>
                      <a:pt x="155004" y="90170"/>
                    </a:lnTo>
                    <a:cubicBezTo>
                      <a:pt x="165862" y="90170"/>
                      <a:pt x="174752" y="81343"/>
                      <a:pt x="174752" y="70421"/>
                    </a:cubicBezTo>
                    <a:cubicBezTo>
                      <a:pt x="174752" y="59499"/>
                      <a:pt x="165862" y="50673"/>
                      <a:pt x="155004" y="50673"/>
                    </a:cubicBezTo>
                    <a:lnTo>
                      <a:pt x="56388" y="50673"/>
                    </a:lnTo>
                    <a:lnTo>
                      <a:pt x="56388" y="90170"/>
                    </a:lnTo>
                    <a:close/>
                    <a:moveTo>
                      <a:pt x="56388" y="185992"/>
                    </a:moveTo>
                    <a:lnTo>
                      <a:pt x="157924" y="185992"/>
                    </a:lnTo>
                    <a:cubicBezTo>
                      <a:pt x="170371" y="185992"/>
                      <a:pt x="180404" y="175895"/>
                      <a:pt x="180404" y="163386"/>
                    </a:cubicBezTo>
                    <a:cubicBezTo>
                      <a:pt x="180404" y="150876"/>
                      <a:pt x="170371" y="140843"/>
                      <a:pt x="157924" y="140843"/>
                    </a:cubicBezTo>
                    <a:lnTo>
                      <a:pt x="56388" y="140843"/>
                    </a:lnTo>
                    <a:lnTo>
                      <a:pt x="56388" y="185928"/>
                    </a:lnTo>
                    <a:close/>
                    <a:moveTo>
                      <a:pt x="214948" y="113411"/>
                    </a:moveTo>
                    <a:cubicBezTo>
                      <a:pt x="228346" y="126492"/>
                      <a:pt x="236665" y="144717"/>
                      <a:pt x="236665" y="164910"/>
                    </a:cubicBezTo>
                    <a:cubicBezTo>
                      <a:pt x="236665" y="204533"/>
                      <a:pt x="204534" y="236728"/>
                      <a:pt x="164910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16" y="64"/>
                      <a:pt x="231077" y="30988"/>
                      <a:pt x="231077" y="69088"/>
                    </a:cubicBezTo>
                    <a:cubicBezTo>
                      <a:pt x="231077" y="85979"/>
                      <a:pt x="224980" y="101473"/>
                      <a:pt x="214948" y="1134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79">
                <a:extLst>
                  <a:ext uri="{FF2B5EF4-FFF2-40B4-BE49-F238E27FC236}">
                    <a16:creationId xmlns:a16="http://schemas.microsoft.com/office/drawing/2014/main" id="{3888FB8D-CA5B-7F05-367B-41FA7B7AE296}"/>
                  </a:ext>
                </a:extLst>
              </p:cNvPr>
              <p:cNvSpPr/>
              <p:nvPr/>
            </p:nvSpPr>
            <p:spPr>
              <a:xfrm>
                <a:off x="5544914" y="2927667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5 w 291592"/>
                  <a:gd name="connsiteY3" fmla="*/ 197295 h 236727"/>
                  <a:gd name="connsiteX4" fmla="*/ 60515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33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5" y="197295"/>
                    </a:lnTo>
                    <a:lnTo>
                      <a:pt x="60515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33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80">
                <a:extLst>
                  <a:ext uri="{FF2B5EF4-FFF2-40B4-BE49-F238E27FC236}">
                    <a16:creationId xmlns:a16="http://schemas.microsoft.com/office/drawing/2014/main" id="{C88E6B1A-E0F4-14DB-3561-6DDF0153B13F}"/>
                  </a:ext>
                </a:extLst>
              </p:cNvPr>
              <p:cNvSpPr/>
              <p:nvPr/>
            </p:nvSpPr>
            <p:spPr>
              <a:xfrm>
                <a:off x="5542438" y="3215195"/>
                <a:ext cx="296481" cy="236664"/>
              </a:xfrm>
              <a:custGeom>
                <a:avLst/>
                <a:gdLst>
                  <a:gd name="connsiteX0" fmla="*/ 228663 w 296481"/>
                  <a:gd name="connsiteY0" fmla="*/ 0 h 236664"/>
                  <a:gd name="connsiteX1" fmla="*/ 296482 w 296481"/>
                  <a:gd name="connsiteY1" fmla="*/ 0 h 236664"/>
                  <a:gd name="connsiteX2" fmla="*/ 176466 w 296481"/>
                  <a:gd name="connsiteY2" fmla="*/ 154114 h 236664"/>
                  <a:gd name="connsiteX3" fmla="*/ 176466 w 296481"/>
                  <a:gd name="connsiteY3" fmla="*/ 236664 h 236664"/>
                  <a:gd name="connsiteX4" fmla="*/ 120079 w 296481"/>
                  <a:gd name="connsiteY4" fmla="*/ 236664 h 236664"/>
                  <a:gd name="connsiteX5" fmla="*/ 120079 w 296481"/>
                  <a:gd name="connsiteY5" fmla="*/ 154114 h 236664"/>
                  <a:gd name="connsiteX6" fmla="*/ 0 w 296481"/>
                  <a:gd name="connsiteY6" fmla="*/ 0 h 236664"/>
                  <a:gd name="connsiteX7" fmla="*/ 67818 w 296481"/>
                  <a:gd name="connsiteY7" fmla="*/ 0 h 236664"/>
                  <a:gd name="connsiteX8" fmla="*/ 148272 w 296481"/>
                  <a:gd name="connsiteY8" fmla="*/ 107760 h 236664"/>
                  <a:gd name="connsiteX9" fmla="*/ 228663 w 296481"/>
                  <a:gd name="connsiteY9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481" h="236664">
                    <a:moveTo>
                      <a:pt x="228663" y="0"/>
                    </a:moveTo>
                    <a:lnTo>
                      <a:pt x="296482" y="0"/>
                    </a:lnTo>
                    <a:lnTo>
                      <a:pt x="176466" y="154114"/>
                    </a:lnTo>
                    <a:lnTo>
                      <a:pt x="176466" y="236664"/>
                    </a:lnTo>
                    <a:lnTo>
                      <a:pt x="120079" y="236664"/>
                    </a:lnTo>
                    <a:lnTo>
                      <a:pt x="120079" y="154114"/>
                    </a:lnTo>
                    <a:lnTo>
                      <a:pt x="0" y="0"/>
                    </a:lnTo>
                    <a:lnTo>
                      <a:pt x="67818" y="0"/>
                    </a:lnTo>
                    <a:lnTo>
                      <a:pt x="148272" y="107760"/>
                    </a:lnTo>
                    <a:lnTo>
                      <a:pt x="228663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81">
                <a:extLst>
                  <a:ext uri="{FF2B5EF4-FFF2-40B4-BE49-F238E27FC236}">
                    <a16:creationId xmlns:a16="http://schemas.microsoft.com/office/drawing/2014/main" id="{F49FED38-8D45-FD40-AE40-52D07B919462}"/>
                  </a:ext>
                </a:extLst>
              </p:cNvPr>
              <p:cNvSpPr/>
              <p:nvPr/>
            </p:nvSpPr>
            <p:spPr>
              <a:xfrm>
                <a:off x="5870733" y="3215195"/>
                <a:ext cx="214185" cy="236664"/>
              </a:xfrm>
              <a:custGeom>
                <a:avLst/>
                <a:gdLst>
                  <a:gd name="connsiteX0" fmla="*/ 214186 w 214185"/>
                  <a:gd name="connsiteY0" fmla="*/ 0 h 236664"/>
                  <a:gd name="connsiteX1" fmla="*/ 214186 w 214185"/>
                  <a:gd name="connsiteY1" fmla="*/ 50737 h 236664"/>
                  <a:gd name="connsiteX2" fmla="*/ 56388 w 214185"/>
                  <a:gd name="connsiteY2" fmla="*/ 50737 h 236664"/>
                  <a:gd name="connsiteX3" fmla="*/ 56388 w 214185"/>
                  <a:gd name="connsiteY3" fmla="*/ 90170 h 236664"/>
                  <a:gd name="connsiteX4" fmla="*/ 208534 w 214185"/>
                  <a:gd name="connsiteY4" fmla="*/ 90170 h 236664"/>
                  <a:gd name="connsiteX5" fmla="*/ 208534 w 214185"/>
                  <a:gd name="connsiteY5" fmla="*/ 140843 h 236664"/>
                  <a:gd name="connsiteX6" fmla="*/ 56388 w 214185"/>
                  <a:gd name="connsiteY6" fmla="*/ 140843 h 236664"/>
                  <a:gd name="connsiteX7" fmla="*/ 56388 w 214185"/>
                  <a:gd name="connsiteY7" fmla="*/ 185992 h 236664"/>
                  <a:gd name="connsiteX8" fmla="*/ 214186 w 214185"/>
                  <a:gd name="connsiteY8" fmla="*/ 185992 h 236664"/>
                  <a:gd name="connsiteX9" fmla="*/ 214186 w 214185"/>
                  <a:gd name="connsiteY9" fmla="*/ 236664 h 236664"/>
                  <a:gd name="connsiteX10" fmla="*/ 0 w 214185"/>
                  <a:gd name="connsiteY10" fmla="*/ 236664 h 236664"/>
                  <a:gd name="connsiteX11" fmla="*/ 0 w 214185"/>
                  <a:gd name="connsiteY11" fmla="*/ 0 h 236664"/>
                  <a:gd name="connsiteX12" fmla="*/ 214186 w 214185"/>
                  <a:gd name="connsiteY12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664">
                    <a:moveTo>
                      <a:pt x="214186" y="0"/>
                    </a:moveTo>
                    <a:lnTo>
                      <a:pt x="214186" y="50737"/>
                    </a:lnTo>
                    <a:lnTo>
                      <a:pt x="56388" y="50737"/>
                    </a:lnTo>
                    <a:lnTo>
                      <a:pt x="56388" y="90170"/>
                    </a:lnTo>
                    <a:lnTo>
                      <a:pt x="208534" y="90170"/>
                    </a:lnTo>
                    <a:lnTo>
                      <a:pt x="208534" y="140843"/>
                    </a:lnTo>
                    <a:lnTo>
                      <a:pt x="56388" y="140843"/>
                    </a:lnTo>
                    <a:lnTo>
                      <a:pt x="56388" y="185992"/>
                    </a:lnTo>
                    <a:lnTo>
                      <a:pt x="214186" y="185992"/>
                    </a:lnTo>
                    <a:lnTo>
                      <a:pt x="214186" y="236664"/>
                    </a:lnTo>
                    <a:lnTo>
                      <a:pt x="0" y="236664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82">
                <a:extLst>
                  <a:ext uri="{FF2B5EF4-FFF2-40B4-BE49-F238E27FC236}">
                    <a16:creationId xmlns:a16="http://schemas.microsoft.com/office/drawing/2014/main" id="{655BC12B-74AB-088E-9A7D-84C0ADA43463}"/>
                  </a:ext>
                </a:extLst>
              </p:cNvPr>
              <p:cNvSpPr/>
              <p:nvPr/>
            </p:nvSpPr>
            <p:spPr>
              <a:xfrm>
                <a:off x="6160357" y="3215132"/>
                <a:ext cx="233933" cy="236727"/>
              </a:xfrm>
              <a:custGeom>
                <a:avLst/>
                <a:gdLst>
                  <a:gd name="connsiteX0" fmla="*/ 98679 w 233933"/>
                  <a:gd name="connsiteY0" fmla="*/ 146558 h 236727"/>
                  <a:gd name="connsiteX1" fmla="*/ 56388 w 233933"/>
                  <a:gd name="connsiteY1" fmla="*/ 146558 h 236727"/>
                  <a:gd name="connsiteX2" fmla="*/ 56388 w 233933"/>
                  <a:gd name="connsiteY2" fmla="*/ 236728 h 236727"/>
                  <a:gd name="connsiteX3" fmla="*/ 0 w 233933"/>
                  <a:gd name="connsiteY3" fmla="*/ 236728 h 236727"/>
                  <a:gd name="connsiteX4" fmla="*/ 0 w 233933"/>
                  <a:gd name="connsiteY4" fmla="*/ 0 h 236727"/>
                  <a:gd name="connsiteX5" fmla="*/ 143954 w 233933"/>
                  <a:gd name="connsiteY5" fmla="*/ 0 h 236727"/>
                  <a:gd name="connsiteX6" fmla="*/ 217043 w 233933"/>
                  <a:gd name="connsiteY6" fmla="*/ 73342 h 236727"/>
                  <a:gd name="connsiteX7" fmla="*/ 164465 w 233933"/>
                  <a:gd name="connsiteY7" fmla="*/ 143701 h 236727"/>
                  <a:gd name="connsiteX8" fmla="*/ 233934 w 233933"/>
                  <a:gd name="connsiteY8" fmla="*/ 236728 h 236727"/>
                  <a:gd name="connsiteX9" fmla="*/ 166307 w 233933"/>
                  <a:gd name="connsiteY9" fmla="*/ 236728 h 236727"/>
                  <a:gd name="connsiteX10" fmla="*/ 98679 w 233933"/>
                  <a:gd name="connsiteY10" fmla="*/ 146558 h 236727"/>
                  <a:gd name="connsiteX11" fmla="*/ 138239 w 233933"/>
                  <a:gd name="connsiteY11" fmla="*/ 50736 h 236727"/>
                  <a:gd name="connsiteX12" fmla="*/ 56388 w 233933"/>
                  <a:gd name="connsiteY12" fmla="*/ 50736 h 236727"/>
                  <a:gd name="connsiteX13" fmla="*/ 56388 w 233933"/>
                  <a:gd name="connsiteY13" fmla="*/ 95821 h 236727"/>
                  <a:gd name="connsiteX14" fmla="*/ 138239 w 233933"/>
                  <a:gd name="connsiteY14" fmla="*/ 95821 h 236727"/>
                  <a:gd name="connsiteX15" fmla="*/ 160655 w 233933"/>
                  <a:gd name="connsiteY15" fmla="*/ 73279 h 236727"/>
                  <a:gd name="connsiteX16" fmla="*/ 138239 w 233933"/>
                  <a:gd name="connsiteY16" fmla="*/ 50736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3933" h="236727">
                    <a:moveTo>
                      <a:pt x="98679" y="146558"/>
                    </a:moveTo>
                    <a:lnTo>
                      <a:pt x="56388" y="146558"/>
                    </a:lnTo>
                    <a:lnTo>
                      <a:pt x="56388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143954" y="0"/>
                    </a:lnTo>
                    <a:cubicBezTo>
                      <a:pt x="184341" y="127"/>
                      <a:pt x="217043" y="32893"/>
                      <a:pt x="217043" y="73342"/>
                    </a:cubicBezTo>
                    <a:cubicBezTo>
                      <a:pt x="217043" y="106680"/>
                      <a:pt x="194945" y="134810"/>
                      <a:pt x="164465" y="143701"/>
                    </a:cubicBezTo>
                    <a:lnTo>
                      <a:pt x="233934" y="236728"/>
                    </a:lnTo>
                    <a:lnTo>
                      <a:pt x="166307" y="236728"/>
                    </a:lnTo>
                    <a:lnTo>
                      <a:pt x="98679" y="146558"/>
                    </a:lnTo>
                    <a:close/>
                    <a:moveTo>
                      <a:pt x="138239" y="50736"/>
                    </a:moveTo>
                    <a:lnTo>
                      <a:pt x="56388" y="50736"/>
                    </a:lnTo>
                    <a:lnTo>
                      <a:pt x="56388" y="95821"/>
                    </a:lnTo>
                    <a:lnTo>
                      <a:pt x="138239" y="95821"/>
                    </a:lnTo>
                    <a:cubicBezTo>
                      <a:pt x="150622" y="95758"/>
                      <a:pt x="160655" y="85661"/>
                      <a:pt x="160655" y="73279"/>
                    </a:cubicBezTo>
                    <a:cubicBezTo>
                      <a:pt x="160655" y="60896"/>
                      <a:pt x="150622" y="50800"/>
                      <a:pt x="138239" y="507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83">
                <a:extLst>
                  <a:ext uri="{FF2B5EF4-FFF2-40B4-BE49-F238E27FC236}">
                    <a16:creationId xmlns:a16="http://schemas.microsoft.com/office/drawing/2014/main" id="{D86B8D97-B591-EAD9-9BDB-C72E424D6752}"/>
                  </a:ext>
                </a:extLst>
              </p:cNvPr>
              <p:cNvSpPr/>
              <p:nvPr/>
            </p:nvSpPr>
            <p:spPr>
              <a:xfrm>
                <a:off x="5277198" y="3215132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6 w 291592"/>
                  <a:gd name="connsiteY3" fmla="*/ 197295 h 236727"/>
                  <a:gd name="connsiteX4" fmla="*/ 60516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96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6" y="197295"/>
                    </a:lnTo>
                    <a:lnTo>
                      <a:pt x="60516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96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84">
                <a:extLst>
                  <a:ext uri="{FF2B5EF4-FFF2-40B4-BE49-F238E27FC236}">
                    <a16:creationId xmlns:a16="http://schemas.microsoft.com/office/drawing/2014/main" id="{B56ED548-2E4F-A437-2452-276AB0ECC29A}"/>
                  </a:ext>
                </a:extLst>
              </p:cNvPr>
              <p:cNvSpPr/>
              <p:nvPr/>
            </p:nvSpPr>
            <p:spPr>
              <a:xfrm>
                <a:off x="5009102" y="3215258"/>
                <a:ext cx="236664" cy="236791"/>
              </a:xfrm>
              <a:custGeom>
                <a:avLst/>
                <a:gdLst>
                  <a:gd name="connsiteX0" fmla="*/ 56388 w 236664"/>
                  <a:gd name="connsiteY0" fmla="*/ 90233 h 236791"/>
                  <a:gd name="connsiteX1" fmla="*/ 155003 w 236664"/>
                  <a:gd name="connsiteY1" fmla="*/ 90233 h 236791"/>
                  <a:gd name="connsiteX2" fmla="*/ 174752 w 236664"/>
                  <a:gd name="connsiteY2" fmla="*/ 70485 h 236791"/>
                  <a:gd name="connsiteX3" fmla="*/ 155003 w 236664"/>
                  <a:gd name="connsiteY3" fmla="*/ 50737 h 236791"/>
                  <a:gd name="connsiteX4" fmla="*/ 56388 w 236664"/>
                  <a:gd name="connsiteY4" fmla="*/ 50737 h 236791"/>
                  <a:gd name="connsiteX5" fmla="*/ 56388 w 236664"/>
                  <a:gd name="connsiteY5" fmla="*/ 90170 h 236791"/>
                  <a:gd name="connsiteX6" fmla="*/ 56388 w 236664"/>
                  <a:gd name="connsiteY6" fmla="*/ 186055 h 236791"/>
                  <a:gd name="connsiteX7" fmla="*/ 157861 w 236664"/>
                  <a:gd name="connsiteY7" fmla="*/ 186055 h 236791"/>
                  <a:gd name="connsiteX8" fmla="*/ 180340 w 236664"/>
                  <a:gd name="connsiteY8" fmla="*/ 163449 h 236791"/>
                  <a:gd name="connsiteX9" fmla="*/ 157861 w 236664"/>
                  <a:gd name="connsiteY9" fmla="*/ 140907 h 236791"/>
                  <a:gd name="connsiteX10" fmla="*/ 56324 w 236664"/>
                  <a:gd name="connsiteY10" fmla="*/ 140907 h 236791"/>
                  <a:gd name="connsiteX11" fmla="*/ 56324 w 236664"/>
                  <a:gd name="connsiteY11" fmla="*/ 186055 h 236791"/>
                  <a:gd name="connsiteX12" fmla="*/ 214947 w 236664"/>
                  <a:gd name="connsiteY12" fmla="*/ 113411 h 236791"/>
                  <a:gd name="connsiteX13" fmla="*/ 236664 w 236664"/>
                  <a:gd name="connsiteY13" fmla="*/ 164910 h 236791"/>
                  <a:gd name="connsiteX14" fmla="*/ 164909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25 h 236791"/>
                  <a:gd name="connsiteX19" fmla="*/ 214884 w 236664"/>
                  <a:gd name="connsiteY19" fmla="*/ 113411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233"/>
                    </a:moveTo>
                    <a:lnTo>
                      <a:pt x="155003" y="90233"/>
                    </a:lnTo>
                    <a:cubicBezTo>
                      <a:pt x="165925" y="90233"/>
                      <a:pt x="174752" y="81407"/>
                      <a:pt x="174752" y="70485"/>
                    </a:cubicBezTo>
                    <a:cubicBezTo>
                      <a:pt x="174752" y="59563"/>
                      <a:pt x="165862" y="50737"/>
                      <a:pt x="155003" y="50737"/>
                    </a:cubicBezTo>
                    <a:lnTo>
                      <a:pt x="56388" y="50737"/>
                    </a:lnTo>
                    <a:cubicBezTo>
                      <a:pt x="56388" y="50737"/>
                      <a:pt x="56388" y="90170"/>
                      <a:pt x="56388" y="90170"/>
                    </a:cubicBezTo>
                    <a:close/>
                    <a:moveTo>
                      <a:pt x="56388" y="186055"/>
                    </a:moveTo>
                    <a:lnTo>
                      <a:pt x="157861" y="186055"/>
                    </a:lnTo>
                    <a:cubicBezTo>
                      <a:pt x="170307" y="186055"/>
                      <a:pt x="180340" y="175958"/>
                      <a:pt x="180340" y="163449"/>
                    </a:cubicBezTo>
                    <a:cubicBezTo>
                      <a:pt x="180340" y="150939"/>
                      <a:pt x="170307" y="140907"/>
                      <a:pt x="157861" y="140907"/>
                    </a:cubicBezTo>
                    <a:lnTo>
                      <a:pt x="56324" y="140907"/>
                    </a:lnTo>
                    <a:lnTo>
                      <a:pt x="56324" y="186055"/>
                    </a:lnTo>
                    <a:close/>
                    <a:moveTo>
                      <a:pt x="214947" y="113411"/>
                    </a:moveTo>
                    <a:cubicBezTo>
                      <a:pt x="228346" y="126492"/>
                      <a:pt x="236664" y="144717"/>
                      <a:pt x="236664" y="164910"/>
                    </a:cubicBezTo>
                    <a:cubicBezTo>
                      <a:pt x="236664" y="204533"/>
                      <a:pt x="204533" y="236728"/>
                      <a:pt x="164909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79" y="64"/>
                      <a:pt x="231077" y="30988"/>
                      <a:pt x="231077" y="69025"/>
                    </a:cubicBezTo>
                    <a:cubicBezTo>
                      <a:pt x="231077" y="85915"/>
                      <a:pt x="224980" y="101410"/>
                      <a:pt x="214884" y="1134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: Shape 85">
                <a:extLst>
                  <a:ext uri="{FF2B5EF4-FFF2-40B4-BE49-F238E27FC236}">
                    <a16:creationId xmlns:a16="http://schemas.microsoft.com/office/drawing/2014/main" id="{CC617F17-68DC-C4A1-3A6C-11779418B316}"/>
                  </a:ext>
                </a:extLst>
              </p:cNvPr>
              <p:cNvSpPr/>
              <p:nvPr/>
            </p:nvSpPr>
            <p:spPr>
              <a:xfrm>
                <a:off x="5583586" y="3502596"/>
                <a:ext cx="214185" cy="236727"/>
              </a:xfrm>
              <a:custGeom>
                <a:avLst/>
                <a:gdLst>
                  <a:gd name="connsiteX0" fmla="*/ 214186 w 214185"/>
                  <a:gd name="connsiteY0" fmla="*/ 0 h 236727"/>
                  <a:gd name="connsiteX1" fmla="*/ 214186 w 214185"/>
                  <a:gd name="connsiteY1" fmla="*/ 50736 h 236727"/>
                  <a:gd name="connsiteX2" fmla="*/ 56388 w 214185"/>
                  <a:gd name="connsiteY2" fmla="*/ 50736 h 236727"/>
                  <a:gd name="connsiteX3" fmla="*/ 56388 w 214185"/>
                  <a:gd name="connsiteY3" fmla="*/ 90233 h 236727"/>
                  <a:gd name="connsiteX4" fmla="*/ 208534 w 214185"/>
                  <a:gd name="connsiteY4" fmla="*/ 90170 h 236727"/>
                  <a:gd name="connsiteX5" fmla="*/ 208534 w 214185"/>
                  <a:gd name="connsiteY5" fmla="*/ 140907 h 236727"/>
                  <a:gd name="connsiteX6" fmla="*/ 56388 w 214185"/>
                  <a:gd name="connsiteY6" fmla="*/ 140907 h 236727"/>
                  <a:gd name="connsiteX7" fmla="*/ 56388 w 214185"/>
                  <a:gd name="connsiteY7" fmla="*/ 185991 h 236727"/>
                  <a:gd name="connsiteX8" fmla="*/ 214186 w 214185"/>
                  <a:gd name="connsiteY8" fmla="*/ 185991 h 236727"/>
                  <a:gd name="connsiteX9" fmla="*/ 214186 w 214185"/>
                  <a:gd name="connsiteY9" fmla="*/ 236728 h 236727"/>
                  <a:gd name="connsiteX10" fmla="*/ 0 w 214185"/>
                  <a:gd name="connsiteY10" fmla="*/ 236728 h 236727"/>
                  <a:gd name="connsiteX11" fmla="*/ 0 w 214185"/>
                  <a:gd name="connsiteY11" fmla="*/ 0 h 236727"/>
                  <a:gd name="connsiteX12" fmla="*/ 214186 w 214185"/>
                  <a:gd name="connsiteY12" fmla="*/ 0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727">
                    <a:moveTo>
                      <a:pt x="214186" y="0"/>
                    </a:moveTo>
                    <a:lnTo>
                      <a:pt x="214186" y="50736"/>
                    </a:lnTo>
                    <a:lnTo>
                      <a:pt x="56388" y="50736"/>
                    </a:lnTo>
                    <a:lnTo>
                      <a:pt x="56388" y="90233"/>
                    </a:lnTo>
                    <a:lnTo>
                      <a:pt x="208534" y="90170"/>
                    </a:lnTo>
                    <a:lnTo>
                      <a:pt x="208534" y="140907"/>
                    </a:lnTo>
                    <a:lnTo>
                      <a:pt x="56388" y="140907"/>
                    </a:lnTo>
                    <a:lnTo>
                      <a:pt x="56388" y="185991"/>
                    </a:lnTo>
                    <a:lnTo>
                      <a:pt x="214186" y="185991"/>
                    </a:lnTo>
                    <a:lnTo>
                      <a:pt x="214186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86">
                <a:extLst>
                  <a:ext uri="{FF2B5EF4-FFF2-40B4-BE49-F238E27FC236}">
                    <a16:creationId xmlns:a16="http://schemas.microsoft.com/office/drawing/2014/main" id="{DA3BC0FE-3439-AEAB-FDD5-7C9161DEA48D}"/>
                  </a:ext>
                </a:extLst>
              </p:cNvPr>
              <p:cNvSpPr/>
              <p:nvPr/>
            </p:nvSpPr>
            <p:spPr>
              <a:xfrm>
                <a:off x="5583522" y="3795648"/>
                <a:ext cx="256540" cy="236728"/>
              </a:xfrm>
              <a:custGeom>
                <a:avLst/>
                <a:gdLst>
                  <a:gd name="connsiteX0" fmla="*/ 174688 w 256540"/>
                  <a:gd name="connsiteY0" fmla="*/ 73342 h 236728"/>
                  <a:gd name="connsiteX1" fmla="*/ 152337 w 256540"/>
                  <a:gd name="connsiteY1" fmla="*/ 50800 h 236728"/>
                  <a:gd name="connsiteX2" fmla="*/ 56388 w 256540"/>
                  <a:gd name="connsiteY2" fmla="*/ 50800 h 236728"/>
                  <a:gd name="connsiteX3" fmla="*/ 56388 w 256540"/>
                  <a:gd name="connsiteY3" fmla="*/ 95885 h 236728"/>
                  <a:gd name="connsiteX4" fmla="*/ 152337 w 256540"/>
                  <a:gd name="connsiteY4" fmla="*/ 95885 h 236728"/>
                  <a:gd name="connsiteX5" fmla="*/ 174688 w 256540"/>
                  <a:gd name="connsiteY5" fmla="*/ 73406 h 236728"/>
                  <a:gd name="connsiteX6" fmla="*/ 63 w 256540"/>
                  <a:gd name="connsiteY6" fmla="*/ 236728 h 236728"/>
                  <a:gd name="connsiteX7" fmla="*/ 63 w 256540"/>
                  <a:gd name="connsiteY7" fmla="*/ 0 h 236728"/>
                  <a:gd name="connsiteX8" fmla="*/ 158178 w 256540"/>
                  <a:gd name="connsiteY8" fmla="*/ 0 h 236728"/>
                  <a:gd name="connsiteX9" fmla="*/ 231013 w 256540"/>
                  <a:gd name="connsiteY9" fmla="*/ 73342 h 236728"/>
                  <a:gd name="connsiteX10" fmla="*/ 185420 w 256540"/>
                  <a:gd name="connsiteY10" fmla="*/ 141288 h 236728"/>
                  <a:gd name="connsiteX11" fmla="*/ 256540 w 256540"/>
                  <a:gd name="connsiteY11" fmla="*/ 236665 h 236728"/>
                  <a:gd name="connsiteX12" fmla="*/ 188849 w 256540"/>
                  <a:gd name="connsiteY12" fmla="*/ 236665 h 236728"/>
                  <a:gd name="connsiteX13" fmla="*/ 121222 w 256540"/>
                  <a:gd name="connsiteY13" fmla="*/ 146495 h 236728"/>
                  <a:gd name="connsiteX14" fmla="*/ 56388 w 256540"/>
                  <a:gd name="connsiteY14" fmla="*/ 146495 h 236728"/>
                  <a:gd name="connsiteX15" fmla="*/ 56388 w 256540"/>
                  <a:gd name="connsiteY15" fmla="*/ 236665 h 236728"/>
                  <a:gd name="connsiteX16" fmla="*/ 0 w 256540"/>
                  <a:gd name="connsiteY16" fmla="*/ 236665 h 236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6540" h="236728">
                    <a:moveTo>
                      <a:pt x="174688" y="73342"/>
                    </a:moveTo>
                    <a:cubicBezTo>
                      <a:pt x="174688" y="60897"/>
                      <a:pt x="164719" y="50864"/>
                      <a:pt x="152337" y="50800"/>
                    </a:cubicBezTo>
                    <a:lnTo>
                      <a:pt x="56388" y="50800"/>
                    </a:lnTo>
                    <a:lnTo>
                      <a:pt x="56388" y="95885"/>
                    </a:lnTo>
                    <a:lnTo>
                      <a:pt x="152337" y="95885"/>
                    </a:lnTo>
                    <a:cubicBezTo>
                      <a:pt x="164719" y="95758"/>
                      <a:pt x="174688" y="85725"/>
                      <a:pt x="174688" y="73406"/>
                    </a:cubicBezTo>
                    <a:close/>
                    <a:moveTo>
                      <a:pt x="63" y="236728"/>
                    </a:moveTo>
                    <a:lnTo>
                      <a:pt x="63" y="0"/>
                    </a:lnTo>
                    <a:lnTo>
                      <a:pt x="158178" y="0"/>
                    </a:lnTo>
                    <a:cubicBezTo>
                      <a:pt x="198438" y="254"/>
                      <a:pt x="231013" y="33020"/>
                      <a:pt x="231013" y="73342"/>
                    </a:cubicBezTo>
                    <a:cubicBezTo>
                      <a:pt x="231013" y="104013"/>
                      <a:pt x="212153" y="130366"/>
                      <a:pt x="185420" y="141288"/>
                    </a:cubicBezTo>
                    <a:lnTo>
                      <a:pt x="256540" y="236665"/>
                    </a:lnTo>
                    <a:lnTo>
                      <a:pt x="188849" y="236665"/>
                    </a:lnTo>
                    <a:lnTo>
                      <a:pt x="121222" y="146495"/>
                    </a:lnTo>
                    <a:lnTo>
                      <a:pt x="56388" y="146495"/>
                    </a:lnTo>
                    <a:lnTo>
                      <a:pt x="56388" y="236665"/>
                    </a:lnTo>
                    <a:lnTo>
                      <a:pt x="0" y="236665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9" name="Freeform: Shape 76">
              <a:extLst>
                <a:ext uri="{FF2B5EF4-FFF2-40B4-BE49-F238E27FC236}">
                  <a16:creationId xmlns:a16="http://schemas.microsoft.com/office/drawing/2014/main" id="{A0BB80B2-64D0-6E1E-A668-3A7A57C1E3EB}"/>
                </a:ext>
              </a:extLst>
            </p:cNvPr>
            <p:cNvSpPr/>
            <p:nvPr/>
          </p:nvSpPr>
          <p:spPr>
            <a:xfrm>
              <a:off x="4836699" y="2481643"/>
              <a:ext cx="1709864" cy="1605470"/>
            </a:xfrm>
            <a:custGeom>
              <a:avLst/>
              <a:gdLst>
                <a:gd name="connsiteX0" fmla="*/ 1708150 w 1709864"/>
                <a:gd name="connsiteY0" fmla="*/ 802767 h 1605470"/>
                <a:gd name="connsiteX1" fmla="*/ 854075 w 1709864"/>
                <a:gd name="connsiteY1" fmla="*/ 0 h 1605470"/>
                <a:gd name="connsiteX2" fmla="*/ 0 w 1709864"/>
                <a:gd name="connsiteY2" fmla="*/ 802767 h 1605470"/>
                <a:gd name="connsiteX3" fmla="*/ 4890 w 1709864"/>
                <a:gd name="connsiteY3" fmla="*/ 856171 h 1605470"/>
                <a:gd name="connsiteX4" fmla="*/ 165100 w 1709864"/>
                <a:gd name="connsiteY4" fmla="*/ 1257300 h 1605470"/>
                <a:gd name="connsiteX5" fmla="*/ 854075 w 1709864"/>
                <a:gd name="connsiteY5" fmla="*/ 1605471 h 1605470"/>
                <a:gd name="connsiteX6" fmla="*/ 106235 w 1709864"/>
                <a:gd name="connsiteY6" fmla="*/ 908748 h 1605470"/>
                <a:gd name="connsiteX7" fmla="*/ 104331 w 1709864"/>
                <a:gd name="connsiteY7" fmla="*/ 855726 h 1605470"/>
                <a:gd name="connsiteX8" fmla="*/ 106235 w 1709864"/>
                <a:gd name="connsiteY8" fmla="*/ 802703 h 1605470"/>
                <a:gd name="connsiteX9" fmla="*/ 854075 w 1709864"/>
                <a:gd name="connsiteY9" fmla="*/ 105982 h 1605470"/>
                <a:gd name="connsiteX10" fmla="*/ 1543114 w 1709864"/>
                <a:gd name="connsiteY10" fmla="*/ 454279 h 1605470"/>
                <a:gd name="connsiteX11" fmla="*/ 1703261 w 1709864"/>
                <a:gd name="connsiteY11" fmla="*/ 856107 h 1605470"/>
                <a:gd name="connsiteX12" fmla="*/ 1708150 w 1709864"/>
                <a:gd name="connsiteY12" fmla="*/ 908685 h 1605470"/>
                <a:gd name="connsiteX13" fmla="*/ 1709864 w 1709864"/>
                <a:gd name="connsiteY13" fmla="*/ 855663 h 1605470"/>
                <a:gd name="connsiteX14" fmla="*/ 1708150 w 1709864"/>
                <a:gd name="connsiteY14" fmla="*/ 802640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08150" y="802767"/>
                  </a:moveTo>
                  <a:cubicBezTo>
                    <a:pt x="1680782" y="354838"/>
                    <a:pt x="1308862" y="0"/>
                    <a:pt x="854075" y="0"/>
                  </a:cubicBezTo>
                  <a:cubicBezTo>
                    <a:pt x="399288" y="0"/>
                    <a:pt x="27368" y="354838"/>
                    <a:pt x="0" y="802767"/>
                  </a:cubicBezTo>
                  <a:cubicBezTo>
                    <a:pt x="1080" y="820738"/>
                    <a:pt x="2731" y="838581"/>
                    <a:pt x="4890" y="856171"/>
                  </a:cubicBezTo>
                  <a:cubicBezTo>
                    <a:pt x="23368" y="1005141"/>
                    <a:pt x="80201" y="1142238"/>
                    <a:pt x="165100" y="1257300"/>
                  </a:cubicBezTo>
                  <a:cubicBezTo>
                    <a:pt x="320929" y="1468501"/>
                    <a:pt x="571500" y="1605471"/>
                    <a:pt x="854075" y="1605471"/>
                  </a:cubicBezTo>
                  <a:cubicBezTo>
                    <a:pt x="458470" y="1605471"/>
                    <a:pt x="133541" y="1297496"/>
                    <a:pt x="106235" y="908748"/>
                  </a:cubicBezTo>
                  <a:cubicBezTo>
                    <a:pt x="105029" y="891222"/>
                    <a:pt x="104331" y="873570"/>
                    <a:pt x="104331" y="855726"/>
                  </a:cubicBezTo>
                  <a:cubicBezTo>
                    <a:pt x="104331" y="837883"/>
                    <a:pt x="105029" y="820229"/>
                    <a:pt x="106235" y="802703"/>
                  </a:cubicBezTo>
                  <a:cubicBezTo>
                    <a:pt x="133541" y="413957"/>
                    <a:pt x="458470" y="105982"/>
                    <a:pt x="854075" y="105982"/>
                  </a:cubicBezTo>
                  <a:cubicBezTo>
                    <a:pt x="1136714" y="105982"/>
                    <a:pt x="1387285" y="243014"/>
                    <a:pt x="1543114" y="454279"/>
                  </a:cubicBezTo>
                  <a:cubicBezTo>
                    <a:pt x="1628140" y="569532"/>
                    <a:pt x="1684846" y="706882"/>
                    <a:pt x="1703261" y="856107"/>
                  </a:cubicBezTo>
                  <a:cubicBezTo>
                    <a:pt x="1705420" y="873506"/>
                    <a:pt x="1707071" y="891032"/>
                    <a:pt x="1708150" y="908685"/>
                  </a:cubicBezTo>
                  <a:cubicBezTo>
                    <a:pt x="1709230" y="891159"/>
                    <a:pt x="1709864" y="873442"/>
                    <a:pt x="1709864" y="855663"/>
                  </a:cubicBezTo>
                  <a:cubicBezTo>
                    <a:pt x="1709864" y="837883"/>
                    <a:pt x="1709230" y="820166"/>
                    <a:pt x="1708150" y="802640"/>
                  </a:cubicBezTo>
                </a:path>
              </a:pathLst>
            </a:custGeom>
            <a:solidFill>
              <a:srgbClr val="89D32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77">
              <a:extLst>
                <a:ext uri="{FF2B5EF4-FFF2-40B4-BE49-F238E27FC236}">
                  <a16:creationId xmlns:a16="http://schemas.microsoft.com/office/drawing/2014/main" id="{8A8E9A15-92EE-9543-3179-A74F9E4FA559}"/>
                </a:ext>
              </a:extLst>
            </p:cNvPr>
            <p:cNvSpPr/>
            <p:nvPr/>
          </p:nvSpPr>
          <p:spPr>
            <a:xfrm>
              <a:off x="4834985" y="2587751"/>
              <a:ext cx="1709864" cy="1605470"/>
            </a:xfrm>
            <a:custGeom>
              <a:avLst/>
              <a:gdLst>
                <a:gd name="connsiteX0" fmla="*/ 1714 w 1709864"/>
                <a:gd name="connsiteY0" fmla="*/ 802704 h 1605470"/>
                <a:gd name="connsiteX1" fmla="*/ 855790 w 1709864"/>
                <a:gd name="connsiteY1" fmla="*/ 1605470 h 1605470"/>
                <a:gd name="connsiteX2" fmla="*/ 1709865 w 1709864"/>
                <a:gd name="connsiteY2" fmla="*/ 802704 h 1605470"/>
                <a:gd name="connsiteX3" fmla="*/ 1704975 w 1709864"/>
                <a:gd name="connsiteY3" fmla="*/ 749300 h 1605470"/>
                <a:gd name="connsiteX4" fmla="*/ 1544765 w 1709864"/>
                <a:gd name="connsiteY4" fmla="*/ 348171 h 1605470"/>
                <a:gd name="connsiteX5" fmla="*/ 855790 w 1709864"/>
                <a:gd name="connsiteY5" fmla="*/ 0 h 1605470"/>
                <a:gd name="connsiteX6" fmla="*/ 1603629 w 1709864"/>
                <a:gd name="connsiteY6" fmla="*/ 696722 h 1605470"/>
                <a:gd name="connsiteX7" fmla="*/ 1605534 w 1709864"/>
                <a:gd name="connsiteY7" fmla="*/ 749745 h 1605470"/>
                <a:gd name="connsiteX8" fmla="*/ 1603629 w 1709864"/>
                <a:gd name="connsiteY8" fmla="*/ 802767 h 1605470"/>
                <a:gd name="connsiteX9" fmla="*/ 855790 w 1709864"/>
                <a:gd name="connsiteY9" fmla="*/ 1499489 h 1605470"/>
                <a:gd name="connsiteX10" fmla="*/ 166751 w 1709864"/>
                <a:gd name="connsiteY10" fmla="*/ 1151192 h 1605470"/>
                <a:gd name="connsiteX11" fmla="*/ 6604 w 1709864"/>
                <a:gd name="connsiteY11" fmla="*/ 749364 h 1605470"/>
                <a:gd name="connsiteX12" fmla="*/ 1714 w 1709864"/>
                <a:gd name="connsiteY12" fmla="*/ 696786 h 1605470"/>
                <a:gd name="connsiteX13" fmla="*/ 0 w 1709864"/>
                <a:gd name="connsiteY13" fmla="*/ 749808 h 1605470"/>
                <a:gd name="connsiteX14" fmla="*/ 1714 w 1709864"/>
                <a:gd name="connsiteY14" fmla="*/ 802831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14" y="802704"/>
                  </a:moveTo>
                  <a:cubicBezTo>
                    <a:pt x="29083" y="1250632"/>
                    <a:pt x="401003" y="1605470"/>
                    <a:pt x="855790" y="1605470"/>
                  </a:cubicBezTo>
                  <a:cubicBezTo>
                    <a:pt x="1310577" y="1605470"/>
                    <a:pt x="1682496" y="1250632"/>
                    <a:pt x="1709865" y="802704"/>
                  </a:cubicBezTo>
                  <a:cubicBezTo>
                    <a:pt x="1708785" y="784733"/>
                    <a:pt x="1707134" y="766889"/>
                    <a:pt x="1704975" y="749300"/>
                  </a:cubicBezTo>
                  <a:cubicBezTo>
                    <a:pt x="1686497" y="600329"/>
                    <a:pt x="1629728" y="463233"/>
                    <a:pt x="1544765" y="348171"/>
                  </a:cubicBezTo>
                  <a:cubicBezTo>
                    <a:pt x="1388935" y="136970"/>
                    <a:pt x="1138365" y="0"/>
                    <a:pt x="855790" y="0"/>
                  </a:cubicBezTo>
                  <a:cubicBezTo>
                    <a:pt x="1251394" y="0"/>
                    <a:pt x="1576324" y="307975"/>
                    <a:pt x="1603629" y="696722"/>
                  </a:cubicBezTo>
                  <a:cubicBezTo>
                    <a:pt x="1604835" y="714248"/>
                    <a:pt x="1605534" y="731901"/>
                    <a:pt x="1605534" y="749745"/>
                  </a:cubicBezTo>
                  <a:cubicBezTo>
                    <a:pt x="1605534" y="767588"/>
                    <a:pt x="1604835" y="785241"/>
                    <a:pt x="1603629" y="802767"/>
                  </a:cubicBezTo>
                  <a:cubicBezTo>
                    <a:pt x="1576324" y="1191514"/>
                    <a:pt x="1251394" y="1499489"/>
                    <a:pt x="855790" y="1499489"/>
                  </a:cubicBezTo>
                  <a:cubicBezTo>
                    <a:pt x="573151" y="1499489"/>
                    <a:pt x="322580" y="1362456"/>
                    <a:pt x="166751" y="1151192"/>
                  </a:cubicBezTo>
                  <a:cubicBezTo>
                    <a:pt x="81725" y="1035939"/>
                    <a:pt x="25019" y="898589"/>
                    <a:pt x="6604" y="749364"/>
                  </a:cubicBezTo>
                  <a:cubicBezTo>
                    <a:pt x="4445" y="731964"/>
                    <a:pt x="2794" y="714439"/>
                    <a:pt x="1714" y="696786"/>
                  </a:cubicBezTo>
                  <a:cubicBezTo>
                    <a:pt x="635" y="714312"/>
                    <a:pt x="0" y="731964"/>
                    <a:pt x="0" y="749808"/>
                  </a:cubicBezTo>
                  <a:cubicBezTo>
                    <a:pt x="0" y="767651"/>
                    <a:pt x="635" y="785305"/>
                    <a:pt x="1714" y="802831"/>
                  </a:cubicBezTo>
                </a:path>
              </a:pathLst>
            </a:custGeom>
            <a:solidFill>
              <a:srgbClr val="00BC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208679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03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47FF8C9B-674F-59E8-7A0E-2E61D8D250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5474861" cy="6858000"/>
          </a:xfrm>
          <a:custGeom>
            <a:avLst/>
            <a:gdLst>
              <a:gd name="connsiteX0" fmla="*/ 0 w 5474861"/>
              <a:gd name="connsiteY0" fmla="*/ 0 h 6858000"/>
              <a:gd name="connsiteX1" fmla="*/ 15240 w 5474861"/>
              <a:gd name="connsiteY1" fmla="*/ 0 h 6858000"/>
              <a:gd name="connsiteX2" fmla="*/ 1302940 w 5474861"/>
              <a:gd name="connsiteY2" fmla="*/ 0 h 6858000"/>
              <a:gd name="connsiteX3" fmla="*/ 1813560 w 5474861"/>
              <a:gd name="connsiteY3" fmla="*/ 0 h 6858000"/>
              <a:gd name="connsiteX4" fmla="*/ 2887315 w 5474861"/>
              <a:gd name="connsiteY4" fmla="*/ 0 h 6858000"/>
              <a:gd name="connsiteX5" fmla="*/ 5474861 w 5474861"/>
              <a:gd name="connsiteY5" fmla="*/ 0 h 6858000"/>
              <a:gd name="connsiteX6" fmla="*/ 5474861 w 5474861"/>
              <a:gd name="connsiteY6" fmla="*/ 6858000 h 6858000"/>
              <a:gd name="connsiteX7" fmla="*/ 1813560 w 5474861"/>
              <a:gd name="connsiteY7" fmla="*/ 6858000 h 6858000"/>
              <a:gd name="connsiteX8" fmla="*/ 1302940 w 5474861"/>
              <a:gd name="connsiteY8" fmla="*/ 6858000 h 6858000"/>
              <a:gd name="connsiteX9" fmla="*/ 0 w 5474861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474861" h="6858000">
                <a:moveTo>
                  <a:pt x="0" y="0"/>
                </a:moveTo>
                <a:lnTo>
                  <a:pt x="15240" y="0"/>
                </a:lnTo>
                <a:lnTo>
                  <a:pt x="1302940" y="0"/>
                </a:lnTo>
                <a:lnTo>
                  <a:pt x="1813560" y="0"/>
                </a:lnTo>
                <a:lnTo>
                  <a:pt x="2887315" y="0"/>
                </a:lnTo>
                <a:lnTo>
                  <a:pt x="5474861" y="0"/>
                </a:lnTo>
                <a:lnTo>
                  <a:pt x="5474861" y="6858000"/>
                </a:lnTo>
                <a:lnTo>
                  <a:pt x="1813560" y="6858000"/>
                </a:lnTo>
                <a:lnTo>
                  <a:pt x="130294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Bildplatzhalter 6">
            <a:extLst>
              <a:ext uri="{FF2B5EF4-FFF2-40B4-BE49-F238E27FC236}">
                <a16:creationId xmlns:a16="http://schemas.microsoft.com/office/drawing/2014/main" id="{D542982A-E7AC-48BD-8779-0C449F235D7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072762" y="-2203"/>
            <a:ext cx="8117651" cy="6867487"/>
          </a:xfrm>
          <a:custGeom>
            <a:avLst/>
            <a:gdLst>
              <a:gd name="connsiteX0" fmla="*/ 1341581 w 8115807"/>
              <a:gd name="connsiteY0" fmla="*/ 0 h 6860204"/>
              <a:gd name="connsiteX1" fmla="*/ 2616862 w 8115807"/>
              <a:gd name="connsiteY1" fmla="*/ 0 h 6860204"/>
              <a:gd name="connsiteX2" fmla="*/ 8112573 w 8115807"/>
              <a:gd name="connsiteY2" fmla="*/ 0 h 6860204"/>
              <a:gd name="connsiteX3" fmla="*/ 8115807 w 8115807"/>
              <a:gd name="connsiteY3" fmla="*/ 0 h 6860204"/>
              <a:gd name="connsiteX4" fmla="*/ 8115769 w 8115807"/>
              <a:gd name="connsiteY4" fmla="*/ 371296 h 6860204"/>
              <a:gd name="connsiteX5" fmla="*/ 8114555 w 8115807"/>
              <a:gd name="connsiteY5" fmla="*/ 2793814 h 6860204"/>
              <a:gd name="connsiteX6" fmla="*/ 8114061 w 8115807"/>
              <a:gd name="connsiteY6" fmla="*/ 3524729 h 6860204"/>
              <a:gd name="connsiteX7" fmla="*/ 8114200 w 8115807"/>
              <a:gd name="connsiteY7" fmla="*/ 3767783 h 6860204"/>
              <a:gd name="connsiteX8" fmla="*/ 8114953 w 8115807"/>
              <a:gd name="connsiteY8" fmla="*/ 6003673 h 6860204"/>
              <a:gd name="connsiteX9" fmla="*/ 8112627 w 8115807"/>
              <a:gd name="connsiteY9" fmla="*/ 6004084 h 6860204"/>
              <a:gd name="connsiteX10" fmla="*/ 8112573 w 8115807"/>
              <a:gd name="connsiteY10" fmla="*/ 6145054 h 6860204"/>
              <a:gd name="connsiteX11" fmla="*/ 8112445 w 8115807"/>
              <a:gd name="connsiteY11" fmla="*/ 6860204 h 6860204"/>
              <a:gd name="connsiteX12" fmla="*/ 4690933 w 8115807"/>
              <a:gd name="connsiteY12" fmla="*/ 6857999 h 6860204"/>
              <a:gd name="connsiteX13" fmla="*/ 1427327 w 8115807"/>
              <a:gd name="connsiteY13" fmla="*/ 6858316 h 6860204"/>
              <a:gd name="connsiteX14" fmla="*/ 1427382 w 8115807"/>
              <a:gd name="connsiteY14" fmla="*/ 6858000 h 6860204"/>
              <a:gd name="connsiteX15" fmla="*/ 0 w 8115807"/>
              <a:gd name="connsiteY15" fmla="*/ 6858000 h 6860204"/>
              <a:gd name="connsiteX0" fmla="*/ 1361897 w 8115807"/>
              <a:gd name="connsiteY0" fmla="*/ 0 h 6860204"/>
              <a:gd name="connsiteX1" fmla="*/ 2616862 w 8115807"/>
              <a:gd name="connsiteY1" fmla="*/ 0 h 6860204"/>
              <a:gd name="connsiteX2" fmla="*/ 8112573 w 8115807"/>
              <a:gd name="connsiteY2" fmla="*/ 0 h 6860204"/>
              <a:gd name="connsiteX3" fmla="*/ 8115807 w 8115807"/>
              <a:gd name="connsiteY3" fmla="*/ 0 h 6860204"/>
              <a:gd name="connsiteX4" fmla="*/ 8115769 w 8115807"/>
              <a:gd name="connsiteY4" fmla="*/ 371296 h 6860204"/>
              <a:gd name="connsiteX5" fmla="*/ 8114555 w 8115807"/>
              <a:gd name="connsiteY5" fmla="*/ 2793814 h 6860204"/>
              <a:gd name="connsiteX6" fmla="*/ 8114061 w 8115807"/>
              <a:gd name="connsiteY6" fmla="*/ 3524729 h 6860204"/>
              <a:gd name="connsiteX7" fmla="*/ 8114200 w 8115807"/>
              <a:gd name="connsiteY7" fmla="*/ 3767783 h 6860204"/>
              <a:gd name="connsiteX8" fmla="*/ 8114953 w 8115807"/>
              <a:gd name="connsiteY8" fmla="*/ 6003673 h 6860204"/>
              <a:gd name="connsiteX9" fmla="*/ 8112627 w 8115807"/>
              <a:gd name="connsiteY9" fmla="*/ 6004084 h 6860204"/>
              <a:gd name="connsiteX10" fmla="*/ 8112573 w 8115807"/>
              <a:gd name="connsiteY10" fmla="*/ 6145054 h 6860204"/>
              <a:gd name="connsiteX11" fmla="*/ 8112445 w 8115807"/>
              <a:gd name="connsiteY11" fmla="*/ 6860204 h 6860204"/>
              <a:gd name="connsiteX12" fmla="*/ 4690933 w 8115807"/>
              <a:gd name="connsiteY12" fmla="*/ 6857999 h 6860204"/>
              <a:gd name="connsiteX13" fmla="*/ 1427327 w 8115807"/>
              <a:gd name="connsiteY13" fmla="*/ 6858316 h 6860204"/>
              <a:gd name="connsiteX14" fmla="*/ 1427382 w 8115807"/>
              <a:gd name="connsiteY14" fmla="*/ 6858000 h 6860204"/>
              <a:gd name="connsiteX15" fmla="*/ 0 w 8115807"/>
              <a:gd name="connsiteY15" fmla="*/ 6858000 h 6860204"/>
              <a:gd name="connsiteX16" fmla="*/ 1361897 w 8115807"/>
              <a:gd name="connsiteY16" fmla="*/ 0 h 6860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115807" h="6860204">
                <a:moveTo>
                  <a:pt x="1361897" y="0"/>
                </a:moveTo>
                <a:lnTo>
                  <a:pt x="2616862" y="0"/>
                </a:lnTo>
                <a:lnTo>
                  <a:pt x="8112573" y="0"/>
                </a:lnTo>
                <a:lnTo>
                  <a:pt x="8115807" y="0"/>
                </a:lnTo>
                <a:cubicBezTo>
                  <a:pt x="8115794" y="123765"/>
                  <a:pt x="8115782" y="247531"/>
                  <a:pt x="8115769" y="371296"/>
                </a:cubicBezTo>
                <a:cubicBezTo>
                  <a:pt x="8115631" y="1090055"/>
                  <a:pt x="8115129" y="1930029"/>
                  <a:pt x="8114555" y="2793814"/>
                </a:cubicBezTo>
                <a:cubicBezTo>
                  <a:pt x="8114390" y="3037452"/>
                  <a:pt x="8114226" y="3281091"/>
                  <a:pt x="8114061" y="3524729"/>
                </a:cubicBezTo>
                <a:cubicBezTo>
                  <a:pt x="8114107" y="3605747"/>
                  <a:pt x="8114154" y="3686765"/>
                  <a:pt x="8114200" y="3767783"/>
                </a:cubicBezTo>
                <a:cubicBezTo>
                  <a:pt x="8114618" y="4531665"/>
                  <a:pt x="8114953" y="5286254"/>
                  <a:pt x="8114953" y="6003673"/>
                </a:cubicBezTo>
                <a:lnTo>
                  <a:pt x="8112627" y="6004084"/>
                </a:lnTo>
                <a:lnTo>
                  <a:pt x="8112573" y="6145054"/>
                </a:lnTo>
                <a:cubicBezTo>
                  <a:pt x="8112491" y="6396425"/>
                  <a:pt x="8112445" y="6636011"/>
                  <a:pt x="8112445" y="6860204"/>
                </a:cubicBezTo>
                <a:lnTo>
                  <a:pt x="4690933" y="6857999"/>
                </a:lnTo>
                <a:lnTo>
                  <a:pt x="1427327" y="6858316"/>
                </a:lnTo>
                <a:cubicBezTo>
                  <a:pt x="1427345" y="6858211"/>
                  <a:pt x="1427364" y="6858105"/>
                  <a:pt x="1427382" y="6858000"/>
                </a:cubicBezTo>
                <a:lnTo>
                  <a:pt x="0" y="6858000"/>
                </a:lnTo>
                <a:cubicBezTo>
                  <a:pt x="447194" y="4572000"/>
                  <a:pt x="914703" y="2286000"/>
                  <a:pt x="136189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de-DE" dirty="0"/>
              <a:t>Click icon to add image</a:t>
            </a:r>
          </a:p>
        </p:txBody>
      </p:sp>
      <p:sp>
        <p:nvSpPr>
          <p:cNvPr id="13" name="Logoschutz" hidden="1"/>
          <p:cNvSpPr/>
          <p:nvPr userDrawn="1">
            <p:custDataLst>
              <p:tags r:id="rId2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26828F3-46E8-434C-91EB-93EE63658B9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706384" y="2424948"/>
            <a:ext cx="3751316" cy="1440000"/>
          </a:xfrm>
        </p:spPr>
        <p:txBody>
          <a:bodyPr anchor="b"/>
          <a:lstStyle>
            <a:lvl1pPr>
              <a:lnSpc>
                <a:spcPct val="90000"/>
              </a:lnSpc>
              <a:defRPr sz="4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Name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A65265F4-56EA-47B9-BCB3-0F02829E69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706189" y="4175180"/>
            <a:ext cx="3751316" cy="592952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 dirty="0"/>
              <a:t>Subline / Presenter / Date</a:t>
            </a:r>
          </a:p>
        </p:txBody>
      </p:sp>
      <p:grpSp>
        <p:nvGrpSpPr>
          <p:cNvPr id="27" name="Graphic 5">
            <a:extLst>
              <a:ext uri="{FF2B5EF4-FFF2-40B4-BE49-F238E27FC236}">
                <a16:creationId xmlns:a16="http://schemas.microsoft.com/office/drawing/2014/main" id="{83ECE3F2-01D0-2CB0-8481-9B0C34C4F3E2}"/>
              </a:ext>
            </a:extLst>
          </p:cNvPr>
          <p:cNvGrpSpPr/>
          <p:nvPr userDrawn="1"/>
        </p:nvGrpSpPr>
        <p:grpSpPr>
          <a:xfrm>
            <a:off x="701676" y="704850"/>
            <a:ext cx="720000" cy="720000"/>
            <a:chOff x="4834985" y="2481643"/>
            <a:chExt cx="1711578" cy="1711578"/>
          </a:xfrm>
        </p:grpSpPr>
        <p:grpSp>
          <p:nvGrpSpPr>
            <p:cNvPr id="28" name="Graphic 5">
              <a:extLst>
                <a:ext uri="{FF2B5EF4-FFF2-40B4-BE49-F238E27FC236}">
                  <a16:creationId xmlns:a16="http://schemas.microsoft.com/office/drawing/2014/main" id="{3F98D66F-EF1E-B622-A822-5B3D23F87102}"/>
                </a:ext>
              </a:extLst>
            </p:cNvPr>
            <p:cNvGrpSpPr/>
            <p:nvPr/>
          </p:nvGrpSpPr>
          <p:grpSpPr>
            <a:xfrm>
              <a:off x="5009102" y="2645727"/>
              <a:ext cx="1385188" cy="1386649"/>
              <a:chOff x="5009102" y="2645727"/>
              <a:chExt cx="1385188" cy="1386649"/>
            </a:xfrm>
            <a:solidFill>
              <a:srgbClr val="FFFFFF"/>
            </a:solidFill>
          </p:grpSpPr>
          <p:sp>
            <p:nvSpPr>
              <p:cNvPr id="31" name="Freeform: Shape 78">
                <a:extLst>
                  <a:ext uri="{FF2B5EF4-FFF2-40B4-BE49-F238E27FC236}">
                    <a16:creationId xmlns:a16="http://schemas.microsoft.com/office/drawing/2014/main" id="{1E87E42E-1C92-E765-E906-1D5067D92FDC}"/>
                  </a:ext>
                </a:extLst>
              </p:cNvPr>
              <p:cNvSpPr/>
              <p:nvPr/>
            </p:nvSpPr>
            <p:spPr>
              <a:xfrm>
                <a:off x="5583586" y="2645727"/>
                <a:ext cx="236664" cy="236791"/>
              </a:xfrm>
              <a:custGeom>
                <a:avLst/>
                <a:gdLst>
                  <a:gd name="connsiteX0" fmla="*/ 56388 w 236664"/>
                  <a:gd name="connsiteY0" fmla="*/ 90170 h 236791"/>
                  <a:gd name="connsiteX1" fmla="*/ 155004 w 236664"/>
                  <a:gd name="connsiteY1" fmla="*/ 90170 h 236791"/>
                  <a:gd name="connsiteX2" fmla="*/ 174752 w 236664"/>
                  <a:gd name="connsiteY2" fmla="*/ 70421 h 236791"/>
                  <a:gd name="connsiteX3" fmla="*/ 155004 w 236664"/>
                  <a:gd name="connsiteY3" fmla="*/ 50673 h 236791"/>
                  <a:gd name="connsiteX4" fmla="*/ 56388 w 236664"/>
                  <a:gd name="connsiteY4" fmla="*/ 50673 h 236791"/>
                  <a:gd name="connsiteX5" fmla="*/ 56388 w 236664"/>
                  <a:gd name="connsiteY5" fmla="*/ 90170 h 236791"/>
                  <a:gd name="connsiteX6" fmla="*/ 56388 w 236664"/>
                  <a:gd name="connsiteY6" fmla="*/ 185992 h 236791"/>
                  <a:gd name="connsiteX7" fmla="*/ 157924 w 236664"/>
                  <a:gd name="connsiteY7" fmla="*/ 185992 h 236791"/>
                  <a:gd name="connsiteX8" fmla="*/ 180404 w 236664"/>
                  <a:gd name="connsiteY8" fmla="*/ 163386 h 236791"/>
                  <a:gd name="connsiteX9" fmla="*/ 157924 w 236664"/>
                  <a:gd name="connsiteY9" fmla="*/ 140843 h 236791"/>
                  <a:gd name="connsiteX10" fmla="*/ 56388 w 236664"/>
                  <a:gd name="connsiteY10" fmla="*/ 140843 h 236791"/>
                  <a:gd name="connsiteX11" fmla="*/ 56388 w 236664"/>
                  <a:gd name="connsiteY11" fmla="*/ 185928 h 236791"/>
                  <a:gd name="connsiteX12" fmla="*/ 214948 w 236664"/>
                  <a:gd name="connsiteY12" fmla="*/ 113411 h 236791"/>
                  <a:gd name="connsiteX13" fmla="*/ 236665 w 236664"/>
                  <a:gd name="connsiteY13" fmla="*/ 164910 h 236791"/>
                  <a:gd name="connsiteX14" fmla="*/ 164910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88 h 236791"/>
                  <a:gd name="connsiteX19" fmla="*/ 214948 w 236664"/>
                  <a:gd name="connsiteY19" fmla="*/ 113474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170"/>
                    </a:moveTo>
                    <a:lnTo>
                      <a:pt x="155004" y="90170"/>
                    </a:lnTo>
                    <a:cubicBezTo>
                      <a:pt x="165862" y="90170"/>
                      <a:pt x="174752" y="81343"/>
                      <a:pt x="174752" y="70421"/>
                    </a:cubicBezTo>
                    <a:cubicBezTo>
                      <a:pt x="174752" y="59499"/>
                      <a:pt x="165862" y="50673"/>
                      <a:pt x="155004" y="50673"/>
                    </a:cubicBezTo>
                    <a:lnTo>
                      <a:pt x="56388" y="50673"/>
                    </a:lnTo>
                    <a:lnTo>
                      <a:pt x="56388" y="90170"/>
                    </a:lnTo>
                    <a:close/>
                    <a:moveTo>
                      <a:pt x="56388" y="185992"/>
                    </a:moveTo>
                    <a:lnTo>
                      <a:pt x="157924" y="185992"/>
                    </a:lnTo>
                    <a:cubicBezTo>
                      <a:pt x="170371" y="185992"/>
                      <a:pt x="180404" y="175895"/>
                      <a:pt x="180404" y="163386"/>
                    </a:cubicBezTo>
                    <a:cubicBezTo>
                      <a:pt x="180404" y="150876"/>
                      <a:pt x="170371" y="140843"/>
                      <a:pt x="157924" y="140843"/>
                    </a:cubicBezTo>
                    <a:lnTo>
                      <a:pt x="56388" y="140843"/>
                    </a:lnTo>
                    <a:lnTo>
                      <a:pt x="56388" y="185928"/>
                    </a:lnTo>
                    <a:close/>
                    <a:moveTo>
                      <a:pt x="214948" y="113411"/>
                    </a:moveTo>
                    <a:cubicBezTo>
                      <a:pt x="228346" y="126492"/>
                      <a:pt x="236665" y="144717"/>
                      <a:pt x="236665" y="164910"/>
                    </a:cubicBezTo>
                    <a:cubicBezTo>
                      <a:pt x="236665" y="204533"/>
                      <a:pt x="204534" y="236728"/>
                      <a:pt x="164910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16" y="64"/>
                      <a:pt x="231077" y="30988"/>
                      <a:pt x="231077" y="69088"/>
                    </a:cubicBezTo>
                    <a:cubicBezTo>
                      <a:pt x="231077" y="85979"/>
                      <a:pt x="224980" y="101473"/>
                      <a:pt x="214948" y="1134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79">
                <a:extLst>
                  <a:ext uri="{FF2B5EF4-FFF2-40B4-BE49-F238E27FC236}">
                    <a16:creationId xmlns:a16="http://schemas.microsoft.com/office/drawing/2014/main" id="{3888FB8D-CA5B-7F05-367B-41FA7B7AE296}"/>
                  </a:ext>
                </a:extLst>
              </p:cNvPr>
              <p:cNvSpPr/>
              <p:nvPr/>
            </p:nvSpPr>
            <p:spPr>
              <a:xfrm>
                <a:off x="5544914" y="2927667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5 w 291592"/>
                  <a:gd name="connsiteY3" fmla="*/ 197295 h 236727"/>
                  <a:gd name="connsiteX4" fmla="*/ 60515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33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5" y="197295"/>
                    </a:lnTo>
                    <a:lnTo>
                      <a:pt x="60515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33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80">
                <a:extLst>
                  <a:ext uri="{FF2B5EF4-FFF2-40B4-BE49-F238E27FC236}">
                    <a16:creationId xmlns:a16="http://schemas.microsoft.com/office/drawing/2014/main" id="{C88E6B1A-E0F4-14DB-3561-6DDF0153B13F}"/>
                  </a:ext>
                </a:extLst>
              </p:cNvPr>
              <p:cNvSpPr/>
              <p:nvPr/>
            </p:nvSpPr>
            <p:spPr>
              <a:xfrm>
                <a:off x="5542438" y="3215195"/>
                <a:ext cx="296481" cy="236664"/>
              </a:xfrm>
              <a:custGeom>
                <a:avLst/>
                <a:gdLst>
                  <a:gd name="connsiteX0" fmla="*/ 228663 w 296481"/>
                  <a:gd name="connsiteY0" fmla="*/ 0 h 236664"/>
                  <a:gd name="connsiteX1" fmla="*/ 296482 w 296481"/>
                  <a:gd name="connsiteY1" fmla="*/ 0 h 236664"/>
                  <a:gd name="connsiteX2" fmla="*/ 176466 w 296481"/>
                  <a:gd name="connsiteY2" fmla="*/ 154114 h 236664"/>
                  <a:gd name="connsiteX3" fmla="*/ 176466 w 296481"/>
                  <a:gd name="connsiteY3" fmla="*/ 236664 h 236664"/>
                  <a:gd name="connsiteX4" fmla="*/ 120079 w 296481"/>
                  <a:gd name="connsiteY4" fmla="*/ 236664 h 236664"/>
                  <a:gd name="connsiteX5" fmla="*/ 120079 w 296481"/>
                  <a:gd name="connsiteY5" fmla="*/ 154114 h 236664"/>
                  <a:gd name="connsiteX6" fmla="*/ 0 w 296481"/>
                  <a:gd name="connsiteY6" fmla="*/ 0 h 236664"/>
                  <a:gd name="connsiteX7" fmla="*/ 67818 w 296481"/>
                  <a:gd name="connsiteY7" fmla="*/ 0 h 236664"/>
                  <a:gd name="connsiteX8" fmla="*/ 148272 w 296481"/>
                  <a:gd name="connsiteY8" fmla="*/ 107760 h 236664"/>
                  <a:gd name="connsiteX9" fmla="*/ 228663 w 296481"/>
                  <a:gd name="connsiteY9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481" h="236664">
                    <a:moveTo>
                      <a:pt x="228663" y="0"/>
                    </a:moveTo>
                    <a:lnTo>
                      <a:pt x="296482" y="0"/>
                    </a:lnTo>
                    <a:lnTo>
                      <a:pt x="176466" y="154114"/>
                    </a:lnTo>
                    <a:lnTo>
                      <a:pt x="176466" y="236664"/>
                    </a:lnTo>
                    <a:lnTo>
                      <a:pt x="120079" y="236664"/>
                    </a:lnTo>
                    <a:lnTo>
                      <a:pt x="120079" y="154114"/>
                    </a:lnTo>
                    <a:lnTo>
                      <a:pt x="0" y="0"/>
                    </a:lnTo>
                    <a:lnTo>
                      <a:pt x="67818" y="0"/>
                    </a:lnTo>
                    <a:lnTo>
                      <a:pt x="148272" y="107760"/>
                    </a:lnTo>
                    <a:lnTo>
                      <a:pt x="228663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81">
                <a:extLst>
                  <a:ext uri="{FF2B5EF4-FFF2-40B4-BE49-F238E27FC236}">
                    <a16:creationId xmlns:a16="http://schemas.microsoft.com/office/drawing/2014/main" id="{F49FED38-8D45-FD40-AE40-52D07B919462}"/>
                  </a:ext>
                </a:extLst>
              </p:cNvPr>
              <p:cNvSpPr/>
              <p:nvPr/>
            </p:nvSpPr>
            <p:spPr>
              <a:xfrm>
                <a:off x="5870733" y="3215195"/>
                <a:ext cx="214185" cy="236664"/>
              </a:xfrm>
              <a:custGeom>
                <a:avLst/>
                <a:gdLst>
                  <a:gd name="connsiteX0" fmla="*/ 214186 w 214185"/>
                  <a:gd name="connsiteY0" fmla="*/ 0 h 236664"/>
                  <a:gd name="connsiteX1" fmla="*/ 214186 w 214185"/>
                  <a:gd name="connsiteY1" fmla="*/ 50737 h 236664"/>
                  <a:gd name="connsiteX2" fmla="*/ 56388 w 214185"/>
                  <a:gd name="connsiteY2" fmla="*/ 50737 h 236664"/>
                  <a:gd name="connsiteX3" fmla="*/ 56388 w 214185"/>
                  <a:gd name="connsiteY3" fmla="*/ 90170 h 236664"/>
                  <a:gd name="connsiteX4" fmla="*/ 208534 w 214185"/>
                  <a:gd name="connsiteY4" fmla="*/ 90170 h 236664"/>
                  <a:gd name="connsiteX5" fmla="*/ 208534 w 214185"/>
                  <a:gd name="connsiteY5" fmla="*/ 140843 h 236664"/>
                  <a:gd name="connsiteX6" fmla="*/ 56388 w 214185"/>
                  <a:gd name="connsiteY6" fmla="*/ 140843 h 236664"/>
                  <a:gd name="connsiteX7" fmla="*/ 56388 w 214185"/>
                  <a:gd name="connsiteY7" fmla="*/ 185992 h 236664"/>
                  <a:gd name="connsiteX8" fmla="*/ 214186 w 214185"/>
                  <a:gd name="connsiteY8" fmla="*/ 185992 h 236664"/>
                  <a:gd name="connsiteX9" fmla="*/ 214186 w 214185"/>
                  <a:gd name="connsiteY9" fmla="*/ 236664 h 236664"/>
                  <a:gd name="connsiteX10" fmla="*/ 0 w 214185"/>
                  <a:gd name="connsiteY10" fmla="*/ 236664 h 236664"/>
                  <a:gd name="connsiteX11" fmla="*/ 0 w 214185"/>
                  <a:gd name="connsiteY11" fmla="*/ 0 h 236664"/>
                  <a:gd name="connsiteX12" fmla="*/ 214186 w 214185"/>
                  <a:gd name="connsiteY12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664">
                    <a:moveTo>
                      <a:pt x="214186" y="0"/>
                    </a:moveTo>
                    <a:lnTo>
                      <a:pt x="214186" y="50737"/>
                    </a:lnTo>
                    <a:lnTo>
                      <a:pt x="56388" y="50737"/>
                    </a:lnTo>
                    <a:lnTo>
                      <a:pt x="56388" y="90170"/>
                    </a:lnTo>
                    <a:lnTo>
                      <a:pt x="208534" y="90170"/>
                    </a:lnTo>
                    <a:lnTo>
                      <a:pt x="208534" y="140843"/>
                    </a:lnTo>
                    <a:lnTo>
                      <a:pt x="56388" y="140843"/>
                    </a:lnTo>
                    <a:lnTo>
                      <a:pt x="56388" y="185992"/>
                    </a:lnTo>
                    <a:lnTo>
                      <a:pt x="214186" y="185992"/>
                    </a:lnTo>
                    <a:lnTo>
                      <a:pt x="214186" y="236664"/>
                    </a:lnTo>
                    <a:lnTo>
                      <a:pt x="0" y="236664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82">
                <a:extLst>
                  <a:ext uri="{FF2B5EF4-FFF2-40B4-BE49-F238E27FC236}">
                    <a16:creationId xmlns:a16="http://schemas.microsoft.com/office/drawing/2014/main" id="{655BC12B-74AB-088E-9A7D-84C0ADA43463}"/>
                  </a:ext>
                </a:extLst>
              </p:cNvPr>
              <p:cNvSpPr/>
              <p:nvPr/>
            </p:nvSpPr>
            <p:spPr>
              <a:xfrm>
                <a:off x="6160357" y="3215132"/>
                <a:ext cx="233933" cy="236727"/>
              </a:xfrm>
              <a:custGeom>
                <a:avLst/>
                <a:gdLst>
                  <a:gd name="connsiteX0" fmla="*/ 98679 w 233933"/>
                  <a:gd name="connsiteY0" fmla="*/ 146558 h 236727"/>
                  <a:gd name="connsiteX1" fmla="*/ 56388 w 233933"/>
                  <a:gd name="connsiteY1" fmla="*/ 146558 h 236727"/>
                  <a:gd name="connsiteX2" fmla="*/ 56388 w 233933"/>
                  <a:gd name="connsiteY2" fmla="*/ 236728 h 236727"/>
                  <a:gd name="connsiteX3" fmla="*/ 0 w 233933"/>
                  <a:gd name="connsiteY3" fmla="*/ 236728 h 236727"/>
                  <a:gd name="connsiteX4" fmla="*/ 0 w 233933"/>
                  <a:gd name="connsiteY4" fmla="*/ 0 h 236727"/>
                  <a:gd name="connsiteX5" fmla="*/ 143954 w 233933"/>
                  <a:gd name="connsiteY5" fmla="*/ 0 h 236727"/>
                  <a:gd name="connsiteX6" fmla="*/ 217043 w 233933"/>
                  <a:gd name="connsiteY6" fmla="*/ 73342 h 236727"/>
                  <a:gd name="connsiteX7" fmla="*/ 164465 w 233933"/>
                  <a:gd name="connsiteY7" fmla="*/ 143701 h 236727"/>
                  <a:gd name="connsiteX8" fmla="*/ 233934 w 233933"/>
                  <a:gd name="connsiteY8" fmla="*/ 236728 h 236727"/>
                  <a:gd name="connsiteX9" fmla="*/ 166307 w 233933"/>
                  <a:gd name="connsiteY9" fmla="*/ 236728 h 236727"/>
                  <a:gd name="connsiteX10" fmla="*/ 98679 w 233933"/>
                  <a:gd name="connsiteY10" fmla="*/ 146558 h 236727"/>
                  <a:gd name="connsiteX11" fmla="*/ 138239 w 233933"/>
                  <a:gd name="connsiteY11" fmla="*/ 50736 h 236727"/>
                  <a:gd name="connsiteX12" fmla="*/ 56388 w 233933"/>
                  <a:gd name="connsiteY12" fmla="*/ 50736 h 236727"/>
                  <a:gd name="connsiteX13" fmla="*/ 56388 w 233933"/>
                  <a:gd name="connsiteY13" fmla="*/ 95821 h 236727"/>
                  <a:gd name="connsiteX14" fmla="*/ 138239 w 233933"/>
                  <a:gd name="connsiteY14" fmla="*/ 95821 h 236727"/>
                  <a:gd name="connsiteX15" fmla="*/ 160655 w 233933"/>
                  <a:gd name="connsiteY15" fmla="*/ 73279 h 236727"/>
                  <a:gd name="connsiteX16" fmla="*/ 138239 w 233933"/>
                  <a:gd name="connsiteY16" fmla="*/ 50736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3933" h="236727">
                    <a:moveTo>
                      <a:pt x="98679" y="146558"/>
                    </a:moveTo>
                    <a:lnTo>
                      <a:pt x="56388" y="146558"/>
                    </a:lnTo>
                    <a:lnTo>
                      <a:pt x="56388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143954" y="0"/>
                    </a:lnTo>
                    <a:cubicBezTo>
                      <a:pt x="184341" y="127"/>
                      <a:pt x="217043" y="32893"/>
                      <a:pt x="217043" y="73342"/>
                    </a:cubicBezTo>
                    <a:cubicBezTo>
                      <a:pt x="217043" y="106680"/>
                      <a:pt x="194945" y="134810"/>
                      <a:pt x="164465" y="143701"/>
                    </a:cubicBezTo>
                    <a:lnTo>
                      <a:pt x="233934" y="236728"/>
                    </a:lnTo>
                    <a:lnTo>
                      <a:pt x="166307" y="236728"/>
                    </a:lnTo>
                    <a:lnTo>
                      <a:pt x="98679" y="146558"/>
                    </a:lnTo>
                    <a:close/>
                    <a:moveTo>
                      <a:pt x="138239" y="50736"/>
                    </a:moveTo>
                    <a:lnTo>
                      <a:pt x="56388" y="50736"/>
                    </a:lnTo>
                    <a:lnTo>
                      <a:pt x="56388" y="95821"/>
                    </a:lnTo>
                    <a:lnTo>
                      <a:pt x="138239" y="95821"/>
                    </a:lnTo>
                    <a:cubicBezTo>
                      <a:pt x="150622" y="95758"/>
                      <a:pt x="160655" y="85661"/>
                      <a:pt x="160655" y="73279"/>
                    </a:cubicBezTo>
                    <a:cubicBezTo>
                      <a:pt x="160655" y="60896"/>
                      <a:pt x="150622" y="50800"/>
                      <a:pt x="138239" y="507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83">
                <a:extLst>
                  <a:ext uri="{FF2B5EF4-FFF2-40B4-BE49-F238E27FC236}">
                    <a16:creationId xmlns:a16="http://schemas.microsoft.com/office/drawing/2014/main" id="{D86B8D97-B591-EAD9-9BDB-C72E424D6752}"/>
                  </a:ext>
                </a:extLst>
              </p:cNvPr>
              <p:cNvSpPr/>
              <p:nvPr/>
            </p:nvSpPr>
            <p:spPr>
              <a:xfrm>
                <a:off x="5277198" y="3215132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6 w 291592"/>
                  <a:gd name="connsiteY3" fmla="*/ 197295 h 236727"/>
                  <a:gd name="connsiteX4" fmla="*/ 60516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96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6" y="197295"/>
                    </a:lnTo>
                    <a:lnTo>
                      <a:pt x="60516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96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84">
                <a:extLst>
                  <a:ext uri="{FF2B5EF4-FFF2-40B4-BE49-F238E27FC236}">
                    <a16:creationId xmlns:a16="http://schemas.microsoft.com/office/drawing/2014/main" id="{B56ED548-2E4F-A437-2452-276AB0ECC29A}"/>
                  </a:ext>
                </a:extLst>
              </p:cNvPr>
              <p:cNvSpPr/>
              <p:nvPr/>
            </p:nvSpPr>
            <p:spPr>
              <a:xfrm>
                <a:off x="5009102" y="3215258"/>
                <a:ext cx="236664" cy="236791"/>
              </a:xfrm>
              <a:custGeom>
                <a:avLst/>
                <a:gdLst>
                  <a:gd name="connsiteX0" fmla="*/ 56388 w 236664"/>
                  <a:gd name="connsiteY0" fmla="*/ 90233 h 236791"/>
                  <a:gd name="connsiteX1" fmla="*/ 155003 w 236664"/>
                  <a:gd name="connsiteY1" fmla="*/ 90233 h 236791"/>
                  <a:gd name="connsiteX2" fmla="*/ 174752 w 236664"/>
                  <a:gd name="connsiteY2" fmla="*/ 70485 h 236791"/>
                  <a:gd name="connsiteX3" fmla="*/ 155003 w 236664"/>
                  <a:gd name="connsiteY3" fmla="*/ 50737 h 236791"/>
                  <a:gd name="connsiteX4" fmla="*/ 56388 w 236664"/>
                  <a:gd name="connsiteY4" fmla="*/ 50737 h 236791"/>
                  <a:gd name="connsiteX5" fmla="*/ 56388 w 236664"/>
                  <a:gd name="connsiteY5" fmla="*/ 90170 h 236791"/>
                  <a:gd name="connsiteX6" fmla="*/ 56388 w 236664"/>
                  <a:gd name="connsiteY6" fmla="*/ 186055 h 236791"/>
                  <a:gd name="connsiteX7" fmla="*/ 157861 w 236664"/>
                  <a:gd name="connsiteY7" fmla="*/ 186055 h 236791"/>
                  <a:gd name="connsiteX8" fmla="*/ 180340 w 236664"/>
                  <a:gd name="connsiteY8" fmla="*/ 163449 h 236791"/>
                  <a:gd name="connsiteX9" fmla="*/ 157861 w 236664"/>
                  <a:gd name="connsiteY9" fmla="*/ 140907 h 236791"/>
                  <a:gd name="connsiteX10" fmla="*/ 56324 w 236664"/>
                  <a:gd name="connsiteY10" fmla="*/ 140907 h 236791"/>
                  <a:gd name="connsiteX11" fmla="*/ 56324 w 236664"/>
                  <a:gd name="connsiteY11" fmla="*/ 186055 h 236791"/>
                  <a:gd name="connsiteX12" fmla="*/ 214947 w 236664"/>
                  <a:gd name="connsiteY12" fmla="*/ 113411 h 236791"/>
                  <a:gd name="connsiteX13" fmla="*/ 236664 w 236664"/>
                  <a:gd name="connsiteY13" fmla="*/ 164910 h 236791"/>
                  <a:gd name="connsiteX14" fmla="*/ 164909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25 h 236791"/>
                  <a:gd name="connsiteX19" fmla="*/ 214884 w 236664"/>
                  <a:gd name="connsiteY19" fmla="*/ 113411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233"/>
                    </a:moveTo>
                    <a:lnTo>
                      <a:pt x="155003" y="90233"/>
                    </a:lnTo>
                    <a:cubicBezTo>
                      <a:pt x="165925" y="90233"/>
                      <a:pt x="174752" y="81407"/>
                      <a:pt x="174752" y="70485"/>
                    </a:cubicBezTo>
                    <a:cubicBezTo>
                      <a:pt x="174752" y="59563"/>
                      <a:pt x="165862" y="50737"/>
                      <a:pt x="155003" y="50737"/>
                    </a:cubicBezTo>
                    <a:lnTo>
                      <a:pt x="56388" y="50737"/>
                    </a:lnTo>
                    <a:cubicBezTo>
                      <a:pt x="56388" y="50737"/>
                      <a:pt x="56388" y="90170"/>
                      <a:pt x="56388" y="90170"/>
                    </a:cubicBezTo>
                    <a:close/>
                    <a:moveTo>
                      <a:pt x="56388" y="186055"/>
                    </a:moveTo>
                    <a:lnTo>
                      <a:pt x="157861" y="186055"/>
                    </a:lnTo>
                    <a:cubicBezTo>
                      <a:pt x="170307" y="186055"/>
                      <a:pt x="180340" y="175958"/>
                      <a:pt x="180340" y="163449"/>
                    </a:cubicBezTo>
                    <a:cubicBezTo>
                      <a:pt x="180340" y="150939"/>
                      <a:pt x="170307" y="140907"/>
                      <a:pt x="157861" y="140907"/>
                    </a:cubicBezTo>
                    <a:lnTo>
                      <a:pt x="56324" y="140907"/>
                    </a:lnTo>
                    <a:lnTo>
                      <a:pt x="56324" y="186055"/>
                    </a:lnTo>
                    <a:close/>
                    <a:moveTo>
                      <a:pt x="214947" y="113411"/>
                    </a:moveTo>
                    <a:cubicBezTo>
                      <a:pt x="228346" y="126492"/>
                      <a:pt x="236664" y="144717"/>
                      <a:pt x="236664" y="164910"/>
                    </a:cubicBezTo>
                    <a:cubicBezTo>
                      <a:pt x="236664" y="204533"/>
                      <a:pt x="204533" y="236728"/>
                      <a:pt x="164909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79" y="64"/>
                      <a:pt x="231077" y="30988"/>
                      <a:pt x="231077" y="69025"/>
                    </a:cubicBezTo>
                    <a:cubicBezTo>
                      <a:pt x="231077" y="85915"/>
                      <a:pt x="224980" y="101410"/>
                      <a:pt x="214884" y="1134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: Shape 85">
                <a:extLst>
                  <a:ext uri="{FF2B5EF4-FFF2-40B4-BE49-F238E27FC236}">
                    <a16:creationId xmlns:a16="http://schemas.microsoft.com/office/drawing/2014/main" id="{CC617F17-68DC-C4A1-3A6C-11779418B316}"/>
                  </a:ext>
                </a:extLst>
              </p:cNvPr>
              <p:cNvSpPr/>
              <p:nvPr/>
            </p:nvSpPr>
            <p:spPr>
              <a:xfrm>
                <a:off x="5583586" y="3502596"/>
                <a:ext cx="214185" cy="236727"/>
              </a:xfrm>
              <a:custGeom>
                <a:avLst/>
                <a:gdLst>
                  <a:gd name="connsiteX0" fmla="*/ 214186 w 214185"/>
                  <a:gd name="connsiteY0" fmla="*/ 0 h 236727"/>
                  <a:gd name="connsiteX1" fmla="*/ 214186 w 214185"/>
                  <a:gd name="connsiteY1" fmla="*/ 50736 h 236727"/>
                  <a:gd name="connsiteX2" fmla="*/ 56388 w 214185"/>
                  <a:gd name="connsiteY2" fmla="*/ 50736 h 236727"/>
                  <a:gd name="connsiteX3" fmla="*/ 56388 w 214185"/>
                  <a:gd name="connsiteY3" fmla="*/ 90233 h 236727"/>
                  <a:gd name="connsiteX4" fmla="*/ 208534 w 214185"/>
                  <a:gd name="connsiteY4" fmla="*/ 90170 h 236727"/>
                  <a:gd name="connsiteX5" fmla="*/ 208534 w 214185"/>
                  <a:gd name="connsiteY5" fmla="*/ 140907 h 236727"/>
                  <a:gd name="connsiteX6" fmla="*/ 56388 w 214185"/>
                  <a:gd name="connsiteY6" fmla="*/ 140907 h 236727"/>
                  <a:gd name="connsiteX7" fmla="*/ 56388 w 214185"/>
                  <a:gd name="connsiteY7" fmla="*/ 185991 h 236727"/>
                  <a:gd name="connsiteX8" fmla="*/ 214186 w 214185"/>
                  <a:gd name="connsiteY8" fmla="*/ 185991 h 236727"/>
                  <a:gd name="connsiteX9" fmla="*/ 214186 w 214185"/>
                  <a:gd name="connsiteY9" fmla="*/ 236728 h 236727"/>
                  <a:gd name="connsiteX10" fmla="*/ 0 w 214185"/>
                  <a:gd name="connsiteY10" fmla="*/ 236728 h 236727"/>
                  <a:gd name="connsiteX11" fmla="*/ 0 w 214185"/>
                  <a:gd name="connsiteY11" fmla="*/ 0 h 236727"/>
                  <a:gd name="connsiteX12" fmla="*/ 214186 w 214185"/>
                  <a:gd name="connsiteY12" fmla="*/ 0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727">
                    <a:moveTo>
                      <a:pt x="214186" y="0"/>
                    </a:moveTo>
                    <a:lnTo>
                      <a:pt x="214186" y="50736"/>
                    </a:lnTo>
                    <a:lnTo>
                      <a:pt x="56388" y="50736"/>
                    </a:lnTo>
                    <a:lnTo>
                      <a:pt x="56388" y="90233"/>
                    </a:lnTo>
                    <a:lnTo>
                      <a:pt x="208534" y="90170"/>
                    </a:lnTo>
                    <a:lnTo>
                      <a:pt x="208534" y="140907"/>
                    </a:lnTo>
                    <a:lnTo>
                      <a:pt x="56388" y="140907"/>
                    </a:lnTo>
                    <a:lnTo>
                      <a:pt x="56388" y="185991"/>
                    </a:lnTo>
                    <a:lnTo>
                      <a:pt x="214186" y="185991"/>
                    </a:lnTo>
                    <a:lnTo>
                      <a:pt x="214186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86">
                <a:extLst>
                  <a:ext uri="{FF2B5EF4-FFF2-40B4-BE49-F238E27FC236}">
                    <a16:creationId xmlns:a16="http://schemas.microsoft.com/office/drawing/2014/main" id="{DA3BC0FE-3439-AEAB-FDD5-7C9161DEA48D}"/>
                  </a:ext>
                </a:extLst>
              </p:cNvPr>
              <p:cNvSpPr/>
              <p:nvPr/>
            </p:nvSpPr>
            <p:spPr>
              <a:xfrm>
                <a:off x="5583522" y="3795648"/>
                <a:ext cx="256540" cy="236728"/>
              </a:xfrm>
              <a:custGeom>
                <a:avLst/>
                <a:gdLst>
                  <a:gd name="connsiteX0" fmla="*/ 174688 w 256540"/>
                  <a:gd name="connsiteY0" fmla="*/ 73342 h 236728"/>
                  <a:gd name="connsiteX1" fmla="*/ 152337 w 256540"/>
                  <a:gd name="connsiteY1" fmla="*/ 50800 h 236728"/>
                  <a:gd name="connsiteX2" fmla="*/ 56388 w 256540"/>
                  <a:gd name="connsiteY2" fmla="*/ 50800 h 236728"/>
                  <a:gd name="connsiteX3" fmla="*/ 56388 w 256540"/>
                  <a:gd name="connsiteY3" fmla="*/ 95885 h 236728"/>
                  <a:gd name="connsiteX4" fmla="*/ 152337 w 256540"/>
                  <a:gd name="connsiteY4" fmla="*/ 95885 h 236728"/>
                  <a:gd name="connsiteX5" fmla="*/ 174688 w 256540"/>
                  <a:gd name="connsiteY5" fmla="*/ 73406 h 236728"/>
                  <a:gd name="connsiteX6" fmla="*/ 63 w 256540"/>
                  <a:gd name="connsiteY6" fmla="*/ 236728 h 236728"/>
                  <a:gd name="connsiteX7" fmla="*/ 63 w 256540"/>
                  <a:gd name="connsiteY7" fmla="*/ 0 h 236728"/>
                  <a:gd name="connsiteX8" fmla="*/ 158178 w 256540"/>
                  <a:gd name="connsiteY8" fmla="*/ 0 h 236728"/>
                  <a:gd name="connsiteX9" fmla="*/ 231013 w 256540"/>
                  <a:gd name="connsiteY9" fmla="*/ 73342 h 236728"/>
                  <a:gd name="connsiteX10" fmla="*/ 185420 w 256540"/>
                  <a:gd name="connsiteY10" fmla="*/ 141288 h 236728"/>
                  <a:gd name="connsiteX11" fmla="*/ 256540 w 256540"/>
                  <a:gd name="connsiteY11" fmla="*/ 236665 h 236728"/>
                  <a:gd name="connsiteX12" fmla="*/ 188849 w 256540"/>
                  <a:gd name="connsiteY12" fmla="*/ 236665 h 236728"/>
                  <a:gd name="connsiteX13" fmla="*/ 121222 w 256540"/>
                  <a:gd name="connsiteY13" fmla="*/ 146495 h 236728"/>
                  <a:gd name="connsiteX14" fmla="*/ 56388 w 256540"/>
                  <a:gd name="connsiteY14" fmla="*/ 146495 h 236728"/>
                  <a:gd name="connsiteX15" fmla="*/ 56388 w 256540"/>
                  <a:gd name="connsiteY15" fmla="*/ 236665 h 236728"/>
                  <a:gd name="connsiteX16" fmla="*/ 0 w 256540"/>
                  <a:gd name="connsiteY16" fmla="*/ 236665 h 236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6540" h="236728">
                    <a:moveTo>
                      <a:pt x="174688" y="73342"/>
                    </a:moveTo>
                    <a:cubicBezTo>
                      <a:pt x="174688" y="60897"/>
                      <a:pt x="164719" y="50864"/>
                      <a:pt x="152337" y="50800"/>
                    </a:cubicBezTo>
                    <a:lnTo>
                      <a:pt x="56388" y="50800"/>
                    </a:lnTo>
                    <a:lnTo>
                      <a:pt x="56388" y="95885"/>
                    </a:lnTo>
                    <a:lnTo>
                      <a:pt x="152337" y="95885"/>
                    </a:lnTo>
                    <a:cubicBezTo>
                      <a:pt x="164719" y="95758"/>
                      <a:pt x="174688" y="85725"/>
                      <a:pt x="174688" y="73406"/>
                    </a:cubicBezTo>
                    <a:close/>
                    <a:moveTo>
                      <a:pt x="63" y="236728"/>
                    </a:moveTo>
                    <a:lnTo>
                      <a:pt x="63" y="0"/>
                    </a:lnTo>
                    <a:lnTo>
                      <a:pt x="158178" y="0"/>
                    </a:lnTo>
                    <a:cubicBezTo>
                      <a:pt x="198438" y="254"/>
                      <a:pt x="231013" y="33020"/>
                      <a:pt x="231013" y="73342"/>
                    </a:cubicBezTo>
                    <a:cubicBezTo>
                      <a:pt x="231013" y="104013"/>
                      <a:pt x="212153" y="130366"/>
                      <a:pt x="185420" y="141288"/>
                    </a:cubicBezTo>
                    <a:lnTo>
                      <a:pt x="256540" y="236665"/>
                    </a:lnTo>
                    <a:lnTo>
                      <a:pt x="188849" y="236665"/>
                    </a:lnTo>
                    <a:lnTo>
                      <a:pt x="121222" y="146495"/>
                    </a:lnTo>
                    <a:lnTo>
                      <a:pt x="56388" y="146495"/>
                    </a:lnTo>
                    <a:lnTo>
                      <a:pt x="56388" y="236665"/>
                    </a:lnTo>
                    <a:lnTo>
                      <a:pt x="0" y="236665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9" name="Freeform: Shape 76">
              <a:extLst>
                <a:ext uri="{FF2B5EF4-FFF2-40B4-BE49-F238E27FC236}">
                  <a16:creationId xmlns:a16="http://schemas.microsoft.com/office/drawing/2014/main" id="{A0BB80B2-64D0-6E1E-A668-3A7A57C1E3EB}"/>
                </a:ext>
              </a:extLst>
            </p:cNvPr>
            <p:cNvSpPr/>
            <p:nvPr/>
          </p:nvSpPr>
          <p:spPr>
            <a:xfrm>
              <a:off x="4836699" y="2481643"/>
              <a:ext cx="1709864" cy="1605470"/>
            </a:xfrm>
            <a:custGeom>
              <a:avLst/>
              <a:gdLst>
                <a:gd name="connsiteX0" fmla="*/ 1708150 w 1709864"/>
                <a:gd name="connsiteY0" fmla="*/ 802767 h 1605470"/>
                <a:gd name="connsiteX1" fmla="*/ 854075 w 1709864"/>
                <a:gd name="connsiteY1" fmla="*/ 0 h 1605470"/>
                <a:gd name="connsiteX2" fmla="*/ 0 w 1709864"/>
                <a:gd name="connsiteY2" fmla="*/ 802767 h 1605470"/>
                <a:gd name="connsiteX3" fmla="*/ 4890 w 1709864"/>
                <a:gd name="connsiteY3" fmla="*/ 856171 h 1605470"/>
                <a:gd name="connsiteX4" fmla="*/ 165100 w 1709864"/>
                <a:gd name="connsiteY4" fmla="*/ 1257300 h 1605470"/>
                <a:gd name="connsiteX5" fmla="*/ 854075 w 1709864"/>
                <a:gd name="connsiteY5" fmla="*/ 1605471 h 1605470"/>
                <a:gd name="connsiteX6" fmla="*/ 106235 w 1709864"/>
                <a:gd name="connsiteY6" fmla="*/ 908748 h 1605470"/>
                <a:gd name="connsiteX7" fmla="*/ 104331 w 1709864"/>
                <a:gd name="connsiteY7" fmla="*/ 855726 h 1605470"/>
                <a:gd name="connsiteX8" fmla="*/ 106235 w 1709864"/>
                <a:gd name="connsiteY8" fmla="*/ 802703 h 1605470"/>
                <a:gd name="connsiteX9" fmla="*/ 854075 w 1709864"/>
                <a:gd name="connsiteY9" fmla="*/ 105982 h 1605470"/>
                <a:gd name="connsiteX10" fmla="*/ 1543114 w 1709864"/>
                <a:gd name="connsiteY10" fmla="*/ 454279 h 1605470"/>
                <a:gd name="connsiteX11" fmla="*/ 1703261 w 1709864"/>
                <a:gd name="connsiteY11" fmla="*/ 856107 h 1605470"/>
                <a:gd name="connsiteX12" fmla="*/ 1708150 w 1709864"/>
                <a:gd name="connsiteY12" fmla="*/ 908685 h 1605470"/>
                <a:gd name="connsiteX13" fmla="*/ 1709864 w 1709864"/>
                <a:gd name="connsiteY13" fmla="*/ 855663 h 1605470"/>
                <a:gd name="connsiteX14" fmla="*/ 1708150 w 1709864"/>
                <a:gd name="connsiteY14" fmla="*/ 802640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08150" y="802767"/>
                  </a:moveTo>
                  <a:cubicBezTo>
                    <a:pt x="1680782" y="354838"/>
                    <a:pt x="1308862" y="0"/>
                    <a:pt x="854075" y="0"/>
                  </a:cubicBezTo>
                  <a:cubicBezTo>
                    <a:pt x="399288" y="0"/>
                    <a:pt x="27368" y="354838"/>
                    <a:pt x="0" y="802767"/>
                  </a:cubicBezTo>
                  <a:cubicBezTo>
                    <a:pt x="1080" y="820738"/>
                    <a:pt x="2731" y="838581"/>
                    <a:pt x="4890" y="856171"/>
                  </a:cubicBezTo>
                  <a:cubicBezTo>
                    <a:pt x="23368" y="1005141"/>
                    <a:pt x="80201" y="1142238"/>
                    <a:pt x="165100" y="1257300"/>
                  </a:cubicBezTo>
                  <a:cubicBezTo>
                    <a:pt x="320929" y="1468501"/>
                    <a:pt x="571500" y="1605471"/>
                    <a:pt x="854075" y="1605471"/>
                  </a:cubicBezTo>
                  <a:cubicBezTo>
                    <a:pt x="458470" y="1605471"/>
                    <a:pt x="133541" y="1297496"/>
                    <a:pt x="106235" y="908748"/>
                  </a:cubicBezTo>
                  <a:cubicBezTo>
                    <a:pt x="105029" y="891222"/>
                    <a:pt x="104331" y="873570"/>
                    <a:pt x="104331" y="855726"/>
                  </a:cubicBezTo>
                  <a:cubicBezTo>
                    <a:pt x="104331" y="837883"/>
                    <a:pt x="105029" y="820229"/>
                    <a:pt x="106235" y="802703"/>
                  </a:cubicBezTo>
                  <a:cubicBezTo>
                    <a:pt x="133541" y="413957"/>
                    <a:pt x="458470" y="105982"/>
                    <a:pt x="854075" y="105982"/>
                  </a:cubicBezTo>
                  <a:cubicBezTo>
                    <a:pt x="1136714" y="105982"/>
                    <a:pt x="1387285" y="243014"/>
                    <a:pt x="1543114" y="454279"/>
                  </a:cubicBezTo>
                  <a:cubicBezTo>
                    <a:pt x="1628140" y="569532"/>
                    <a:pt x="1684846" y="706882"/>
                    <a:pt x="1703261" y="856107"/>
                  </a:cubicBezTo>
                  <a:cubicBezTo>
                    <a:pt x="1705420" y="873506"/>
                    <a:pt x="1707071" y="891032"/>
                    <a:pt x="1708150" y="908685"/>
                  </a:cubicBezTo>
                  <a:cubicBezTo>
                    <a:pt x="1709230" y="891159"/>
                    <a:pt x="1709864" y="873442"/>
                    <a:pt x="1709864" y="855663"/>
                  </a:cubicBezTo>
                  <a:cubicBezTo>
                    <a:pt x="1709864" y="837883"/>
                    <a:pt x="1709230" y="820166"/>
                    <a:pt x="1708150" y="802640"/>
                  </a:cubicBezTo>
                </a:path>
              </a:pathLst>
            </a:custGeom>
            <a:solidFill>
              <a:srgbClr val="89D32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77">
              <a:extLst>
                <a:ext uri="{FF2B5EF4-FFF2-40B4-BE49-F238E27FC236}">
                  <a16:creationId xmlns:a16="http://schemas.microsoft.com/office/drawing/2014/main" id="{8A8E9A15-92EE-9543-3179-A74F9E4FA559}"/>
                </a:ext>
              </a:extLst>
            </p:cNvPr>
            <p:cNvSpPr/>
            <p:nvPr/>
          </p:nvSpPr>
          <p:spPr>
            <a:xfrm>
              <a:off x="4834985" y="2587751"/>
              <a:ext cx="1709864" cy="1605470"/>
            </a:xfrm>
            <a:custGeom>
              <a:avLst/>
              <a:gdLst>
                <a:gd name="connsiteX0" fmla="*/ 1714 w 1709864"/>
                <a:gd name="connsiteY0" fmla="*/ 802704 h 1605470"/>
                <a:gd name="connsiteX1" fmla="*/ 855790 w 1709864"/>
                <a:gd name="connsiteY1" fmla="*/ 1605470 h 1605470"/>
                <a:gd name="connsiteX2" fmla="*/ 1709865 w 1709864"/>
                <a:gd name="connsiteY2" fmla="*/ 802704 h 1605470"/>
                <a:gd name="connsiteX3" fmla="*/ 1704975 w 1709864"/>
                <a:gd name="connsiteY3" fmla="*/ 749300 h 1605470"/>
                <a:gd name="connsiteX4" fmla="*/ 1544765 w 1709864"/>
                <a:gd name="connsiteY4" fmla="*/ 348171 h 1605470"/>
                <a:gd name="connsiteX5" fmla="*/ 855790 w 1709864"/>
                <a:gd name="connsiteY5" fmla="*/ 0 h 1605470"/>
                <a:gd name="connsiteX6" fmla="*/ 1603629 w 1709864"/>
                <a:gd name="connsiteY6" fmla="*/ 696722 h 1605470"/>
                <a:gd name="connsiteX7" fmla="*/ 1605534 w 1709864"/>
                <a:gd name="connsiteY7" fmla="*/ 749745 h 1605470"/>
                <a:gd name="connsiteX8" fmla="*/ 1603629 w 1709864"/>
                <a:gd name="connsiteY8" fmla="*/ 802767 h 1605470"/>
                <a:gd name="connsiteX9" fmla="*/ 855790 w 1709864"/>
                <a:gd name="connsiteY9" fmla="*/ 1499489 h 1605470"/>
                <a:gd name="connsiteX10" fmla="*/ 166751 w 1709864"/>
                <a:gd name="connsiteY10" fmla="*/ 1151192 h 1605470"/>
                <a:gd name="connsiteX11" fmla="*/ 6604 w 1709864"/>
                <a:gd name="connsiteY11" fmla="*/ 749364 h 1605470"/>
                <a:gd name="connsiteX12" fmla="*/ 1714 w 1709864"/>
                <a:gd name="connsiteY12" fmla="*/ 696786 h 1605470"/>
                <a:gd name="connsiteX13" fmla="*/ 0 w 1709864"/>
                <a:gd name="connsiteY13" fmla="*/ 749808 h 1605470"/>
                <a:gd name="connsiteX14" fmla="*/ 1714 w 1709864"/>
                <a:gd name="connsiteY14" fmla="*/ 802831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14" y="802704"/>
                  </a:moveTo>
                  <a:cubicBezTo>
                    <a:pt x="29083" y="1250632"/>
                    <a:pt x="401003" y="1605470"/>
                    <a:pt x="855790" y="1605470"/>
                  </a:cubicBezTo>
                  <a:cubicBezTo>
                    <a:pt x="1310577" y="1605470"/>
                    <a:pt x="1682496" y="1250632"/>
                    <a:pt x="1709865" y="802704"/>
                  </a:cubicBezTo>
                  <a:cubicBezTo>
                    <a:pt x="1708785" y="784733"/>
                    <a:pt x="1707134" y="766889"/>
                    <a:pt x="1704975" y="749300"/>
                  </a:cubicBezTo>
                  <a:cubicBezTo>
                    <a:pt x="1686497" y="600329"/>
                    <a:pt x="1629728" y="463233"/>
                    <a:pt x="1544765" y="348171"/>
                  </a:cubicBezTo>
                  <a:cubicBezTo>
                    <a:pt x="1388935" y="136970"/>
                    <a:pt x="1138365" y="0"/>
                    <a:pt x="855790" y="0"/>
                  </a:cubicBezTo>
                  <a:cubicBezTo>
                    <a:pt x="1251394" y="0"/>
                    <a:pt x="1576324" y="307975"/>
                    <a:pt x="1603629" y="696722"/>
                  </a:cubicBezTo>
                  <a:cubicBezTo>
                    <a:pt x="1604835" y="714248"/>
                    <a:pt x="1605534" y="731901"/>
                    <a:pt x="1605534" y="749745"/>
                  </a:cubicBezTo>
                  <a:cubicBezTo>
                    <a:pt x="1605534" y="767588"/>
                    <a:pt x="1604835" y="785241"/>
                    <a:pt x="1603629" y="802767"/>
                  </a:cubicBezTo>
                  <a:cubicBezTo>
                    <a:pt x="1576324" y="1191514"/>
                    <a:pt x="1251394" y="1499489"/>
                    <a:pt x="855790" y="1499489"/>
                  </a:cubicBezTo>
                  <a:cubicBezTo>
                    <a:pt x="573151" y="1499489"/>
                    <a:pt x="322580" y="1362456"/>
                    <a:pt x="166751" y="1151192"/>
                  </a:cubicBezTo>
                  <a:cubicBezTo>
                    <a:pt x="81725" y="1035939"/>
                    <a:pt x="25019" y="898589"/>
                    <a:pt x="6604" y="749364"/>
                  </a:cubicBezTo>
                  <a:cubicBezTo>
                    <a:pt x="4445" y="731964"/>
                    <a:pt x="2794" y="714439"/>
                    <a:pt x="1714" y="696786"/>
                  </a:cubicBezTo>
                  <a:cubicBezTo>
                    <a:pt x="635" y="714312"/>
                    <a:pt x="0" y="731964"/>
                    <a:pt x="0" y="749808"/>
                  </a:cubicBezTo>
                  <a:cubicBezTo>
                    <a:pt x="0" y="767651"/>
                    <a:pt x="635" y="785305"/>
                    <a:pt x="1714" y="802831"/>
                  </a:cubicBezTo>
                </a:path>
              </a:pathLst>
            </a:custGeom>
            <a:solidFill>
              <a:srgbClr val="00BC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278545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-0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>
          <a:xfrm>
            <a:off x="974672" y="6617933"/>
            <a:ext cx="5710665" cy="108000"/>
          </a:xfrm>
        </p:spPr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>
          <a:xfrm>
            <a:off x="195843" y="6617933"/>
            <a:ext cx="392326" cy="108000"/>
          </a:xfrm>
        </p:spPr>
        <p:txBody>
          <a:bodyPr/>
          <a:lstStyle/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1832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011EE6D-0CC0-20F2-C952-8030FC54C00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  <p:sp>
        <p:nvSpPr>
          <p:cNvPr id="7" name="Title 7">
            <a:extLst>
              <a:ext uri="{FF2B5EF4-FFF2-40B4-BE49-F238E27FC236}">
                <a16:creationId xmlns:a16="http://schemas.microsoft.com/office/drawing/2014/main" id="{1749B9BF-570F-F63D-6FA5-03289F059C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890713" y="2252660"/>
            <a:ext cx="2259955" cy="864000"/>
          </a:xfrm>
        </p:spPr>
        <p:txBody>
          <a:bodyPr/>
          <a:lstStyle>
            <a:lvl1pPr>
              <a:defRPr sz="3600" b="1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Text Placeholder 54">
            <a:extLst>
              <a:ext uri="{FF2B5EF4-FFF2-40B4-BE49-F238E27FC236}">
                <a16:creationId xmlns:a16="http://schemas.microsoft.com/office/drawing/2014/main" id="{C84ECE38-01A9-A882-7DDA-2C47033643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051040" y="1742121"/>
            <a:ext cx="4188996" cy="4641030"/>
          </a:xfrm>
        </p:spPr>
        <p:txBody>
          <a:bodyPr/>
          <a:lstStyle>
            <a:lvl1pPr marL="288000" indent="-360000">
              <a:spcBef>
                <a:spcPts val="1800"/>
              </a:spcBef>
              <a:spcAft>
                <a:spcPts val="0"/>
              </a:spcAft>
              <a:buFont typeface="+mj-lt"/>
              <a:buNone/>
              <a:defRPr sz="1800"/>
            </a:lvl1pPr>
            <a:lvl2pPr marL="540000" indent="-270000">
              <a:spcBef>
                <a:spcPts val="600"/>
              </a:spcBef>
              <a:spcAft>
                <a:spcPts val="0"/>
              </a:spcAft>
              <a:buFontTx/>
              <a:buBlip>
                <a:blip r:embed="rId6"/>
              </a:buBlip>
              <a:defRPr sz="2000"/>
            </a:lvl2pPr>
            <a:lvl3pPr marL="810000" indent="-270000">
              <a:spcBef>
                <a:spcPts val="600"/>
              </a:spcBef>
              <a:spcAft>
                <a:spcPts val="0"/>
              </a:spcAft>
              <a:buFontTx/>
              <a:buBlip>
                <a:blip r:embed="rId7"/>
              </a:buBlip>
              <a:defRPr sz="2000"/>
            </a:lvl3pPr>
            <a:lvl4pPr marL="1080000" indent="-270000">
              <a:spcBef>
                <a:spcPts val="600"/>
              </a:spcBef>
              <a:spcAft>
                <a:spcPts val="0"/>
              </a:spcAft>
              <a:buFontTx/>
              <a:buBlip>
                <a:blip r:embed="rId8"/>
              </a:buBlip>
              <a:defRPr sz="2000"/>
            </a:lvl4pPr>
            <a:lvl5pPr>
              <a:spcBef>
                <a:spcPts val="600"/>
              </a:spcBef>
              <a:spcAft>
                <a:spcPts val="0"/>
              </a:spcAft>
              <a:defRPr sz="2000"/>
            </a:lvl5pPr>
            <a:lvl6pPr>
              <a:spcBef>
                <a:spcPts val="600"/>
              </a:spcBef>
              <a:spcAft>
                <a:spcPts val="0"/>
              </a:spcAft>
              <a:defRPr sz="2000"/>
            </a:lvl6pPr>
            <a:lvl7pPr>
              <a:spcBef>
                <a:spcPts val="600"/>
              </a:spcBef>
              <a:spcAft>
                <a:spcPts val="0"/>
              </a:spcAft>
              <a:defRPr sz="2000"/>
            </a:lvl7pPr>
            <a:lvl8pPr>
              <a:spcBef>
                <a:spcPts val="600"/>
              </a:spcBef>
              <a:spcAft>
                <a:spcPts val="0"/>
              </a:spcAft>
              <a:defRPr sz="2000"/>
            </a:lvl8pPr>
            <a:lvl9pPr>
              <a:spcBef>
                <a:spcPts val="600"/>
              </a:spcBef>
              <a:spcAft>
                <a:spcPts val="0"/>
              </a:spcAft>
              <a:defRPr sz="2000"/>
            </a:lvl9pPr>
          </a:lstStyle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/>
              <a:t> Agenda Topic 1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/>
              <a:t> Agenda Topic 2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/>
              <a:t> Agenda Topic 3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/>
              <a:t> Agenda Topic 4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/>
              <a:t> Agenda Topic 5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/>
              <a:t> Agenda Topic 6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/>
              <a:t> Agenda Topic 7</a:t>
            </a:r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65D68A20-991D-ED74-C7FB-198EB81879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91021" y="3713163"/>
            <a:ext cx="3488699" cy="1565275"/>
          </a:xfrm>
        </p:spPr>
        <p:txBody>
          <a:bodyPr/>
          <a:lstStyle>
            <a:lvl1pPr>
              <a:defRPr/>
            </a:lvl1pPr>
            <a:lvl2pPr marL="0" indent="0">
              <a:buNone/>
              <a:defRPr/>
            </a:lvl2pPr>
          </a:lstStyle>
          <a:p>
            <a:pPr lvl="0"/>
            <a:r>
              <a:rPr lang="de-DE" dirty="0" err="1"/>
              <a:t>Subtitle</a:t>
            </a:r>
            <a:endParaRPr lang="de-DE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98CA3D8-6406-F79E-DE36-F890C65EFD06}"/>
              </a:ext>
            </a:extLst>
          </p:cNvPr>
          <p:cNvCxnSpPr>
            <a:cxnSpLocks/>
          </p:cNvCxnSpPr>
          <p:nvPr userDrawn="1"/>
        </p:nvCxnSpPr>
        <p:spPr bwMode="gray">
          <a:xfrm flipH="1">
            <a:off x="5318760" y="-71120"/>
            <a:ext cx="2006600" cy="702564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645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pos="1254">
          <p15:clr>
            <a:srgbClr val="FBAE40"/>
          </p15:clr>
        </p15:guide>
        <p15:guide id="2" orient="horz" pos="4086">
          <p15:clr>
            <a:srgbClr val="FBAE40"/>
          </p15:clr>
        </p15:guide>
        <p15:guide id="3" orient="horz" pos="1162">
          <p15:clr>
            <a:srgbClr val="FBAE40"/>
          </p15:clr>
        </p15:guide>
        <p15:guide id="4" pos="421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-0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cxnSp>
        <p:nvCxnSpPr>
          <p:cNvPr id="16" name="Straight Connector 27">
            <a:extLst>
              <a:ext uri="{FF2B5EF4-FFF2-40B4-BE49-F238E27FC236}">
                <a16:creationId xmlns:a16="http://schemas.microsoft.com/office/drawing/2014/main" id="{7F8D51BC-258F-49FA-99A4-282634A61FDE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978462" y="5407443"/>
            <a:ext cx="113357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884C19A1-F4F6-4C96-B907-BB9970F9A2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42103" y="3198810"/>
            <a:ext cx="5130247" cy="4629150"/>
          </a:xfrm>
        </p:spPr>
        <p:txBody>
          <a:bodyPr anchor="b"/>
          <a:lstStyle>
            <a:lvl1pPr algn="ctr">
              <a:spcBef>
                <a:spcPts val="0"/>
              </a:spcBef>
              <a:spcAft>
                <a:spcPts val="0"/>
              </a:spcAft>
              <a:defRPr sz="28700">
                <a:solidFill>
                  <a:schemeClr val="bg1">
                    <a:alpha val="10000"/>
                  </a:schemeClr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F3C56B98-E3B3-4EA8-ADE3-F14391389EEA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black">
          <a:xfrm>
            <a:off x="867992" y="5697850"/>
            <a:ext cx="5429284" cy="720000"/>
          </a:xfrm>
        </p:spPr>
        <p:txBody>
          <a:bodyPr lIns="90000" tIns="90000" anchor="t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buNone/>
              <a:defRPr sz="2400" b="1">
                <a:solidFill>
                  <a:schemeClr val="accent1"/>
                </a:solidFill>
              </a:defRPr>
            </a:lvl2pPr>
            <a:lvl3pPr marL="0" indent="0" algn="l">
              <a:buNone/>
              <a:defRPr sz="2400" b="1">
                <a:solidFill>
                  <a:schemeClr val="accent1"/>
                </a:solidFill>
              </a:defRPr>
            </a:lvl3pPr>
            <a:lvl4pPr marL="0" indent="0" algn="l">
              <a:buNone/>
              <a:defRPr sz="2400" b="1">
                <a:solidFill>
                  <a:schemeClr val="accent1"/>
                </a:solidFill>
              </a:defRPr>
            </a:lvl4pPr>
            <a:lvl5pPr marL="0" indent="0" algn="l">
              <a:buNone/>
              <a:defRPr sz="2400" b="1">
                <a:solidFill>
                  <a:schemeClr val="accent1"/>
                </a:solidFill>
              </a:defRPr>
            </a:lvl5pPr>
            <a:lvl6pPr marL="0" indent="0" algn="l">
              <a:buNone/>
              <a:defRPr sz="2400" b="1">
                <a:solidFill>
                  <a:schemeClr val="accent1"/>
                </a:solidFill>
              </a:defRPr>
            </a:lvl6pPr>
            <a:lvl7pPr marL="0" indent="0" algn="l">
              <a:buNone/>
              <a:defRPr sz="2400" b="1">
                <a:solidFill>
                  <a:schemeClr val="accent1"/>
                </a:solidFill>
              </a:defRPr>
            </a:lvl7pPr>
            <a:lvl8pPr marL="0" indent="0" algn="l">
              <a:buNone/>
              <a:defRPr sz="2400" b="1">
                <a:solidFill>
                  <a:schemeClr val="accent1"/>
                </a:solidFill>
              </a:defRPr>
            </a:lvl8pPr>
            <a:lvl9pPr marL="0" indent="0" algn="l">
              <a:buNone/>
              <a:defRPr sz="24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1FA4F69-0C83-4076-B56E-81CB290701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827352" y="3866374"/>
            <a:ext cx="5450057" cy="1440753"/>
          </a:xfrm>
        </p:spPr>
        <p:txBody>
          <a:bodyPr lIns="90000" anchor="b"/>
          <a:lstStyle>
            <a:lvl1pPr algn="l">
              <a:lnSpc>
                <a:spcPct val="88000"/>
              </a:lnSpc>
              <a:defRPr sz="72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Chapter Name</a:t>
            </a:r>
          </a:p>
        </p:txBody>
      </p:sp>
    </p:spTree>
    <p:extLst>
      <p:ext uri="{BB962C8B-B14F-4D97-AF65-F5344CB8AC3E}">
        <p14:creationId xmlns:p14="http://schemas.microsoft.com/office/powerpoint/2010/main" val="1824972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-0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884C19A1-F4F6-4C96-B907-BB9970F9A2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42103" y="3198810"/>
            <a:ext cx="5130247" cy="4629150"/>
          </a:xfrm>
        </p:spPr>
        <p:txBody>
          <a:bodyPr anchor="b"/>
          <a:lstStyle>
            <a:lvl1pPr algn="ctr">
              <a:spcBef>
                <a:spcPts val="0"/>
              </a:spcBef>
              <a:spcAft>
                <a:spcPts val="0"/>
              </a:spcAft>
              <a:defRPr sz="28700">
                <a:solidFill>
                  <a:schemeClr val="bg1">
                    <a:alpha val="10000"/>
                  </a:schemeClr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02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5BCAAA78-7F45-4C4F-B87D-A3BFE52C4A06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black">
          <a:xfrm>
            <a:off x="868045" y="5697850"/>
            <a:ext cx="5429284" cy="720000"/>
          </a:xfrm>
        </p:spPr>
        <p:txBody>
          <a:bodyPr lIns="90000" tIns="90000" anchor="t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buNone/>
              <a:defRPr sz="2400" b="1">
                <a:solidFill>
                  <a:schemeClr val="accent1"/>
                </a:solidFill>
              </a:defRPr>
            </a:lvl2pPr>
            <a:lvl3pPr marL="0" indent="0" algn="l">
              <a:buNone/>
              <a:defRPr sz="2400" b="1">
                <a:solidFill>
                  <a:schemeClr val="accent1"/>
                </a:solidFill>
              </a:defRPr>
            </a:lvl3pPr>
            <a:lvl4pPr marL="0" indent="0" algn="l">
              <a:buNone/>
              <a:defRPr sz="2400" b="1">
                <a:solidFill>
                  <a:schemeClr val="accent1"/>
                </a:solidFill>
              </a:defRPr>
            </a:lvl4pPr>
            <a:lvl5pPr marL="0" indent="0" algn="l">
              <a:buNone/>
              <a:defRPr sz="2400" b="1">
                <a:solidFill>
                  <a:schemeClr val="accent1"/>
                </a:solidFill>
              </a:defRPr>
            </a:lvl5pPr>
            <a:lvl6pPr marL="0" indent="0" algn="l">
              <a:buNone/>
              <a:defRPr sz="2400" b="1">
                <a:solidFill>
                  <a:schemeClr val="accent1"/>
                </a:solidFill>
              </a:defRPr>
            </a:lvl6pPr>
            <a:lvl7pPr marL="0" indent="0" algn="l">
              <a:buNone/>
              <a:defRPr sz="2400" b="1">
                <a:solidFill>
                  <a:schemeClr val="accent1"/>
                </a:solidFill>
              </a:defRPr>
            </a:lvl7pPr>
            <a:lvl8pPr marL="0" indent="0" algn="l">
              <a:buNone/>
              <a:defRPr sz="2400" b="1">
                <a:solidFill>
                  <a:schemeClr val="accent1"/>
                </a:solidFill>
              </a:defRPr>
            </a:lvl8pPr>
            <a:lvl9pPr marL="0" indent="0" algn="l">
              <a:buNone/>
              <a:defRPr sz="24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8633D1B-5634-4823-9D34-01F053C01F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827405" y="3866374"/>
            <a:ext cx="5450057" cy="1440753"/>
          </a:xfrm>
        </p:spPr>
        <p:txBody>
          <a:bodyPr lIns="90000" anchor="b"/>
          <a:lstStyle>
            <a:lvl1pPr algn="l">
              <a:lnSpc>
                <a:spcPct val="88000"/>
              </a:lnSpc>
              <a:defRPr sz="72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Chapter Name</a:t>
            </a:r>
          </a:p>
        </p:txBody>
      </p:sp>
      <p:cxnSp>
        <p:nvCxnSpPr>
          <p:cNvPr id="2" name="Straight Connector 27">
            <a:extLst>
              <a:ext uri="{FF2B5EF4-FFF2-40B4-BE49-F238E27FC236}">
                <a16:creationId xmlns:a16="http://schemas.microsoft.com/office/drawing/2014/main" id="{A47CFDB0-E88E-5AF6-BB3F-0F78B36AEFCE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978462" y="5407443"/>
            <a:ext cx="113357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4337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-0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884C19A1-F4F6-4C96-B907-BB9970F9A2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42103" y="3198810"/>
            <a:ext cx="5130247" cy="4629150"/>
          </a:xfrm>
        </p:spPr>
        <p:txBody>
          <a:bodyPr anchor="b"/>
          <a:lstStyle>
            <a:lvl1pPr algn="ctr">
              <a:spcBef>
                <a:spcPts val="0"/>
              </a:spcBef>
              <a:spcAft>
                <a:spcPts val="0"/>
              </a:spcAft>
              <a:defRPr sz="28700">
                <a:solidFill>
                  <a:schemeClr val="bg1">
                    <a:alpha val="10000"/>
                  </a:schemeClr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03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47BC5FE3-5506-4853-8F28-AA57CDBCD3AA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black">
          <a:xfrm>
            <a:off x="864789" y="5697850"/>
            <a:ext cx="5429284" cy="720000"/>
          </a:xfrm>
        </p:spPr>
        <p:txBody>
          <a:bodyPr lIns="90000" tIns="90000" anchor="t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buNone/>
              <a:defRPr sz="2400" b="1">
                <a:solidFill>
                  <a:schemeClr val="accent1"/>
                </a:solidFill>
              </a:defRPr>
            </a:lvl2pPr>
            <a:lvl3pPr marL="0" indent="0" algn="l">
              <a:buNone/>
              <a:defRPr sz="2400" b="1">
                <a:solidFill>
                  <a:schemeClr val="accent1"/>
                </a:solidFill>
              </a:defRPr>
            </a:lvl3pPr>
            <a:lvl4pPr marL="0" indent="0" algn="l">
              <a:buNone/>
              <a:defRPr sz="2400" b="1">
                <a:solidFill>
                  <a:schemeClr val="accent1"/>
                </a:solidFill>
              </a:defRPr>
            </a:lvl4pPr>
            <a:lvl5pPr marL="0" indent="0" algn="l">
              <a:buNone/>
              <a:defRPr sz="2400" b="1">
                <a:solidFill>
                  <a:schemeClr val="accent1"/>
                </a:solidFill>
              </a:defRPr>
            </a:lvl5pPr>
            <a:lvl6pPr marL="0" indent="0" algn="l">
              <a:buNone/>
              <a:defRPr sz="2400" b="1">
                <a:solidFill>
                  <a:schemeClr val="accent1"/>
                </a:solidFill>
              </a:defRPr>
            </a:lvl6pPr>
            <a:lvl7pPr marL="0" indent="0" algn="l">
              <a:buNone/>
              <a:defRPr sz="2400" b="1">
                <a:solidFill>
                  <a:schemeClr val="accent1"/>
                </a:solidFill>
              </a:defRPr>
            </a:lvl7pPr>
            <a:lvl8pPr marL="0" indent="0" algn="l">
              <a:buNone/>
              <a:defRPr sz="2400" b="1">
                <a:solidFill>
                  <a:schemeClr val="accent1"/>
                </a:solidFill>
              </a:defRPr>
            </a:lvl8pPr>
            <a:lvl9pPr marL="0" indent="0" algn="l">
              <a:buNone/>
              <a:defRPr sz="24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1EB2ECA-4E23-4CA9-9C01-D2FEE5AE7F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824149" y="3866374"/>
            <a:ext cx="5450057" cy="1440753"/>
          </a:xfrm>
        </p:spPr>
        <p:txBody>
          <a:bodyPr lIns="90000" anchor="b"/>
          <a:lstStyle>
            <a:lvl1pPr algn="l">
              <a:lnSpc>
                <a:spcPct val="88000"/>
              </a:lnSpc>
              <a:defRPr sz="72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Chapter Name</a:t>
            </a:r>
          </a:p>
        </p:txBody>
      </p:sp>
      <p:cxnSp>
        <p:nvCxnSpPr>
          <p:cNvPr id="2" name="Straight Connector 27">
            <a:extLst>
              <a:ext uri="{FF2B5EF4-FFF2-40B4-BE49-F238E27FC236}">
                <a16:creationId xmlns:a16="http://schemas.microsoft.com/office/drawing/2014/main" id="{A4431A34-8D79-2A9D-E2ED-32A992CCC7A8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978462" y="5407443"/>
            <a:ext cx="113357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6353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6983A67-7516-8C5A-66ED-F02D20C5716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640F38-817A-C59B-9537-98F103418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3183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4" orient="horz" pos="4085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2a"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EB3AE6C7-21E2-08D9-1307-1C1E19F5AD29}"/>
              </a:ext>
            </a:extLst>
          </p:cNvPr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5013ED2-4DE9-4604-3E52-BC09942C99E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10798460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DC820B2-E9EB-A13A-4251-755CE9B79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974672" y="6617933"/>
            <a:ext cx="8640000" cy="108000"/>
          </a:xfrm>
        </p:spPr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752B17E-DD91-936E-880E-B1D45FC8B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95843" y="6617933"/>
            <a:ext cx="392326" cy="108000"/>
          </a:xfrm>
        </p:spPr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301815CE-755D-9F3F-2557-D771FE8DD7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3B0E65FA-DDFD-500F-93CF-E8AF53F2671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81820" y="1732751"/>
            <a:ext cx="10798461" cy="475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863D48-369D-6405-CBD8-85E2CABF48F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242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19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1094">
          <p15:clr>
            <a:srgbClr val="FBAE40"/>
          </p15:clr>
        </p15:guide>
        <p15:guide id="4" orient="horz" pos="4085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0" y="1732751"/>
            <a:ext cx="10798461" cy="475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29544FC-7219-73D7-1002-E7AA172E194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10798460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26C98A99-5724-D452-000A-2BB268C48D4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33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 xmlns:a16="http://schemas.microsoft.com/office/drawing/2014/main" xmlns:a14="http://schemas.microsoft.com/office/drawing/2010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0" y="1732751"/>
            <a:ext cx="10798461" cy="475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4C5DD50-EA7A-1A13-77C6-760B25D44FF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10798460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838EC62-8844-510C-A80C-C04E0EFF5C3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411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0" y="1732751"/>
            <a:ext cx="10798461" cy="475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69EBDA9-44C8-75CA-5B72-02AF4C26523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10798460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42DC11-0FBD-7A90-503D-AB916C2F5DD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920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A114C71B-8A56-2D45-8B5A-B3CA6B9803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186765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7" imgH="348" progId="TCLayout.ActiveDocument.1">
                  <p:embed/>
                </p:oleObj>
              </mc:Choice>
              <mc:Fallback>
                <p:oleObj name="think-cell Folie" r:id="rId4" imgW="347" imgH="34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14C71B-8A56-2D45-8B5A-B3CA6B9803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Rectangle 55">
            <a:extLst>
              <a:ext uri="{FF2B5EF4-FFF2-40B4-BE49-F238E27FC236}">
                <a16:creationId xmlns:a16="http://schemas.microsoft.com/office/drawing/2014/main" id="{6A4D74B2-69A2-440B-B661-D3A747C4EC33}"/>
              </a:ext>
            </a:extLst>
          </p:cNvPr>
          <p:cNvSpPr/>
          <p:nvPr userDrawn="1"/>
        </p:nvSpPr>
        <p:spPr bwMode="gray">
          <a:xfrm flipH="1">
            <a:off x="0" y="1735139"/>
            <a:ext cx="12190413" cy="4749615"/>
          </a:xfrm>
          <a:prstGeom prst="rect">
            <a:avLst/>
          </a:prstGeom>
          <a:gradFill flip="none" rotWithShape="1">
            <a:gsLst>
              <a:gs pos="33000">
                <a:srgbClr val="545BA3"/>
              </a:gs>
              <a:gs pos="90000">
                <a:srgbClr val="017BBE"/>
              </a:gs>
              <a:gs pos="0">
                <a:srgbClr val="9A3778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309"/>
            <a:endParaRPr lang="en-US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64" name="Freihandform: Form 23">
            <a:extLst>
              <a:ext uri="{FF2B5EF4-FFF2-40B4-BE49-F238E27FC236}">
                <a16:creationId xmlns:a16="http://schemas.microsoft.com/office/drawing/2014/main" id="{B4D00374-A0CD-425A-9574-6FA75D948990}"/>
              </a:ext>
            </a:extLst>
          </p:cNvPr>
          <p:cNvSpPr/>
          <p:nvPr userDrawn="1"/>
        </p:nvSpPr>
        <p:spPr bwMode="gray">
          <a:xfrm>
            <a:off x="11308556" y="1735139"/>
            <a:ext cx="881858" cy="4749615"/>
          </a:xfrm>
          <a:custGeom>
            <a:avLst/>
            <a:gdLst>
              <a:gd name="connsiteX0" fmla="*/ 950687 w 950687"/>
              <a:gd name="connsiteY0" fmla="*/ 0 h 5046373"/>
              <a:gd name="connsiteX1" fmla="*/ 950687 w 950687"/>
              <a:gd name="connsiteY1" fmla="*/ 5046373 h 5046373"/>
              <a:gd name="connsiteX2" fmla="*/ 0 w 950687"/>
              <a:gd name="connsiteY2" fmla="*/ 5046373 h 5046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0687" h="5046373">
                <a:moveTo>
                  <a:pt x="950687" y="0"/>
                </a:moveTo>
                <a:lnTo>
                  <a:pt x="950687" y="5046373"/>
                </a:lnTo>
                <a:lnTo>
                  <a:pt x="0" y="504637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0" y="1981201"/>
            <a:ext cx="10798461" cy="42551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270000" indent="-270000">
              <a:buFontTx/>
              <a:buBlip>
                <a:blip r:embed="rId7"/>
              </a:buBlip>
              <a:defRPr>
                <a:solidFill>
                  <a:schemeClr val="bg1"/>
                </a:solidFill>
              </a:defRPr>
            </a:lvl2pPr>
            <a:lvl3pPr marL="540000" indent="-270000">
              <a:buFontTx/>
              <a:buBlip>
                <a:blip r:embed="rId7"/>
              </a:buBlip>
              <a:defRPr>
                <a:solidFill>
                  <a:schemeClr val="bg1"/>
                </a:solidFill>
              </a:defRPr>
            </a:lvl3pPr>
            <a:lvl4pPr marL="810000" indent="-270000">
              <a:buFontTx/>
              <a:buBlip>
                <a:blip r:embed="rId7"/>
              </a:buBlip>
              <a:defRPr>
                <a:solidFill>
                  <a:schemeClr val="bg1"/>
                </a:solidFill>
              </a:defRPr>
            </a:lvl4pPr>
            <a:lvl5pPr marL="1080000" indent="-270000">
              <a:buFontTx/>
              <a:buBlip>
                <a:blip r:embed="rId7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2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217ADF7-A551-9BF8-61D7-9D9467C93E97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10798460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DE6171-7FCA-8A1D-BDC7-361DE6A6E130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638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v="urn:schemas-microsoft-com:vml" xmlns:a14="http://schemas.microsoft.com/office/drawing/2010/main" xmlns:p15="http://schemas.microsoft.com/office/powerpoint/2012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7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55">
            <a:extLst>
              <a:ext uri="{FF2B5EF4-FFF2-40B4-BE49-F238E27FC236}">
                <a16:creationId xmlns:a16="http://schemas.microsoft.com/office/drawing/2014/main" id="{6A4D74B2-69A2-440B-B661-D3A747C4EC33}"/>
              </a:ext>
            </a:extLst>
          </p:cNvPr>
          <p:cNvSpPr/>
          <p:nvPr userDrawn="1"/>
        </p:nvSpPr>
        <p:spPr bwMode="gray">
          <a:xfrm>
            <a:off x="0" y="1735139"/>
            <a:ext cx="12190413" cy="4749615"/>
          </a:xfrm>
          <a:prstGeom prst="rect">
            <a:avLst/>
          </a:prstGeom>
          <a:gradFill flip="none" rotWithShape="1">
            <a:gsLst>
              <a:gs pos="60000">
                <a:srgbClr val="0D82AE"/>
              </a:gs>
              <a:gs pos="0">
                <a:srgbClr val="007BBF"/>
              </a:gs>
              <a:gs pos="95000">
                <a:srgbClr val="53A84B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309"/>
            <a:endParaRPr lang="en-US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64" name="Freihandform: Form 23">
            <a:extLst>
              <a:ext uri="{FF2B5EF4-FFF2-40B4-BE49-F238E27FC236}">
                <a16:creationId xmlns:a16="http://schemas.microsoft.com/office/drawing/2014/main" id="{B4D00374-A0CD-425A-9574-6FA75D948990}"/>
              </a:ext>
            </a:extLst>
          </p:cNvPr>
          <p:cNvSpPr/>
          <p:nvPr userDrawn="1"/>
        </p:nvSpPr>
        <p:spPr bwMode="gray">
          <a:xfrm>
            <a:off x="11308556" y="1735139"/>
            <a:ext cx="881858" cy="4749615"/>
          </a:xfrm>
          <a:custGeom>
            <a:avLst/>
            <a:gdLst>
              <a:gd name="connsiteX0" fmla="*/ 950687 w 950687"/>
              <a:gd name="connsiteY0" fmla="*/ 0 h 5046373"/>
              <a:gd name="connsiteX1" fmla="*/ 950687 w 950687"/>
              <a:gd name="connsiteY1" fmla="*/ 5046373 h 5046373"/>
              <a:gd name="connsiteX2" fmla="*/ 0 w 950687"/>
              <a:gd name="connsiteY2" fmla="*/ 5046373 h 5046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0687" h="5046373">
                <a:moveTo>
                  <a:pt x="950687" y="0"/>
                </a:moveTo>
                <a:lnTo>
                  <a:pt x="950687" y="5046373"/>
                </a:lnTo>
                <a:lnTo>
                  <a:pt x="0" y="504637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0" y="1981201"/>
            <a:ext cx="10798461" cy="42551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27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2pPr>
            <a:lvl3pPr marL="54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3pPr>
            <a:lvl4pPr marL="81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4pPr>
            <a:lvl5pPr marL="108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217ADF7-A551-9BF8-61D7-9D9467C93E97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10798460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2E19E7-D685-A88A-17B1-1E11E0F4AB2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15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reihandform: Form 64">
            <a:extLst>
              <a:ext uri="{FF2B5EF4-FFF2-40B4-BE49-F238E27FC236}">
                <a16:creationId xmlns:a16="http://schemas.microsoft.com/office/drawing/2014/main" id="{F3B7F887-D9FC-40B1-8026-48E00770FD11}"/>
              </a:ext>
            </a:extLst>
          </p:cNvPr>
          <p:cNvSpPr/>
          <p:nvPr userDrawn="1"/>
        </p:nvSpPr>
        <p:spPr bwMode="gray">
          <a:xfrm>
            <a:off x="8164451" y="1498601"/>
            <a:ext cx="4032324" cy="4986151"/>
          </a:xfrm>
          <a:custGeom>
            <a:avLst/>
            <a:gdLst>
              <a:gd name="connsiteX0" fmla="*/ 939340 w 4047568"/>
              <a:gd name="connsiteY0" fmla="*/ 0 h 4986151"/>
              <a:gd name="connsiteX1" fmla="*/ 4047568 w 4047568"/>
              <a:gd name="connsiteY1" fmla="*/ 0 h 4986151"/>
              <a:gd name="connsiteX2" fmla="*/ 4047568 w 4047568"/>
              <a:gd name="connsiteY2" fmla="*/ 4986151 h 4986151"/>
              <a:gd name="connsiteX3" fmla="*/ 0 w 4047568"/>
              <a:gd name="connsiteY3" fmla="*/ 4986151 h 498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7568" h="4986151">
                <a:moveTo>
                  <a:pt x="939340" y="0"/>
                </a:moveTo>
                <a:lnTo>
                  <a:pt x="4047568" y="0"/>
                </a:lnTo>
                <a:lnTo>
                  <a:pt x="4047568" y="4986151"/>
                </a:lnTo>
                <a:lnTo>
                  <a:pt x="0" y="4986151"/>
                </a:lnTo>
                <a:close/>
              </a:path>
            </a:pathLst>
          </a:custGeom>
          <a:gradFill flip="none" rotWithShape="1">
            <a:gsLst>
              <a:gs pos="56000">
                <a:srgbClr val="6661A4"/>
              </a:gs>
              <a:gs pos="100000">
                <a:srgbClr val="1E80CB"/>
              </a:gs>
              <a:gs pos="16000">
                <a:srgbClr val="B7276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7778435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1" y="1732751"/>
            <a:ext cx="6972114" cy="475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68" name="Freihandform: Form 67">
            <a:extLst>
              <a:ext uri="{FF2B5EF4-FFF2-40B4-BE49-F238E27FC236}">
                <a16:creationId xmlns:a16="http://schemas.microsoft.com/office/drawing/2014/main" id="{70F7CDBE-54AB-4DE9-9DE9-4653BE88DBC2}"/>
              </a:ext>
            </a:extLst>
          </p:cNvPr>
          <p:cNvSpPr/>
          <p:nvPr userDrawn="1"/>
        </p:nvSpPr>
        <p:spPr bwMode="gray">
          <a:xfrm>
            <a:off x="11316404" y="1811627"/>
            <a:ext cx="880371" cy="4673124"/>
          </a:xfrm>
          <a:custGeom>
            <a:avLst/>
            <a:gdLst>
              <a:gd name="connsiteX0" fmla="*/ 880371 w 880371"/>
              <a:gd name="connsiteY0" fmla="*/ 0 h 4673124"/>
              <a:gd name="connsiteX1" fmla="*/ 880371 w 880371"/>
              <a:gd name="connsiteY1" fmla="*/ 4673124 h 4673124"/>
              <a:gd name="connsiteX2" fmla="*/ 0 w 880371"/>
              <a:gd name="connsiteY2" fmla="*/ 4673124 h 4673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0371" h="4673124">
                <a:moveTo>
                  <a:pt x="880371" y="0"/>
                </a:moveTo>
                <a:lnTo>
                  <a:pt x="880371" y="4673124"/>
                </a:lnTo>
                <a:lnTo>
                  <a:pt x="0" y="4673124"/>
                </a:lnTo>
                <a:close/>
              </a:path>
            </a:pathLst>
          </a:custGeom>
          <a:solidFill>
            <a:srgbClr val="10384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de-DE" b="0" i="0" u="none" baseline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64" name="Inhaltsplatzhalter 6">
            <a:extLst>
              <a:ext uri="{FF2B5EF4-FFF2-40B4-BE49-F238E27FC236}">
                <a16:creationId xmlns:a16="http://schemas.microsoft.com/office/drawing/2014/main" id="{981F8CE7-1689-430B-813A-F1049505A96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329793" y="1732751"/>
            <a:ext cx="2160414" cy="4751999"/>
          </a:xfrm>
        </p:spPr>
        <p:txBody>
          <a:bodyPr vert="horz" lIns="0" tIns="0" rIns="0" bIns="0" rtlCol="0">
            <a:noAutofit/>
          </a:bodyPr>
          <a:lstStyle>
            <a:lvl1pPr>
              <a:defRPr lang="en-US">
                <a:solidFill>
                  <a:schemeClr val="bg1"/>
                </a:solidFill>
              </a:defRPr>
            </a:lvl1pPr>
            <a:lvl2pPr>
              <a:defRPr lang="en-US">
                <a:solidFill>
                  <a:schemeClr val="bg1"/>
                </a:solidFill>
              </a:defRPr>
            </a:lvl2pPr>
            <a:lvl3pPr>
              <a:defRPr lang="en-US">
                <a:solidFill>
                  <a:schemeClr val="bg1"/>
                </a:solidFill>
              </a:defRPr>
            </a:lvl3pPr>
            <a:lvl4pPr>
              <a:defRPr lang="en-US">
                <a:solidFill>
                  <a:schemeClr val="bg1"/>
                </a:solidFill>
              </a:defRPr>
            </a:lvl4pPr>
            <a:lvl5pPr>
              <a:defRPr lang="de-DE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D0F6162-BFD5-9B1C-AD23-C66C6340CEF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7778434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7" name="Picture 1">
            <a:extLst>
              <a:ext uri="{FF2B5EF4-FFF2-40B4-BE49-F238E27FC236}">
                <a16:creationId xmlns:a16="http://schemas.microsoft.com/office/drawing/2014/main" id="{840D0CD2-A0E0-C60F-428B-E6E13D52194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862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8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reihandform: Form 64">
            <a:extLst>
              <a:ext uri="{FF2B5EF4-FFF2-40B4-BE49-F238E27FC236}">
                <a16:creationId xmlns:a16="http://schemas.microsoft.com/office/drawing/2014/main" id="{F3B7F887-D9FC-40B1-8026-48E00770FD11}"/>
              </a:ext>
            </a:extLst>
          </p:cNvPr>
          <p:cNvSpPr/>
          <p:nvPr userDrawn="1"/>
        </p:nvSpPr>
        <p:spPr bwMode="gray">
          <a:xfrm>
            <a:off x="8164451" y="1498601"/>
            <a:ext cx="4032324" cy="4986151"/>
          </a:xfrm>
          <a:custGeom>
            <a:avLst/>
            <a:gdLst>
              <a:gd name="connsiteX0" fmla="*/ 939340 w 4047568"/>
              <a:gd name="connsiteY0" fmla="*/ 0 h 4986151"/>
              <a:gd name="connsiteX1" fmla="*/ 4047568 w 4047568"/>
              <a:gd name="connsiteY1" fmla="*/ 0 h 4986151"/>
              <a:gd name="connsiteX2" fmla="*/ 4047568 w 4047568"/>
              <a:gd name="connsiteY2" fmla="*/ 4986151 h 4986151"/>
              <a:gd name="connsiteX3" fmla="*/ 0 w 4047568"/>
              <a:gd name="connsiteY3" fmla="*/ 4986151 h 498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7568" h="4986151">
                <a:moveTo>
                  <a:pt x="939340" y="0"/>
                </a:moveTo>
                <a:lnTo>
                  <a:pt x="4047568" y="0"/>
                </a:lnTo>
                <a:lnTo>
                  <a:pt x="4047568" y="4986151"/>
                </a:lnTo>
                <a:lnTo>
                  <a:pt x="0" y="4986151"/>
                </a:lnTo>
                <a:close/>
              </a:path>
            </a:pathLst>
          </a:custGeom>
          <a:gradFill>
            <a:gsLst>
              <a:gs pos="55000">
                <a:srgbClr val="35742C"/>
              </a:gs>
              <a:gs pos="0">
                <a:srgbClr val="286337"/>
              </a:gs>
              <a:gs pos="100000">
                <a:srgbClr val="5BA31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7778435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1" y="1732751"/>
            <a:ext cx="6972114" cy="475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68" name="Freihandform: Form 67">
            <a:extLst>
              <a:ext uri="{FF2B5EF4-FFF2-40B4-BE49-F238E27FC236}">
                <a16:creationId xmlns:a16="http://schemas.microsoft.com/office/drawing/2014/main" id="{70F7CDBE-54AB-4DE9-9DE9-4653BE88DBC2}"/>
              </a:ext>
            </a:extLst>
          </p:cNvPr>
          <p:cNvSpPr/>
          <p:nvPr userDrawn="1"/>
        </p:nvSpPr>
        <p:spPr bwMode="gray">
          <a:xfrm>
            <a:off x="11316404" y="1811627"/>
            <a:ext cx="880371" cy="4673124"/>
          </a:xfrm>
          <a:custGeom>
            <a:avLst/>
            <a:gdLst>
              <a:gd name="connsiteX0" fmla="*/ 880371 w 880371"/>
              <a:gd name="connsiteY0" fmla="*/ 0 h 4673124"/>
              <a:gd name="connsiteX1" fmla="*/ 880371 w 880371"/>
              <a:gd name="connsiteY1" fmla="*/ 4673124 h 4673124"/>
              <a:gd name="connsiteX2" fmla="*/ 0 w 880371"/>
              <a:gd name="connsiteY2" fmla="*/ 4673124 h 4673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0371" h="4673124">
                <a:moveTo>
                  <a:pt x="880371" y="0"/>
                </a:moveTo>
                <a:lnTo>
                  <a:pt x="880371" y="4673124"/>
                </a:lnTo>
                <a:lnTo>
                  <a:pt x="0" y="4673124"/>
                </a:lnTo>
                <a:close/>
              </a:path>
            </a:pathLst>
          </a:custGeom>
          <a:solidFill>
            <a:srgbClr val="10384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de-DE" b="0" i="0" u="none" baseline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64" name="Inhaltsplatzhalter 6">
            <a:extLst>
              <a:ext uri="{FF2B5EF4-FFF2-40B4-BE49-F238E27FC236}">
                <a16:creationId xmlns:a16="http://schemas.microsoft.com/office/drawing/2014/main" id="{981F8CE7-1689-430B-813A-F1049505A96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329793" y="1732751"/>
            <a:ext cx="2160414" cy="4751999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de-DE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D0F6162-BFD5-9B1C-AD23-C66C6340CEF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7778434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7" name="Picture 1">
            <a:extLst>
              <a:ext uri="{FF2B5EF4-FFF2-40B4-BE49-F238E27FC236}">
                <a16:creationId xmlns:a16="http://schemas.microsoft.com/office/drawing/2014/main" id="{30822614-4CE1-B73F-E7EF-834DDCC0D78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934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8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reihandform: Form 64">
            <a:extLst>
              <a:ext uri="{FF2B5EF4-FFF2-40B4-BE49-F238E27FC236}">
                <a16:creationId xmlns:a16="http://schemas.microsoft.com/office/drawing/2014/main" id="{F3B7F887-D9FC-40B1-8026-48E00770FD11}"/>
              </a:ext>
            </a:extLst>
          </p:cNvPr>
          <p:cNvSpPr/>
          <p:nvPr userDrawn="1"/>
        </p:nvSpPr>
        <p:spPr bwMode="gray">
          <a:xfrm>
            <a:off x="8164451" y="1498601"/>
            <a:ext cx="4032324" cy="4986151"/>
          </a:xfrm>
          <a:custGeom>
            <a:avLst/>
            <a:gdLst>
              <a:gd name="connsiteX0" fmla="*/ 939340 w 4047568"/>
              <a:gd name="connsiteY0" fmla="*/ 0 h 4986151"/>
              <a:gd name="connsiteX1" fmla="*/ 4047568 w 4047568"/>
              <a:gd name="connsiteY1" fmla="*/ 0 h 4986151"/>
              <a:gd name="connsiteX2" fmla="*/ 4047568 w 4047568"/>
              <a:gd name="connsiteY2" fmla="*/ 4986151 h 4986151"/>
              <a:gd name="connsiteX3" fmla="*/ 0 w 4047568"/>
              <a:gd name="connsiteY3" fmla="*/ 4986151 h 498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7568" h="4986151">
                <a:moveTo>
                  <a:pt x="939340" y="0"/>
                </a:moveTo>
                <a:lnTo>
                  <a:pt x="4047568" y="0"/>
                </a:lnTo>
                <a:lnTo>
                  <a:pt x="4047568" y="4986151"/>
                </a:lnTo>
                <a:lnTo>
                  <a:pt x="0" y="4986151"/>
                </a:lnTo>
                <a:close/>
              </a:path>
            </a:pathLst>
          </a:custGeom>
          <a:gradFill flip="none" rotWithShape="1">
            <a:gsLst>
              <a:gs pos="60000">
                <a:srgbClr val="0D82AE"/>
              </a:gs>
              <a:gs pos="0">
                <a:srgbClr val="007BBF"/>
              </a:gs>
              <a:gs pos="95000">
                <a:srgbClr val="53A84B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7778435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1" y="1732751"/>
            <a:ext cx="6972114" cy="475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68" name="Freihandform: Form 67">
            <a:extLst>
              <a:ext uri="{FF2B5EF4-FFF2-40B4-BE49-F238E27FC236}">
                <a16:creationId xmlns:a16="http://schemas.microsoft.com/office/drawing/2014/main" id="{70F7CDBE-54AB-4DE9-9DE9-4653BE88DBC2}"/>
              </a:ext>
            </a:extLst>
          </p:cNvPr>
          <p:cNvSpPr/>
          <p:nvPr userDrawn="1"/>
        </p:nvSpPr>
        <p:spPr bwMode="gray">
          <a:xfrm>
            <a:off x="11316404" y="1811627"/>
            <a:ext cx="880371" cy="4673124"/>
          </a:xfrm>
          <a:custGeom>
            <a:avLst/>
            <a:gdLst>
              <a:gd name="connsiteX0" fmla="*/ 880371 w 880371"/>
              <a:gd name="connsiteY0" fmla="*/ 0 h 4673124"/>
              <a:gd name="connsiteX1" fmla="*/ 880371 w 880371"/>
              <a:gd name="connsiteY1" fmla="*/ 4673124 h 4673124"/>
              <a:gd name="connsiteX2" fmla="*/ 0 w 880371"/>
              <a:gd name="connsiteY2" fmla="*/ 4673124 h 4673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0371" h="4673124">
                <a:moveTo>
                  <a:pt x="880371" y="0"/>
                </a:moveTo>
                <a:lnTo>
                  <a:pt x="880371" y="4673124"/>
                </a:lnTo>
                <a:lnTo>
                  <a:pt x="0" y="4673124"/>
                </a:lnTo>
                <a:close/>
              </a:path>
            </a:pathLst>
          </a:custGeom>
          <a:solidFill>
            <a:srgbClr val="10384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de-DE" b="0" i="0" u="none" baseline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64" name="Inhaltsplatzhalter 6">
            <a:extLst>
              <a:ext uri="{FF2B5EF4-FFF2-40B4-BE49-F238E27FC236}">
                <a16:creationId xmlns:a16="http://schemas.microsoft.com/office/drawing/2014/main" id="{981F8CE7-1689-430B-813A-F1049505A96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329793" y="1732751"/>
            <a:ext cx="2160414" cy="4751999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de-DE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D0F6162-BFD5-9B1C-AD23-C66C6340CEF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7778434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7" name="Picture 1">
            <a:extLst>
              <a:ext uri="{FF2B5EF4-FFF2-40B4-BE49-F238E27FC236}">
                <a16:creationId xmlns:a16="http://schemas.microsoft.com/office/drawing/2014/main" id="{4EB107F2-5D32-3144-6F9E-F4E747C4321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763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0" y="1732751"/>
            <a:ext cx="10798461" cy="4751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27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2pPr>
            <a:lvl3pPr marL="54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3pPr>
            <a:lvl4pPr marL="81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4pPr>
            <a:lvl5pPr marL="108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pic>
        <p:nvPicPr>
          <p:cNvPr id="65" name="Picture 2">
            <a:extLst>
              <a:ext uri="{FF2B5EF4-FFF2-40B4-BE49-F238E27FC236}">
                <a16:creationId xmlns:a16="http://schemas.microsoft.com/office/drawing/2014/main" id="{7A3AB8DB-3E38-4EFC-BE28-E54761FBCF7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D2F7399-D330-B44F-BB7F-673CACB8E5F9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10798460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BF883C30-FDE8-CDE0-1C6C-68DC0909FAA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732963" y="163513"/>
            <a:ext cx="2246312" cy="139700"/>
            <a:chOff x="6131" y="103"/>
            <a:chExt cx="1415" cy="88"/>
          </a:xfrm>
        </p:grpSpPr>
        <p:sp>
          <p:nvSpPr>
            <p:cNvPr id="13" name="AutoShape 3">
              <a:extLst>
                <a:ext uri="{FF2B5EF4-FFF2-40B4-BE49-F238E27FC236}">
                  <a16:creationId xmlns:a16="http://schemas.microsoft.com/office/drawing/2014/main" id="{39EF65DE-7B55-1B0C-04AC-042C28EAF99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131" y="103"/>
              <a:ext cx="1415" cy="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19516F2-0D2D-8AFD-4336-53029D0CC8E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00" y="105"/>
              <a:ext cx="65" cy="67"/>
            </a:xfrm>
            <a:custGeom>
              <a:avLst/>
              <a:gdLst>
                <a:gd name="T0" fmla="*/ 14 w 65"/>
                <a:gd name="T1" fmla="*/ 0 h 67"/>
                <a:gd name="T2" fmla="*/ 22 w 65"/>
                <a:gd name="T3" fmla="*/ 0 h 67"/>
                <a:gd name="T4" fmla="*/ 16 w 65"/>
                <a:gd name="T5" fmla="*/ 30 h 67"/>
                <a:gd name="T6" fmla="*/ 51 w 65"/>
                <a:gd name="T7" fmla="*/ 30 h 67"/>
                <a:gd name="T8" fmla="*/ 57 w 65"/>
                <a:gd name="T9" fmla="*/ 0 h 67"/>
                <a:gd name="T10" fmla="*/ 65 w 65"/>
                <a:gd name="T11" fmla="*/ 0 h 67"/>
                <a:gd name="T12" fmla="*/ 51 w 65"/>
                <a:gd name="T13" fmla="*/ 67 h 67"/>
                <a:gd name="T14" fmla="*/ 44 w 65"/>
                <a:gd name="T15" fmla="*/ 67 h 67"/>
                <a:gd name="T16" fmla="*/ 49 w 65"/>
                <a:gd name="T17" fmla="*/ 37 h 67"/>
                <a:gd name="T18" fmla="*/ 15 w 65"/>
                <a:gd name="T19" fmla="*/ 37 h 67"/>
                <a:gd name="T20" fmla="*/ 8 w 65"/>
                <a:gd name="T21" fmla="*/ 67 h 67"/>
                <a:gd name="T22" fmla="*/ 0 w 65"/>
                <a:gd name="T23" fmla="*/ 67 h 67"/>
                <a:gd name="T24" fmla="*/ 14 w 65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5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1" y="30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51" y="67"/>
                  </a:lnTo>
                  <a:lnTo>
                    <a:pt x="44" y="67"/>
                  </a:lnTo>
                  <a:lnTo>
                    <a:pt x="49" y="37"/>
                  </a:lnTo>
                  <a:lnTo>
                    <a:pt x="15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062F2BDB-4C96-6E1A-3FCB-D1C89497A23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367" y="123"/>
              <a:ext cx="44" cy="50"/>
            </a:xfrm>
            <a:custGeom>
              <a:avLst/>
              <a:gdLst>
                <a:gd name="T0" fmla="*/ 0 w 38"/>
                <a:gd name="T1" fmla="*/ 26 h 43"/>
                <a:gd name="T2" fmla="*/ 23 w 38"/>
                <a:gd name="T3" fmla="*/ 0 h 43"/>
                <a:gd name="T4" fmla="*/ 38 w 38"/>
                <a:gd name="T5" fmla="*/ 15 h 43"/>
                <a:gd name="T6" fmla="*/ 37 w 38"/>
                <a:gd name="T7" fmla="*/ 22 h 43"/>
                <a:gd name="T8" fmla="*/ 7 w 38"/>
                <a:gd name="T9" fmla="*/ 22 h 43"/>
                <a:gd name="T10" fmla="*/ 7 w 38"/>
                <a:gd name="T11" fmla="*/ 26 h 43"/>
                <a:gd name="T12" fmla="*/ 19 w 38"/>
                <a:gd name="T13" fmla="*/ 37 h 43"/>
                <a:gd name="T14" fmla="*/ 32 w 38"/>
                <a:gd name="T15" fmla="*/ 34 h 43"/>
                <a:gd name="T16" fmla="*/ 31 w 38"/>
                <a:gd name="T17" fmla="*/ 41 h 43"/>
                <a:gd name="T18" fmla="*/ 18 w 38"/>
                <a:gd name="T19" fmla="*/ 43 h 43"/>
                <a:gd name="T20" fmla="*/ 0 w 38"/>
                <a:gd name="T21" fmla="*/ 26 h 43"/>
                <a:gd name="T22" fmla="*/ 9 w 38"/>
                <a:gd name="T23" fmla="*/ 17 h 43"/>
                <a:gd name="T24" fmla="*/ 31 w 38"/>
                <a:gd name="T25" fmla="*/ 17 h 43"/>
                <a:gd name="T26" fmla="*/ 31 w 38"/>
                <a:gd name="T27" fmla="*/ 15 h 43"/>
                <a:gd name="T28" fmla="*/ 23 w 38"/>
                <a:gd name="T29" fmla="*/ 6 h 43"/>
                <a:gd name="T30" fmla="*/ 9 w 38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8" h="43">
                  <a:moveTo>
                    <a:pt x="0" y="26"/>
                  </a:moveTo>
                  <a:cubicBezTo>
                    <a:pt x="0" y="14"/>
                    <a:pt x="9" y="0"/>
                    <a:pt x="23" y="0"/>
                  </a:cubicBezTo>
                  <a:cubicBezTo>
                    <a:pt x="32" y="0"/>
                    <a:pt x="38" y="6"/>
                    <a:pt x="38" y="15"/>
                  </a:cubicBezTo>
                  <a:cubicBezTo>
                    <a:pt x="38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3" y="43"/>
                    <a:pt x="18" y="43"/>
                  </a:cubicBezTo>
                  <a:cubicBezTo>
                    <a:pt x="7" y="43"/>
                    <a:pt x="0" y="37"/>
                    <a:pt x="0" y="26"/>
                  </a:cubicBezTo>
                  <a:close/>
                  <a:moveTo>
                    <a:pt x="9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8" y="6"/>
                    <a:pt x="23" y="6"/>
                  </a:cubicBezTo>
                  <a:cubicBezTo>
                    <a:pt x="16" y="6"/>
                    <a:pt x="11" y="11"/>
                    <a:pt x="9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1" name="Freeform 7">
              <a:extLst>
                <a:ext uri="{FF2B5EF4-FFF2-40B4-BE49-F238E27FC236}">
                  <a16:creationId xmlns:a16="http://schemas.microsoft.com/office/drawing/2014/main" id="{3C815D4D-D122-4577-4242-BBE38EFAD4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15" y="123"/>
              <a:ext cx="44" cy="50"/>
            </a:xfrm>
            <a:custGeom>
              <a:avLst/>
              <a:gdLst>
                <a:gd name="T0" fmla="*/ 0 w 39"/>
                <a:gd name="T1" fmla="*/ 32 h 43"/>
                <a:gd name="T2" fmla="*/ 15 w 39"/>
                <a:gd name="T3" fmla="*/ 18 h 43"/>
                <a:gd name="T4" fmla="*/ 30 w 39"/>
                <a:gd name="T5" fmla="*/ 17 h 43"/>
                <a:gd name="T6" fmla="*/ 30 w 39"/>
                <a:gd name="T7" fmla="*/ 14 h 43"/>
                <a:gd name="T8" fmla="*/ 21 w 39"/>
                <a:gd name="T9" fmla="*/ 5 h 43"/>
                <a:gd name="T10" fmla="*/ 8 w 39"/>
                <a:gd name="T11" fmla="*/ 8 h 43"/>
                <a:gd name="T12" fmla="*/ 9 w 39"/>
                <a:gd name="T13" fmla="*/ 2 h 43"/>
                <a:gd name="T14" fmla="*/ 22 w 39"/>
                <a:gd name="T15" fmla="*/ 0 h 43"/>
                <a:gd name="T16" fmla="*/ 37 w 39"/>
                <a:gd name="T17" fmla="*/ 15 h 43"/>
                <a:gd name="T18" fmla="*/ 33 w 39"/>
                <a:gd name="T19" fmla="*/ 34 h 43"/>
                <a:gd name="T20" fmla="*/ 31 w 39"/>
                <a:gd name="T21" fmla="*/ 42 h 43"/>
                <a:gd name="T22" fmla="*/ 25 w 39"/>
                <a:gd name="T23" fmla="*/ 42 h 43"/>
                <a:gd name="T24" fmla="*/ 26 w 39"/>
                <a:gd name="T25" fmla="*/ 34 h 43"/>
                <a:gd name="T26" fmla="*/ 26 w 39"/>
                <a:gd name="T27" fmla="*/ 34 h 43"/>
                <a:gd name="T28" fmla="*/ 12 w 39"/>
                <a:gd name="T29" fmla="*/ 43 h 43"/>
                <a:gd name="T30" fmla="*/ 0 w 39"/>
                <a:gd name="T31" fmla="*/ 32 h 43"/>
                <a:gd name="T32" fmla="*/ 28 w 39"/>
                <a:gd name="T33" fmla="*/ 25 h 43"/>
                <a:gd name="T34" fmla="*/ 29 w 39"/>
                <a:gd name="T35" fmla="*/ 22 h 43"/>
                <a:gd name="T36" fmla="*/ 16 w 39"/>
                <a:gd name="T37" fmla="*/ 23 h 43"/>
                <a:gd name="T38" fmla="*/ 6 w 39"/>
                <a:gd name="T39" fmla="*/ 31 h 43"/>
                <a:gd name="T40" fmla="*/ 14 w 39"/>
                <a:gd name="T41" fmla="*/ 37 h 43"/>
                <a:gd name="T42" fmla="*/ 28 w 39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9" h="43">
                  <a:moveTo>
                    <a:pt x="0" y="32"/>
                  </a:moveTo>
                  <a:cubicBezTo>
                    <a:pt x="0" y="24"/>
                    <a:pt x="6" y="19"/>
                    <a:pt x="15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2" y="8"/>
                    <a:pt x="28" y="5"/>
                    <a:pt x="21" y="5"/>
                  </a:cubicBezTo>
                  <a:cubicBezTo>
                    <a:pt x="17" y="5"/>
                    <a:pt x="13" y="6"/>
                    <a:pt x="8" y="8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13" y="1"/>
                    <a:pt x="17" y="0"/>
                    <a:pt x="22" y="0"/>
                  </a:cubicBezTo>
                  <a:cubicBezTo>
                    <a:pt x="33" y="0"/>
                    <a:pt x="39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2" y="37"/>
                    <a:pt x="31" y="39"/>
                    <a:pt x="31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9"/>
                    <a:pt x="25" y="37"/>
                    <a:pt x="26" y="34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3" y="40"/>
                    <a:pt x="17" y="43"/>
                    <a:pt x="12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8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0" y="24"/>
                    <a:pt x="6" y="27"/>
                    <a:pt x="6" y="31"/>
                  </a:cubicBezTo>
                  <a:cubicBezTo>
                    <a:pt x="6" y="35"/>
                    <a:pt x="9" y="37"/>
                    <a:pt x="14" y="37"/>
                  </a:cubicBezTo>
                  <a:cubicBezTo>
                    <a:pt x="21" y="37"/>
                    <a:pt x="26" y="32"/>
                    <a:pt x="28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2" name="Freeform 8">
              <a:extLst>
                <a:ext uri="{FF2B5EF4-FFF2-40B4-BE49-F238E27FC236}">
                  <a16:creationId xmlns:a16="http://schemas.microsoft.com/office/drawing/2014/main" id="{843A1FFF-9223-D57A-959D-71F50B5B79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63" y="105"/>
              <a:ext cx="21" cy="67"/>
            </a:xfrm>
            <a:custGeom>
              <a:avLst/>
              <a:gdLst>
                <a:gd name="T0" fmla="*/ 2 w 19"/>
                <a:gd name="T1" fmla="*/ 46 h 57"/>
                <a:gd name="T2" fmla="*/ 12 w 19"/>
                <a:gd name="T3" fmla="*/ 0 h 57"/>
                <a:gd name="T4" fmla="*/ 19 w 19"/>
                <a:gd name="T5" fmla="*/ 0 h 57"/>
                <a:gd name="T6" fmla="*/ 9 w 19"/>
                <a:gd name="T7" fmla="*/ 46 h 57"/>
                <a:gd name="T8" fmla="*/ 12 w 19"/>
                <a:gd name="T9" fmla="*/ 51 h 57"/>
                <a:gd name="T10" fmla="*/ 16 w 19"/>
                <a:gd name="T11" fmla="*/ 51 h 57"/>
                <a:gd name="T12" fmla="*/ 15 w 19"/>
                <a:gd name="T13" fmla="*/ 57 h 57"/>
                <a:gd name="T14" fmla="*/ 10 w 19"/>
                <a:gd name="T15" fmla="*/ 57 h 57"/>
                <a:gd name="T16" fmla="*/ 2 w 19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3" name="Freeform 9">
              <a:extLst>
                <a:ext uri="{FF2B5EF4-FFF2-40B4-BE49-F238E27FC236}">
                  <a16:creationId xmlns:a16="http://schemas.microsoft.com/office/drawing/2014/main" id="{F5A44BFB-78A6-7307-2B9C-63C28E7AE0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89" y="110"/>
              <a:ext cx="27" cy="62"/>
            </a:xfrm>
            <a:custGeom>
              <a:avLst/>
              <a:gdLst>
                <a:gd name="T0" fmla="*/ 2 w 24"/>
                <a:gd name="T1" fmla="*/ 42 h 53"/>
                <a:gd name="T2" fmla="*/ 7 w 24"/>
                <a:gd name="T3" fmla="*/ 17 h 53"/>
                <a:gd name="T4" fmla="*/ 0 w 24"/>
                <a:gd name="T5" fmla="*/ 17 h 53"/>
                <a:gd name="T6" fmla="*/ 1 w 24"/>
                <a:gd name="T7" fmla="*/ 12 h 53"/>
                <a:gd name="T8" fmla="*/ 8 w 24"/>
                <a:gd name="T9" fmla="*/ 12 h 53"/>
                <a:gd name="T10" fmla="*/ 11 w 24"/>
                <a:gd name="T11" fmla="*/ 0 h 53"/>
                <a:gd name="T12" fmla="*/ 18 w 24"/>
                <a:gd name="T13" fmla="*/ 0 h 53"/>
                <a:gd name="T14" fmla="*/ 15 w 24"/>
                <a:gd name="T15" fmla="*/ 12 h 53"/>
                <a:gd name="T16" fmla="*/ 24 w 24"/>
                <a:gd name="T17" fmla="*/ 12 h 53"/>
                <a:gd name="T18" fmla="*/ 23 w 24"/>
                <a:gd name="T19" fmla="*/ 17 h 53"/>
                <a:gd name="T20" fmla="*/ 14 w 24"/>
                <a:gd name="T21" fmla="*/ 17 h 53"/>
                <a:gd name="T22" fmla="*/ 8 w 24"/>
                <a:gd name="T23" fmla="*/ 43 h 53"/>
                <a:gd name="T24" fmla="*/ 13 w 24"/>
                <a:gd name="T25" fmla="*/ 47 h 53"/>
                <a:gd name="T26" fmla="*/ 16 w 24"/>
                <a:gd name="T27" fmla="*/ 47 h 53"/>
                <a:gd name="T28" fmla="*/ 15 w 24"/>
                <a:gd name="T29" fmla="*/ 53 h 53"/>
                <a:gd name="T30" fmla="*/ 11 w 24"/>
                <a:gd name="T31" fmla="*/ 53 h 53"/>
                <a:gd name="T32" fmla="*/ 2 w 24"/>
                <a:gd name="T33" fmla="*/ 4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53">
                  <a:moveTo>
                    <a:pt x="2" y="42"/>
                  </a:moveTo>
                  <a:cubicBezTo>
                    <a:pt x="7" y="17"/>
                    <a:pt x="7" y="17"/>
                    <a:pt x="7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6"/>
                    <a:pt x="9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4" y="53"/>
                    <a:pt x="12" y="53"/>
                    <a:pt x="11" y="53"/>
                  </a:cubicBezTo>
                  <a:cubicBezTo>
                    <a:pt x="4" y="53"/>
                    <a:pt x="0" y="49"/>
                    <a:pt x="2" y="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4" name="Freeform 10">
              <a:extLst>
                <a:ext uri="{FF2B5EF4-FFF2-40B4-BE49-F238E27FC236}">
                  <a16:creationId xmlns:a16="http://schemas.microsoft.com/office/drawing/2014/main" id="{77700AFB-D9F5-DA54-5604-B933CFC38AE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16" y="105"/>
              <a:ext cx="47" cy="67"/>
            </a:xfrm>
            <a:custGeom>
              <a:avLst/>
              <a:gdLst>
                <a:gd name="T0" fmla="*/ 12 w 41"/>
                <a:gd name="T1" fmla="*/ 0 h 57"/>
                <a:gd name="T2" fmla="*/ 19 w 41"/>
                <a:gd name="T3" fmla="*/ 0 h 57"/>
                <a:gd name="T4" fmla="*/ 15 w 41"/>
                <a:gd name="T5" fmla="*/ 16 h 57"/>
                <a:gd name="T6" fmla="*/ 13 w 41"/>
                <a:gd name="T7" fmla="*/ 24 h 57"/>
                <a:gd name="T8" fmla="*/ 13 w 41"/>
                <a:gd name="T9" fmla="*/ 24 h 57"/>
                <a:gd name="T10" fmla="*/ 28 w 41"/>
                <a:gd name="T11" fmla="*/ 15 h 57"/>
                <a:gd name="T12" fmla="*/ 39 w 41"/>
                <a:gd name="T13" fmla="*/ 30 h 57"/>
                <a:gd name="T14" fmla="*/ 33 w 41"/>
                <a:gd name="T15" fmla="*/ 57 h 57"/>
                <a:gd name="T16" fmla="*/ 26 w 41"/>
                <a:gd name="T17" fmla="*/ 57 h 57"/>
                <a:gd name="T18" fmla="*/ 32 w 41"/>
                <a:gd name="T19" fmla="*/ 30 h 57"/>
                <a:gd name="T20" fmla="*/ 26 w 41"/>
                <a:gd name="T21" fmla="*/ 21 h 57"/>
                <a:gd name="T22" fmla="*/ 11 w 41"/>
                <a:gd name="T23" fmla="*/ 34 h 57"/>
                <a:gd name="T24" fmla="*/ 7 w 41"/>
                <a:gd name="T25" fmla="*/ 57 h 57"/>
                <a:gd name="T26" fmla="*/ 0 w 41"/>
                <a:gd name="T27" fmla="*/ 57 h 57"/>
                <a:gd name="T28" fmla="*/ 12 w 41"/>
                <a:gd name="T2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" h="57">
                  <a:moveTo>
                    <a:pt x="12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8"/>
                    <a:pt x="14" y="21"/>
                    <a:pt x="13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6" y="19"/>
                    <a:pt x="22" y="15"/>
                    <a:pt x="28" y="15"/>
                  </a:cubicBezTo>
                  <a:cubicBezTo>
                    <a:pt x="36" y="15"/>
                    <a:pt x="41" y="20"/>
                    <a:pt x="39" y="30"/>
                  </a:cubicBezTo>
                  <a:cubicBezTo>
                    <a:pt x="33" y="57"/>
                    <a:pt x="33" y="57"/>
                    <a:pt x="33" y="57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34" y="24"/>
                    <a:pt x="31" y="21"/>
                    <a:pt x="26" y="21"/>
                  </a:cubicBezTo>
                  <a:cubicBezTo>
                    <a:pt x="20" y="21"/>
                    <a:pt x="13" y="26"/>
                    <a:pt x="11" y="34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0" y="57"/>
                    <a:pt x="0" y="57"/>
                    <a:pt x="0" y="57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5" name="Freeform 11">
              <a:extLst>
                <a:ext uri="{FF2B5EF4-FFF2-40B4-BE49-F238E27FC236}">
                  <a16:creationId xmlns:a16="http://schemas.microsoft.com/office/drawing/2014/main" id="{F8E13CA0-3CA3-3858-AD56-D3B929ED36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96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6" name="Freeform 12">
              <a:extLst>
                <a:ext uri="{FF2B5EF4-FFF2-40B4-BE49-F238E27FC236}">
                  <a16:creationId xmlns:a16="http://schemas.microsoft.com/office/drawing/2014/main" id="{2BDA64E8-3525-945E-39EF-7A5D0B33A6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24" y="123"/>
              <a:ext cx="45" cy="50"/>
            </a:xfrm>
            <a:custGeom>
              <a:avLst/>
              <a:gdLst>
                <a:gd name="T0" fmla="*/ 0 w 39"/>
                <a:gd name="T1" fmla="*/ 27 h 43"/>
                <a:gd name="T2" fmla="*/ 23 w 39"/>
                <a:gd name="T3" fmla="*/ 0 h 43"/>
                <a:gd name="T4" fmla="*/ 39 w 39"/>
                <a:gd name="T5" fmla="*/ 15 h 43"/>
                <a:gd name="T6" fmla="*/ 16 w 39"/>
                <a:gd name="T7" fmla="*/ 43 h 43"/>
                <a:gd name="T8" fmla="*/ 0 w 39"/>
                <a:gd name="T9" fmla="*/ 27 h 43"/>
                <a:gd name="T10" fmla="*/ 32 w 39"/>
                <a:gd name="T11" fmla="*/ 16 h 43"/>
                <a:gd name="T12" fmla="*/ 23 w 39"/>
                <a:gd name="T13" fmla="*/ 6 h 43"/>
                <a:gd name="T14" fmla="*/ 7 w 39"/>
                <a:gd name="T15" fmla="*/ 27 h 43"/>
                <a:gd name="T16" fmla="*/ 16 w 39"/>
                <a:gd name="T17" fmla="*/ 37 h 43"/>
                <a:gd name="T18" fmla="*/ 32 w 39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9" y="6"/>
                    <a:pt x="39" y="15"/>
                  </a:cubicBezTo>
                  <a:cubicBezTo>
                    <a:pt x="39" y="27"/>
                    <a:pt x="31" y="43"/>
                    <a:pt x="16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7" name="Freeform 13">
              <a:extLst>
                <a:ext uri="{FF2B5EF4-FFF2-40B4-BE49-F238E27FC236}">
                  <a16:creationId xmlns:a16="http://schemas.microsoft.com/office/drawing/2014/main" id="{E8E5D918-C928-2734-BE95-73E9C0FD4B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74" y="123"/>
              <a:ext cx="33" cy="49"/>
            </a:xfrm>
            <a:custGeom>
              <a:avLst/>
              <a:gdLst>
                <a:gd name="T0" fmla="*/ 8 w 29"/>
                <a:gd name="T1" fmla="*/ 1 h 42"/>
                <a:gd name="T2" fmla="*/ 15 w 29"/>
                <a:gd name="T3" fmla="*/ 1 h 42"/>
                <a:gd name="T4" fmla="*/ 13 w 29"/>
                <a:gd name="T5" fmla="*/ 9 h 42"/>
                <a:gd name="T6" fmla="*/ 13 w 29"/>
                <a:gd name="T7" fmla="*/ 9 h 42"/>
                <a:gd name="T8" fmla="*/ 29 w 29"/>
                <a:gd name="T9" fmla="*/ 0 h 42"/>
                <a:gd name="T10" fmla="*/ 27 w 29"/>
                <a:gd name="T11" fmla="*/ 7 h 42"/>
                <a:gd name="T12" fmla="*/ 11 w 29"/>
                <a:gd name="T13" fmla="*/ 18 h 42"/>
                <a:gd name="T14" fmla="*/ 6 w 29"/>
                <a:gd name="T15" fmla="*/ 42 h 42"/>
                <a:gd name="T16" fmla="*/ 0 w 29"/>
                <a:gd name="T17" fmla="*/ 42 h 42"/>
                <a:gd name="T18" fmla="*/ 8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8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4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3"/>
                    <a:pt x="23" y="0"/>
                    <a:pt x="29" y="0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18" y="7"/>
                    <a:pt x="13" y="11"/>
                    <a:pt x="11" y="18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8" name="Freeform 14">
              <a:extLst>
                <a:ext uri="{FF2B5EF4-FFF2-40B4-BE49-F238E27FC236}">
                  <a16:creationId xmlns:a16="http://schemas.microsoft.com/office/drawing/2014/main" id="{B38867DA-2EBA-EEDC-9FED-9DBC397548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731" y="123"/>
              <a:ext cx="46" cy="50"/>
            </a:xfrm>
            <a:custGeom>
              <a:avLst/>
              <a:gdLst>
                <a:gd name="T0" fmla="*/ 0 w 40"/>
                <a:gd name="T1" fmla="*/ 32 h 43"/>
                <a:gd name="T2" fmla="*/ 16 w 40"/>
                <a:gd name="T3" fmla="*/ 18 h 43"/>
                <a:gd name="T4" fmla="*/ 30 w 40"/>
                <a:gd name="T5" fmla="*/ 17 h 43"/>
                <a:gd name="T6" fmla="*/ 31 w 40"/>
                <a:gd name="T7" fmla="*/ 14 h 43"/>
                <a:gd name="T8" fmla="*/ 22 w 40"/>
                <a:gd name="T9" fmla="*/ 5 h 43"/>
                <a:gd name="T10" fmla="*/ 8 w 40"/>
                <a:gd name="T11" fmla="*/ 8 h 43"/>
                <a:gd name="T12" fmla="*/ 10 w 40"/>
                <a:gd name="T13" fmla="*/ 2 h 43"/>
                <a:gd name="T14" fmla="*/ 23 w 40"/>
                <a:gd name="T15" fmla="*/ 0 h 43"/>
                <a:gd name="T16" fmla="*/ 37 w 40"/>
                <a:gd name="T17" fmla="*/ 15 h 43"/>
                <a:gd name="T18" fmla="*/ 33 w 40"/>
                <a:gd name="T19" fmla="*/ 34 h 43"/>
                <a:gd name="T20" fmla="*/ 32 w 40"/>
                <a:gd name="T21" fmla="*/ 42 h 43"/>
                <a:gd name="T22" fmla="*/ 25 w 40"/>
                <a:gd name="T23" fmla="*/ 42 h 43"/>
                <a:gd name="T24" fmla="*/ 27 w 40"/>
                <a:gd name="T25" fmla="*/ 34 h 43"/>
                <a:gd name="T26" fmla="*/ 27 w 40"/>
                <a:gd name="T27" fmla="*/ 34 h 43"/>
                <a:gd name="T28" fmla="*/ 13 w 40"/>
                <a:gd name="T29" fmla="*/ 43 h 43"/>
                <a:gd name="T30" fmla="*/ 0 w 40"/>
                <a:gd name="T31" fmla="*/ 32 h 43"/>
                <a:gd name="T32" fmla="*/ 29 w 40"/>
                <a:gd name="T33" fmla="*/ 25 h 43"/>
                <a:gd name="T34" fmla="*/ 29 w 40"/>
                <a:gd name="T35" fmla="*/ 22 h 43"/>
                <a:gd name="T36" fmla="*/ 17 w 40"/>
                <a:gd name="T37" fmla="*/ 23 h 43"/>
                <a:gd name="T38" fmla="*/ 7 w 40"/>
                <a:gd name="T39" fmla="*/ 31 h 43"/>
                <a:gd name="T40" fmla="*/ 14 w 40"/>
                <a:gd name="T41" fmla="*/ 37 h 43"/>
                <a:gd name="T42" fmla="*/ 29 w 40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0" h="43">
                  <a:moveTo>
                    <a:pt x="0" y="32"/>
                  </a:moveTo>
                  <a:cubicBezTo>
                    <a:pt x="0" y="24"/>
                    <a:pt x="7" y="19"/>
                    <a:pt x="16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2" y="8"/>
                    <a:pt x="29" y="5"/>
                    <a:pt x="22" y="5"/>
                  </a:cubicBezTo>
                  <a:cubicBezTo>
                    <a:pt x="18" y="5"/>
                    <a:pt x="14" y="6"/>
                    <a:pt x="8" y="8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4" y="1"/>
                    <a:pt x="18" y="0"/>
                    <a:pt x="23" y="0"/>
                  </a:cubicBezTo>
                  <a:cubicBezTo>
                    <a:pt x="34" y="0"/>
                    <a:pt x="40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3" y="37"/>
                    <a:pt x="32" y="39"/>
                    <a:pt x="32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39"/>
                    <a:pt x="26" y="37"/>
                    <a:pt x="27" y="34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4" y="40"/>
                    <a:pt x="18" y="43"/>
                    <a:pt x="13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9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1" y="24"/>
                    <a:pt x="7" y="27"/>
                    <a:pt x="7" y="31"/>
                  </a:cubicBezTo>
                  <a:cubicBezTo>
                    <a:pt x="7" y="35"/>
                    <a:pt x="10" y="37"/>
                    <a:pt x="14" y="37"/>
                  </a:cubicBezTo>
                  <a:cubicBezTo>
                    <a:pt x="22" y="37"/>
                    <a:pt x="27" y="32"/>
                    <a:pt x="29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9" name="Freeform 15">
              <a:extLst>
                <a:ext uri="{FF2B5EF4-FFF2-40B4-BE49-F238E27FC236}">
                  <a16:creationId xmlns:a16="http://schemas.microsoft.com/office/drawing/2014/main" id="{40463E6E-52E6-105C-5C8A-8B1BB4360D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80" y="105"/>
              <a:ext cx="20" cy="67"/>
            </a:xfrm>
            <a:custGeom>
              <a:avLst/>
              <a:gdLst>
                <a:gd name="T0" fmla="*/ 2 w 18"/>
                <a:gd name="T1" fmla="*/ 46 h 57"/>
                <a:gd name="T2" fmla="*/ 12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6 w 18"/>
                <a:gd name="T11" fmla="*/ 51 h 57"/>
                <a:gd name="T12" fmla="*/ 15 w 18"/>
                <a:gd name="T13" fmla="*/ 57 h 57"/>
                <a:gd name="T14" fmla="*/ 10 w 18"/>
                <a:gd name="T15" fmla="*/ 57 h 57"/>
                <a:gd name="T16" fmla="*/ 2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EBE4CA12-F06F-633C-E993-26FACF8DA9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04" y="105"/>
              <a:ext cx="20" cy="67"/>
            </a:xfrm>
            <a:custGeom>
              <a:avLst/>
              <a:gdLst>
                <a:gd name="T0" fmla="*/ 1 w 18"/>
                <a:gd name="T1" fmla="*/ 46 h 57"/>
                <a:gd name="T2" fmla="*/ 11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5 w 18"/>
                <a:gd name="T11" fmla="*/ 51 h 57"/>
                <a:gd name="T12" fmla="*/ 14 w 18"/>
                <a:gd name="T13" fmla="*/ 57 h 57"/>
                <a:gd name="T14" fmla="*/ 10 w 18"/>
                <a:gd name="T15" fmla="*/ 57 h 57"/>
                <a:gd name="T16" fmla="*/ 1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1" y="46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50"/>
                    <a:pt x="9" y="51"/>
                    <a:pt x="12" y="51"/>
                  </a:cubicBezTo>
                  <a:cubicBezTo>
                    <a:pt x="13" y="51"/>
                    <a:pt x="14" y="51"/>
                    <a:pt x="15" y="51"/>
                  </a:cubicBezTo>
                  <a:cubicBezTo>
                    <a:pt x="14" y="57"/>
                    <a:pt x="14" y="57"/>
                    <a:pt x="14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3" y="57"/>
                    <a:pt x="0" y="53"/>
                    <a:pt x="1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1" name="Freeform 17">
              <a:extLst>
                <a:ext uri="{FF2B5EF4-FFF2-40B4-BE49-F238E27FC236}">
                  <a16:creationId xmlns:a16="http://schemas.microsoft.com/office/drawing/2014/main" id="{41503057-FD38-9D64-C8D6-6AA4AFB3D9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25" y="162"/>
              <a:ext cx="16" cy="25"/>
            </a:xfrm>
            <a:custGeom>
              <a:avLst/>
              <a:gdLst>
                <a:gd name="T0" fmla="*/ 8 w 14"/>
                <a:gd name="T1" fmla="*/ 9 h 22"/>
                <a:gd name="T2" fmla="*/ 5 w 14"/>
                <a:gd name="T3" fmla="*/ 4 h 22"/>
                <a:gd name="T4" fmla="*/ 9 w 14"/>
                <a:gd name="T5" fmla="*/ 0 h 22"/>
                <a:gd name="T6" fmla="*/ 14 w 14"/>
                <a:gd name="T7" fmla="*/ 4 h 22"/>
                <a:gd name="T8" fmla="*/ 13 w 14"/>
                <a:gd name="T9" fmla="*/ 8 h 22"/>
                <a:gd name="T10" fmla="*/ 5 w 14"/>
                <a:gd name="T11" fmla="*/ 22 h 22"/>
                <a:gd name="T12" fmla="*/ 0 w 14"/>
                <a:gd name="T13" fmla="*/ 22 h 22"/>
                <a:gd name="T14" fmla="*/ 8 w 14"/>
                <a:gd name="T15" fmla="*/ 9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22">
                  <a:moveTo>
                    <a:pt x="8" y="9"/>
                  </a:moveTo>
                  <a:cubicBezTo>
                    <a:pt x="6" y="8"/>
                    <a:pt x="5" y="6"/>
                    <a:pt x="5" y="4"/>
                  </a:cubicBezTo>
                  <a:cubicBezTo>
                    <a:pt x="5" y="2"/>
                    <a:pt x="7" y="0"/>
                    <a:pt x="9" y="0"/>
                  </a:cubicBezTo>
                  <a:cubicBezTo>
                    <a:pt x="12" y="0"/>
                    <a:pt x="14" y="2"/>
                    <a:pt x="14" y="4"/>
                  </a:cubicBezTo>
                  <a:cubicBezTo>
                    <a:pt x="14" y="5"/>
                    <a:pt x="14" y="6"/>
                    <a:pt x="13" y="8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lnTo>
                    <a:pt x="8" y="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3" name="Freeform 18">
              <a:extLst>
                <a:ext uri="{FF2B5EF4-FFF2-40B4-BE49-F238E27FC236}">
                  <a16:creationId xmlns:a16="http://schemas.microsoft.com/office/drawing/2014/main" id="{6297AD17-2738-480E-E53C-C7747EFFF7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80" y="105"/>
              <a:ext cx="64" cy="67"/>
            </a:xfrm>
            <a:custGeom>
              <a:avLst/>
              <a:gdLst>
                <a:gd name="T0" fmla="*/ 14 w 64"/>
                <a:gd name="T1" fmla="*/ 0 h 67"/>
                <a:gd name="T2" fmla="*/ 22 w 64"/>
                <a:gd name="T3" fmla="*/ 0 h 67"/>
                <a:gd name="T4" fmla="*/ 16 w 64"/>
                <a:gd name="T5" fmla="*/ 30 h 67"/>
                <a:gd name="T6" fmla="*/ 50 w 64"/>
                <a:gd name="T7" fmla="*/ 30 h 67"/>
                <a:gd name="T8" fmla="*/ 56 w 64"/>
                <a:gd name="T9" fmla="*/ 0 h 67"/>
                <a:gd name="T10" fmla="*/ 64 w 64"/>
                <a:gd name="T11" fmla="*/ 0 h 67"/>
                <a:gd name="T12" fmla="*/ 50 w 64"/>
                <a:gd name="T13" fmla="*/ 67 h 67"/>
                <a:gd name="T14" fmla="*/ 42 w 64"/>
                <a:gd name="T15" fmla="*/ 67 h 67"/>
                <a:gd name="T16" fmla="*/ 49 w 64"/>
                <a:gd name="T17" fmla="*/ 37 h 67"/>
                <a:gd name="T18" fmla="*/ 14 w 64"/>
                <a:gd name="T19" fmla="*/ 37 h 67"/>
                <a:gd name="T20" fmla="*/ 8 w 64"/>
                <a:gd name="T21" fmla="*/ 67 h 67"/>
                <a:gd name="T22" fmla="*/ 0 w 64"/>
                <a:gd name="T23" fmla="*/ 67 h 67"/>
                <a:gd name="T24" fmla="*/ 14 w 64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0" y="30"/>
                  </a:lnTo>
                  <a:lnTo>
                    <a:pt x="56" y="0"/>
                  </a:lnTo>
                  <a:lnTo>
                    <a:pt x="64" y="0"/>
                  </a:lnTo>
                  <a:lnTo>
                    <a:pt x="50" y="67"/>
                  </a:lnTo>
                  <a:lnTo>
                    <a:pt x="42" y="67"/>
                  </a:lnTo>
                  <a:lnTo>
                    <a:pt x="49" y="37"/>
                  </a:lnTo>
                  <a:lnTo>
                    <a:pt x="14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4" name="Freeform 19">
              <a:extLst>
                <a:ext uri="{FF2B5EF4-FFF2-40B4-BE49-F238E27FC236}">
                  <a16:creationId xmlns:a16="http://schemas.microsoft.com/office/drawing/2014/main" id="{0D78A88B-3438-5EA7-1A02-38D00312C5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45" y="124"/>
              <a:ext cx="46" cy="49"/>
            </a:xfrm>
            <a:custGeom>
              <a:avLst/>
              <a:gdLst>
                <a:gd name="T0" fmla="*/ 2 w 41"/>
                <a:gd name="T1" fmla="*/ 27 h 42"/>
                <a:gd name="T2" fmla="*/ 8 w 41"/>
                <a:gd name="T3" fmla="*/ 0 h 42"/>
                <a:gd name="T4" fmla="*/ 15 w 41"/>
                <a:gd name="T5" fmla="*/ 0 h 42"/>
                <a:gd name="T6" fmla="*/ 9 w 41"/>
                <a:gd name="T7" fmla="*/ 26 h 42"/>
                <a:gd name="T8" fmla="*/ 15 w 41"/>
                <a:gd name="T9" fmla="*/ 36 h 42"/>
                <a:gd name="T10" fmla="*/ 29 w 41"/>
                <a:gd name="T11" fmla="*/ 23 h 42"/>
                <a:gd name="T12" fmla="*/ 34 w 41"/>
                <a:gd name="T13" fmla="*/ 0 h 42"/>
                <a:gd name="T14" fmla="*/ 41 w 41"/>
                <a:gd name="T15" fmla="*/ 0 h 42"/>
                <a:gd name="T16" fmla="*/ 32 w 41"/>
                <a:gd name="T17" fmla="*/ 41 h 42"/>
                <a:gd name="T18" fmla="*/ 26 w 41"/>
                <a:gd name="T19" fmla="*/ 41 h 42"/>
                <a:gd name="T20" fmla="*/ 28 w 41"/>
                <a:gd name="T21" fmla="*/ 32 h 42"/>
                <a:gd name="T22" fmla="*/ 28 w 41"/>
                <a:gd name="T23" fmla="*/ 32 h 42"/>
                <a:gd name="T24" fmla="*/ 13 w 41"/>
                <a:gd name="T25" fmla="*/ 42 h 42"/>
                <a:gd name="T26" fmla="*/ 2 w 41"/>
                <a:gd name="T27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1" h="42">
                  <a:moveTo>
                    <a:pt x="2" y="27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7" y="32"/>
                    <a:pt x="10" y="36"/>
                    <a:pt x="15" y="36"/>
                  </a:cubicBezTo>
                  <a:cubicBezTo>
                    <a:pt x="21" y="36"/>
                    <a:pt x="28" y="31"/>
                    <a:pt x="29" y="23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38"/>
                    <a:pt x="27" y="35"/>
                    <a:pt x="28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4" y="38"/>
                    <a:pt x="19" y="42"/>
                    <a:pt x="13" y="42"/>
                  </a:cubicBezTo>
                  <a:cubicBezTo>
                    <a:pt x="4" y="42"/>
                    <a:pt x="0" y="36"/>
                    <a:pt x="2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6" name="Freeform 20">
              <a:extLst>
                <a:ext uri="{FF2B5EF4-FFF2-40B4-BE49-F238E27FC236}">
                  <a16:creationId xmlns:a16="http://schemas.microsoft.com/office/drawing/2014/main" id="{120EDDBF-9403-334A-C144-98F1644CB8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94" y="123"/>
              <a:ext cx="47" cy="49"/>
            </a:xfrm>
            <a:custGeom>
              <a:avLst/>
              <a:gdLst>
                <a:gd name="T0" fmla="*/ 9 w 42"/>
                <a:gd name="T1" fmla="*/ 1 h 42"/>
                <a:gd name="T2" fmla="*/ 15 w 42"/>
                <a:gd name="T3" fmla="*/ 1 h 42"/>
                <a:gd name="T4" fmla="*/ 13 w 42"/>
                <a:gd name="T5" fmla="*/ 9 h 42"/>
                <a:gd name="T6" fmla="*/ 13 w 42"/>
                <a:gd name="T7" fmla="*/ 9 h 42"/>
                <a:gd name="T8" fmla="*/ 29 w 42"/>
                <a:gd name="T9" fmla="*/ 0 h 42"/>
                <a:gd name="T10" fmla="*/ 39 w 42"/>
                <a:gd name="T11" fmla="*/ 15 h 42"/>
                <a:gd name="T12" fmla="*/ 33 w 42"/>
                <a:gd name="T13" fmla="*/ 42 h 42"/>
                <a:gd name="T14" fmla="*/ 26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39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3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7" name="Freeform 21">
              <a:extLst>
                <a:ext uri="{FF2B5EF4-FFF2-40B4-BE49-F238E27FC236}">
                  <a16:creationId xmlns:a16="http://schemas.microsoft.com/office/drawing/2014/main" id="{7DD2FA49-120D-3F3C-0203-EEB8445F67C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42" y="123"/>
              <a:ext cx="54" cy="68"/>
            </a:xfrm>
            <a:custGeom>
              <a:avLst/>
              <a:gdLst>
                <a:gd name="T0" fmla="*/ 0 w 47"/>
                <a:gd name="T1" fmla="*/ 56 h 58"/>
                <a:gd name="T2" fmla="*/ 1 w 47"/>
                <a:gd name="T3" fmla="*/ 50 h 58"/>
                <a:gd name="T4" fmla="*/ 14 w 47"/>
                <a:gd name="T5" fmla="*/ 52 h 58"/>
                <a:gd name="T6" fmla="*/ 32 w 47"/>
                <a:gd name="T7" fmla="*/ 40 h 58"/>
                <a:gd name="T8" fmla="*/ 34 w 47"/>
                <a:gd name="T9" fmla="*/ 33 h 58"/>
                <a:gd name="T10" fmla="*/ 34 w 47"/>
                <a:gd name="T11" fmla="*/ 33 h 58"/>
                <a:gd name="T12" fmla="*/ 19 w 47"/>
                <a:gd name="T13" fmla="*/ 41 h 58"/>
                <a:gd name="T14" fmla="*/ 5 w 47"/>
                <a:gd name="T15" fmla="*/ 26 h 58"/>
                <a:gd name="T16" fmla="*/ 26 w 47"/>
                <a:gd name="T17" fmla="*/ 0 h 58"/>
                <a:gd name="T18" fmla="*/ 39 w 47"/>
                <a:gd name="T19" fmla="*/ 9 h 58"/>
                <a:gd name="T20" fmla="*/ 39 w 47"/>
                <a:gd name="T21" fmla="*/ 9 h 58"/>
                <a:gd name="T22" fmla="*/ 40 w 47"/>
                <a:gd name="T23" fmla="*/ 1 h 58"/>
                <a:gd name="T24" fmla="*/ 47 w 47"/>
                <a:gd name="T25" fmla="*/ 1 h 58"/>
                <a:gd name="T26" fmla="*/ 38 w 47"/>
                <a:gd name="T27" fmla="*/ 41 h 58"/>
                <a:gd name="T28" fmla="*/ 14 w 47"/>
                <a:gd name="T29" fmla="*/ 58 h 58"/>
                <a:gd name="T30" fmla="*/ 0 w 47"/>
                <a:gd name="T31" fmla="*/ 56 h 58"/>
                <a:gd name="T32" fmla="*/ 36 w 47"/>
                <a:gd name="T33" fmla="*/ 15 h 58"/>
                <a:gd name="T34" fmla="*/ 27 w 47"/>
                <a:gd name="T35" fmla="*/ 6 h 58"/>
                <a:gd name="T36" fmla="*/ 12 w 47"/>
                <a:gd name="T37" fmla="*/ 25 h 58"/>
                <a:gd name="T38" fmla="*/ 21 w 47"/>
                <a:gd name="T39" fmla="*/ 36 h 58"/>
                <a:gd name="T40" fmla="*/ 36 w 47"/>
                <a:gd name="T41" fmla="*/ 1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" h="58">
                  <a:moveTo>
                    <a:pt x="0" y="56"/>
                  </a:moveTo>
                  <a:cubicBezTo>
                    <a:pt x="1" y="50"/>
                    <a:pt x="1" y="50"/>
                    <a:pt x="1" y="50"/>
                  </a:cubicBezTo>
                  <a:cubicBezTo>
                    <a:pt x="5" y="52"/>
                    <a:pt x="9" y="52"/>
                    <a:pt x="14" y="52"/>
                  </a:cubicBezTo>
                  <a:cubicBezTo>
                    <a:pt x="24" y="52"/>
                    <a:pt x="30" y="48"/>
                    <a:pt x="32" y="40"/>
                  </a:cubicBezTo>
                  <a:cubicBezTo>
                    <a:pt x="32" y="38"/>
                    <a:pt x="33" y="35"/>
                    <a:pt x="34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0" y="38"/>
                    <a:pt x="24" y="41"/>
                    <a:pt x="19" y="41"/>
                  </a:cubicBezTo>
                  <a:cubicBezTo>
                    <a:pt x="10" y="41"/>
                    <a:pt x="5" y="35"/>
                    <a:pt x="5" y="26"/>
                  </a:cubicBezTo>
                  <a:cubicBezTo>
                    <a:pt x="5" y="14"/>
                    <a:pt x="12" y="0"/>
                    <a:pt x="26" y="0"/>
                  </a:cubicBezTo>
                  <a:cubicBezTo>
                    <a:pt x="32" y="0"/>
                    <a:pt x="38" y="3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40" y="4"/>
                    <a:pt x="40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6" y="53"/>
                    <a:pt x="27" y="58"/>
                    <a:pt x="14" y="58"/>
                  </a:cubicBezTo>
                  <a:cubicBezTo>
                    <a:pt x="8" y="58"/>
                    <a:pt x="4" y="57"/>
                    <a:pt x="0" y="56"/>
                  </a:cubicBezTo>
                  <a:close/>
                  <a:moveTo>
                    <a:pt x="36" y="15"/>
                  </a:moveTo>
                  <a:cubicBezTo>
                    <a:pt x="36" y="9"/>
                    <a:pt x="33" y="6"/>
                    <a:pt x="27" y="6"/>
                  </a:cubicBezTo>
                  <a:cubicBezTo>
                    <a:pt x="17" y="6"/>
                    <a:pt x="12" y="16"/>
                    <a:pt x="12" y="25"/>
                  </a:cubicBezTo>
                  <a:cubicBezTo>
                    <a:pt x="12" y="32"/>
                    <a:pt x="15" y="36"/>
                    <a:pt x="21" y="36"/>
                  </a:cubicBezTo>
                  <a:cubicBezTo>
                    <a:pt x="31" y="36"/>
                    <a:pt x="36" y="25"/>
                    <a:pt x="36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8" name="Freeform 22">
              <a:extLst>
                <a:ext uri="{FF2B5EF4-FFF2-40B4-BE49-F238E27FC236}">
                  <a16:creationId xmlns:a16="http://schemas.microsoft.com/office/drawing/2014/main" id="{24070547-F9FB-A322-3CAB-B4FB4C80C04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02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7 w 37"/>
                <a:gd name="T7" fmla="*/ 22 h 43"/>
                <a:gd name="T8" fmla="*/ 7 w 37"/>
                <a:gd name="T9" fmla="*/ 22 h 43"/>
                <a:gd name="T10" fmla="*/ 7 w 37"/>
                <a:gd name="T11" fmla="*/ 26 h 43"/>
                <a:gd name="T12" fmla="*/ 19 w 37"/>
                <a:gd name="T13" fmla="*/ 37 h 43"/>
                <a:gd name="T14" fmla="*/ 32 w 37"/>
                <a:gd name="T15" fmla="*/ 34 h 43"/>
                <a:gd name="T16" fmla="*/ 31 w 37"/>
                <a:gd name="T17" fmla="*/ 41 h 43"/>
                <a:gd name="T18" fmla="*/ 18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2" y="43"/>
                    <a:pt x="18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1" y="11"/>
                    <a:pt x="8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9" name="Freeform 23">
              <a:extLst>
                <a:ext uri="{FF2B5EF4-FFF2-40B4-BE49-F238E27FC236}">
                  <a16:creationId xmlns:a16="http://schemas.microsoft.com/office/drawing/2014/main" id="{4D606318-A7BE-3EB1-11D3-2E5C51C13A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49" y="123"/>
              <a:ext cx="33" cy="49"/>
            </a:xfrm>
            <a:custGeom>
              <a:avLst/>
              <a:gdLst>
                <a:gd name="T0" fmla="*/ 9 w 29"/>
                <a:gd name="T1" fmla="*/ 1 h 42"/>
                <a:gd name="T2" fmla="*/ 16 w 29"/>
                <a:gd name="T3" fmla="*/ 1 h 42"/>
                <a:gd name="T4" fmla="*/ 13 w 29"/>
                <a:gd name="T5" fmla="*/ 9 h 42"/>
                <a:gd name="T6" fmla="*/ 14 w 29"/>
                <a:gd name="T7" fmla="*/ 9 h 42"/>
                <a:gd name="T8" fmla="*/ 29 w 29"/>
                <a:gd name="T9" fmla="*/ 0 h 42"/>
                <a:gd name="T10" fmla="*/ 28 w 29"/>
                <a:gd name="T11" fmla="*/ 7 h 42"/>
                <a:gd name="T12" fmla="*/ 12 w 29"/>
                <a:gd name="T13" fmla="*/ 18 h 42"/>
                <a:gd name="T14" fmla="*/ 7 w 29"/>
                <a:gd name="T15" fmla="*/ 42 h 42"/>
                <a:gd name="T16" fmla="*/ 0 w 29"/>
                <a:gd name="T17" fmla="*/ 42 h 42"/>
                <a:gd name="T18" fmla="*/ 9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3" y="0"/>
                    <a:pt x="29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0" name="Freeform 24">
              <a:extLst>
                <a:ext uri="{FF2B5EF4-FFF2-40B4-BE49-F238E27FC236}">
                  <a16:creationId xmlns:a16="http://schemas.microsoft.com/office/drawing/2014/main" id="{ECE60A5E-49D2-EEBD-E164-9228224068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11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1" name="Freeform 25">
              <a:extLst>
                <a:ext uri="{FF2B5EF4-FFF2-40B4-BE49-F238E27FC236}">
                  <a16:creationId xmlns:a16="http://schemas.microsoft.com/office/drawing/2014/main" id="{56DD48B0-43AB-8572-8EED-644B2409C3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39" y="123"/>
              <a:ext cx="43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2 w 38"/>
                <a:gd name="T11" fmla="*/ 16 h 43"/>
                <a:gd name="T12" fmla="*/ 23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2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2" name="Freeform 26">
              <a:extLst>
                <a:ext uri="{FF2B5EF4-FFF2-40B4-BE49-F238E27FC236}">
                  <a16:creationId xmlns:a16="http://schemas.microsoft.com/office/drawing/2014/main" id="{D9A0BFAA-EAA1-7D26-53A5-138C3E7E409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88" y="123"/>
              <a:ext cx="34" cy="49"/>
            </a:xfrm>
            <a:custGeom>
              <a:avLst/>
              <a:gdLst>
                <a:gd name="T0" fmla="*/ 9 w 30"/>
                <a:gd name="T1" fmla="*/ 1 h 42"/>
                <a:gd name="T2" fmla="*/ 16 w 30"/>
                <a:gd name="T3" fmla="*/ 1 h 42"/>
                <a:gd name="T4" fmla="*/ 14 w 30"/>
                <a:gd name="T5" fmla="*/ 9 h 42"/>
                <a:gd name="T6" fmla="*/ 14 w 30"/>
                <a:gd name="T7" fmla="*/ 9 h 42"/>
                <a:gd name="T8" fmla="*/ 30 w 30"/>
                <a:gd name="T9" fmla="*/ 0 h 42"/>
                <a:gd name="T10" fmla="*/ 28 w 30"/>
                <a:gd name="T11" fmla="*/ 7 h 42"/>
                <a:gd name="T12" fmla="*/ 12 w 30"/>
                <a:gd name="T13" fmla="*/ 18 h 42"/>
                <a:gd name="T14" fmla="*/ 7 w 30"/>
                <a:gd name="T15" fmla="*/ 42 h 42"/>
                <a:gd name="T16" fmla="*/ 0 w 30"/>
                <a:gd name="T17" fmla="*/ 42 h 42"/>
                <a:gd name="T18" fmla="*/ 9 w 30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4" y="0"/>
                    <a:pt x="30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3" name="Freeform 27">
              <a:extLst>
                <a:ext uri="{FF2B5EF4-FFF2-40B4-BE49-F238E27FC236}">
                  <a16:creationId xmlns:a16="http://schemas.microsoft.com/office/drawing/2014/main" id="{039619F6-0BBA-B1BB-E59D-55F290D1AC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45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7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7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4" name="Freeform 28">
              <a:extLst>
                <a:ext uri="{FF2B5EF4-FFF2-40B4-BE49-F238E27FC236}">
                  <a16:creationId xmlns:a16="http://schemas.microsoft.com/office/drawing/2014/main" id="{EF5D7645-33FB-11B5-7F21-A6333E7D6A3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99" y="123"/>
              <a:ext cx="44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1 w 38"/>
                <a:gd name="T11" fmla="*/ 16 h 43"/>
                <a:gd name="T12" fmla="*/ 22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1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5" y="43"/>
                    <a:pt x="0" y="37"/>
                    <a:pt x="0" y="27"/>
                  </a:cubicBezTo>
                  <a:close/>
                  <a:moveTo>
                    <a:pt x="31" y="16"/>
                  </a:moveTo>
                  <a:cubicBezTo>
                    <a:pt x="31" y="9"/>
                    <a:pt x="28" y="6"/>
                    <a:pt x="22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7" y="37"/>
                    <a:pt x="31" y="23"/>
                    <a:pt x="31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5" name="Freeform 29">
              <a:extLst>
                <a:ext uri="{FF2B5EF4-FFF2-40B4-BE49-F238E27FC236}">
                  <a16:creationId xmlns:a16="http://schemas.microsoft.com/office/drawing/2014/main" id="{BC2F4B02-53E9-1684-589E-7927AA0A82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48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6" name="Freeform 30">
              <a:extLst>
                <a:ext uri="{FF2B5EF4-FFF2-40B4-BE49-F238E27FC236}">
                  <a16:creationId xmlns:a16="http://schemas.microsoft.com/office/drawing/2014/main" id="{E1FD73BA-B79E-0CAA-AF25-8C926ED8390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503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6 w 37"/>
                <a:gd name="T7" fmla="*/ 22 h 43"/>
                <a:gd name="T8" fmla="*/ 7 w 37"/>
                <a:gd name="T9" fmla="*/ 22 h 43"/>
                <a:gd name="T10" fmla="*/ 6 w 37"/>
                <a:gd name="T11" fmla="*/ 26 h 43"/>
                <a:gd name="T12" fmla="*/ 18 w 37"/>
                <a:gd name="T13" fmla="*/ 37 h 43"/>
                <a:gd name="T14" fmla="*/ 32 w 37"/>
                <a:gd name="T15" fmla="*/ 34 h 43"/>
                <a:gd name="T16" fmla="*/ 30 w 37"/>
                <a:gd name="T17" fmla="*/ 41 h 43"/>
                <a:gd name="T18" fmla="*/ 17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4"/>
                    <a:pt x="6" y="25"/>
                    <a:pt x="6" y="26"/>
                  </a:cubicBezTo>
                  <a:cubicBezTo>
                    <a:pt x="6" y="33"/>
                    <a:pt x="11" y="37"/>
                    <a:pt x="18" y="37"/>
                  </a:cubicBezTo>
                  <a:cubicBezTo>
                    <a:pt x="23" y="37"/>
                    <a:pt x="26" y="36"/>
                    <a:pt x="32" y="34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26" y="42"/>
                    <a:pt x="22" y="43"/>
                    <a:pt x="17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0" y="11"/>
                    <a:pt x="8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7" name="Freeform 31">
              <a:extLst>
                <a:ext uri="{FF2B5EF4-FFF2-40B4-BE49-F238E27FC236}">
                  <a16:creationId xmlns:a16="http://schemas.microsoft.com/office/drawing/2014/main" id="{276EE389-0226-645E-59CC-37EAF3937F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25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8" name="Freeform 32">
              <a:extLst>
                <a:ext uri="{FF2B5EF4-FFF2-40B4-BE49-F238E27FC236}">
                  <a16:creationId xmlns:a16="http://schemas.microsoft.com/office/drawing/2014/main" id="{7735DA36-F75C-B2E2-8F75-EE6B3A61FA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30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9" name="Freeform 33">
              <a:extLst>
                <a:ext uri="{FF2B5EF4-FFF2-40B4-BE49-F238E27FC236}">
                  <a16:creationId xmlns:a16="http://schemas.microsoft.com/office/drawing/2014/main" id="{485C0E61-C617-64BB-72E6-8DE057E117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78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0" name="Freeform 34">
              <a:extLst>
                <a:ext uri="{FF2B5EF4-FFF2-40B4-BE49-F238E27FC236}">
                  <a16:creationId xmlns:a16="http://schemas.microsoft.com/office/drawing/2014/main" id="{662E2DFD-712A-4CC1-62A6-2351385621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" y="105"/>
              <a:ext cx="21" cy="67"/>
            </a:xfrm>
            <a:custGeom>
              <a:avLst/>
              <a:gdLst>
                <a:gd name="T0" fmla="*/ 15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5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5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1" name="Freeform 35">
              <a:extLst>
                <a:ext uri="{FF2B5EF4-FFF2-40B4-BE49-F238E27FC236}">
                  <a16:creationId xmlns:a16="http://schemas.microsoft.com/office/drawing/2014/main" id="{31279C5B-A003-5B00-47A9-AE22C64CDE4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09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2" name="Freeform 36">
              <a:extLst>
                <a:ext uri="{FF2B5EF4-FFF2-40B4-BE49-F238E27FC236}">
                  <a16:creationId xmlns:a16="http://schemas.microsoft.com/office/drawing/2014/main" id="{ACFB1489-9DE9-2F46-565A-EC1CC96955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41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3" name="Freeform 37">
              <a:extLst>
                <a:ext uri="{FF2B5EF4-FFF2-40B4-BE49-F238E27FC236}">
                  <a16:creationId xmlns:a16="http://schemas.microsoft.com/office/drawing/2014/main" id="{8C213B7F-FD04-F48E-FED8-B0130BA5D2E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46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4" name="Freeform 38">
              <a:extLst>
                <a:ext uri="{FF2B5EF4-FFF2-40B4-BE49-F238E27FC236}">
                  <a16:creationId xmlns:a16="http://schemas.microsoft.com/office/drawing/2014/main" id="{D776C930-904F-6C6C-B7A0-7F1C2CB8FF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62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5" name="Freeform 39">
              <a:extLst>
                <a:ext uri="{FF2B5EF4-FFF2-40B4-BE49-F238E27FC236}">
                  <a16:creationId xmlns:a16="http://schemas.microsoft.com/office/drawing/2014/main" id="{2332ED74-C900-6DFF-21E5-769D2DF532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57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282258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9a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0" y="1732751"/>
            <a:ext cx="10798461" cy="4751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27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2pPr>
            <a:lvl3pPr marL="54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3pPr>
            <a:lvl4pPr marL="81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4pPr>
            <a:lvl5pPr marL="108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pic>
        <p:nvPicPr>
          <p:cNvPr id="65" name="Picture 2">
            <a:extLst>
              <a:ext uri="{FF2B5EF4-FFF2-40B4-BE49-F238E27FC236}">
                <a16:creationId xmlns:a16="http://schemas.microsoft.com/office/drawing/2014/main" id="{7A3AB8DB-3E38-4EFC-BE28-E54761FBCF7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D2F7399-D330-B44F-BB7F-673CACB8E5F9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10798460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BF883C30-FDE8-CDE0-1C6C-68DC0909FAA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732963" y="163513"/>
            <a:ext cx="2246312" cy="139700"/>
            <a:chOff x="6131" y="103"/>
            <a:chExt cx="1415" cy="88"/>
          </a:xfrm>
        </p:grpSpPr>
        <p:sp>
          <p:nvSpPr>
            <p:cNvPr id="13" name="AutoShape 3">
              <a:extLst>
                <a:ext uri="{FF2B5EF4-FFF2-40B4-BE49-F238E27FC236}">
                  <a16:creationId xmlns:a16="http://schemas.microsoft.com/office/drawing/2014/main" id="{39EF65DE-7B55-1B0C-04AC-042C28EAF99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131" y="103"/>
              <a:ext cx="1415" cy="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19516F2-0D2D-8AFD-4336-53029D0CC8E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00" y="105"/>
              <a:ext cx="65" cy="67"/>
            </a:xfrm>
            <a:custGeom>
              <a:avLst/>
              <a:gdLst>
                <a:gd name="T0" fmla="*/ 14 w 65"/>
                <a:gd name="T1" fmla="*/ 0 h 67"/>
                <a:gd name="T2" fmla="*/ 22 w 65"/>
                <a:gd name="T3" fmla="*/ 0 h 67"/>
                <a:gd name="T4" fmla="*/ 16 w 65"/>
                <a:gd name="T5" fmla="*/ 30 h 67"/>
                <a:gd name="T6" fmla="*/ 51 w 65"/>
                <a:gd name="T7" fmla="*/ 30 h 67"/>
                <a:gd name="T8" fmla="*/ 57 w 65"/>
                <a:gd name="T9" fmla="*/ 0 h 67"/>
                <a:gd name="T10" fmla="*/ 65 w 65"/>
                <a:gd name="T11" fmla="*/ 0 h 67"/>
                <a:gd name="T12" fmla="*/ 51 w 65"/>
                <a:gd name="T13" fmla="*/ 67 h 67"/>
                <a:gd name="T14" fmla="*/ 44 w 65"/>
                <a:gd name="T15" fmla="*/ 67 h 67"/>
                <a:gd name="T16" fmla="*/ 49 w 65"/>
                <a:gd name="T17" fmla="*/ 37 h 67"/>
                <a:gd name="T18" fmla="*/ 15 w 65"/>
                <a:gd name="T19" fmla="*/ 37 h 67"/>
                <a:gd name="T20" fmla="*/ 8 w 65"/>
                <a:gd name="T21" fmla="*/ 67 h 67"/>
                <a:gd name="T22" fmla="*/ 0 w 65"/>
                <a:gd name="T23" fmla="*/ 67 h 67"/>
                <a:gd name="T24" fmla="*/ 14 w 65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5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1" y="30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51" y="67"/>
                  </a:lnTo>
                  <a:lnTo>
                    <a:pt x="44" y="67"/>
                  </a:lnTo>
                  <a:lnTo>
                    <a:pt x="49" y="37"/>
                  </a:lnTo>
                  <a:lnTo>
                    <a:pt x="15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062F2BDB-4C96-6E1A-3FCB-D1C89497A23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367" y="123"/>
              <a:ext cx="44" cy="50"/>
            </a:xfrm>
            <a:custGeom>
              <a:avLst/>
              <a:gdLst>
                <a:gd name="T0" fmla="*/ 0 w 38"/>
                <a:gd name="T1" fmla="*/ 26 h 43"/>
                <a:gd name="T2" fmla="*/ 23 w 38"/>
                <a:gd name="T3" fmla="*/ 0 h 43"/>
                <a:gd name="T4" fmla="*/ 38 w 38"/>
                <a:gd name="T5" fmla="*/ 15 h 43"/>
                <a:gd name="T6" fmla="*/ 37 w 38"/>
                <a:gd name="T7" fmla="*/ 22 h 43"/>
                <a:gd name="T8" fmla="*/ 7 w 38"/>
                <a:gd name="T9" fmla="*/ 22 h 43"/>
                <a:gd name="T10" fmla="*/ 7 w 38"/>
                <a:gd name="T11" fmla="*/ 26 h 43"/>
                <a:gd name="T12" fmla="*/ 19 w 38"/>
                <a:gd name="T13" fmla="*/ 37 h 43"/>
                <a:gd name="T14" fmla="*/ 32 w 38"/>
                <a:gd name="T15" fmla="*/ 34 h 43"/>
                <a:gd name="T16" fmla="*/ 31 w 38"/>
                <a:gd name="T17" fmla="*/ 41 h 43"/>
                <a:gd name="T18" fmla="*/ 18 w 38"/>
                <a:gd name="T19" fmla="*/ 43 h 43"/>
                <a:gd name="T20" fmla="*/ 0 w 38"/>
                <a:gd name="T21" fmla="*/ 26 h 43"/>
                <a:gd name="T22" fmla="*/ 9 w 38"/>
                <a:gd name="T23" fmla="*/ 17 h 43"/>
                <a:gd name="T24" fmla="*/ 31 w 38"/>
                <a:gd name="T25" fmla="*/ 17 h 43"/>
                <a:gd name="T26" fmla="*/ 31 w 38"/>
                <a:gd name="T27" fmla="*/ 15 h 43"/>
                <a:gd name="T28" fmla="*/ 23 w 38"/>
                <a:gd name="T29" fmla="*/ 6 h 43"/>
                <a:gd name="T30" fmla="*/ 9 w 38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8" h="43">
                  <a:moveTo>
                    <a:pt x="0" y="26"/>
                  </a:moveTo>
                  <a:cubicBezTo>
                    <a:pt x="0" y="14"/>
                    <a:pt x="9" y="0"/>
                    <a:pt x="23" y="0"/>
                  </a:cubicBezTo>
                  <a:cubicBezTo>
                    <a:pt x="32" y="0"/>
                    <a:pt x="38" y="6"/>
                    <a:pt x="38" y="15"/>
                  </a:cubicBezTo>
                  <a:cubicBezTo>
                    <a:pt x="38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3" y="43"/>
                    <a:pt x="18" y="43"/>
                  </a:cubicBezTo>
                  <a:cubicBezTo>
                    <a:pt x="7" y="43"/>
                    <a:pt x="0" y="37"/>
                    <a:pt x="0" y="26"/>
                  </a:cubicBezTo>
                  <a:close/>
                  <a:moveTo>
                    <a:pt x="9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8" y="6"/>
                    <a:pt x="23" y="6"/>
                  </a:cubicBezTo>
                  <a:cubicBezTo>
                    <a:pt x="16" y="6"/>
                    <a:pt x="11" y="11"/>
                    <a:pt x="9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1" name="Freeform 7">
              <a:extLst>
                <a:ext uri="{FF2B5EF4-FFF2-40B4-BE49-F238E27FC236}">
                  <a16:creationId xmlns:a16="http://schemas.microsoft.com/office/drawing/2014/main" id="{3C815D4D-D122-4577-4242-BBE38EFAD4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15" y="123"/>
              <a:ext cx="44" cy="50"/>
            </a:xfrm>
            <a:custGeom>
              <a:avLst/>
              <a:gdLst>
                <a:gd name="T0" fmla="*/ 0 w 39"/>
                <a:gd name="T1" fmla="*/ 32 h 43"/>
                <a:gd name="T2" fmla="*/ 15 w 39"/>
                <a:gd name="T3" fmla="*/ 18 h 43"/>
                <a:gd name="T4" fmla="*/ 30 w 39"/>
                <a:gd name="T5" fmla="*/ 17 h 43"/>
                <a:gd name="T6" fmla="*/ 30 w 39"/>
                <a:gd name="T7" fmla="*/ 14 h 43"/>
                <a:gd name="T8" fmla="*/ 21 w 39"/>
                <a:gd name="T9" fmla="*/ 5 h 43"/>
                <a:gd name="T10" fmla="*/ 8 w 39"/>
                <a:gd name="T11" fmla="*/ 8 h 43"/>
                <a:gd name="T12" fmla="*/ 9 w 39"/>
                <a:gd name="T13" fmla="*/ 2 h 43"/>
                <a:gd name="T14" fmla="*/ 22 w 39"/>
                <a:gd name="T15" fmla="*/ 0 h 43"/>
                <a:gd name="T16" fmla="*/ 37 w 39"/>
                <a:gd name="T17" fmla="*/ 15 h 43"/>
                <a:gd name="T18" fmla="*/ 33 w 39"/>
                <a:gd name="T19" fmla="*/ 34 h 43"/>
                <a:gd name="T20" fmla="*/ 31 w 39"/>
                <a:gd name="T21" fmla="*/ 42 h 43"/>
                <a:gd name="T22" fmla="*/ 25 w 39"/>
                <a:gd name="T23" fmla="*/ 42 h 43"/>
                <a:gd name="T24" fmla="*/ 26 w 39"/>
                <a:gd name="T25" fmla="*/ 34 h 43"/>
                <a:gd name="T26" fmla="*/ 26 w 39"/>
                <a:gd name="T27" fmla="*/ 34 h 43"/>
                <a:gd name="T28" fmla="*/ 12 w 39"/>
                <a:gd name="T29" fmla="*/ 43 h 43"/>
                <a:gd name="T30" fmla="*/ 0 w 39"/>
                <a:gd name="T31" fmla="*/ 32 h 43"/>
                <a:gd name="T32" fmla="*/ 28 w 39"/>
                <a:gd name="T33" fmla="*/ 25 h 43"/>
                <a:gd name="T34" fmla="*/ 29 w 39"/>
                <a:gd name="T35" fmla="*/ 22 h 43"/>
                <a:gd name="T36" fmla="*/ 16 w 39"/>
                <a:gd name="T37" fmla="*/ 23 h 43"/>
                <a:gd name="T38" fmla="*/ 6 w 39"/>
                <a:gd name="T39" fmla="*/ 31 h 43"/>
                <a:gd name="T40" fmla="*/ 14 w 39"/>
                <a:gd name="T41" fmla="*/ 37 h 43"/>
                <a:gd name="T42" fmla="*/ 28 w 39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9" h="43">
                  <a:moveTo>
                    <a:pt x="0" y="32"/>
                  </a:moveTo>
                  <a:cubicBezTo>
                    <a:pt x="0" y="24"/>
                    <a:pt x="6" y="19"/>
                    <a:pt x="15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2" y="8"/>
                    <a:pt x="28" y="5"/>
                    <a:pt x="21" y="5"/>
                  </a:cubicBezTo>
                  <a:cubicBezTo>
                    <a:pt x="17" y="5"/>
                    <a:pt x="13" y="6"/>
                    <a:pt x="8" y="8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13" y="1"/>
                    <a:pt x="17" y="0"/>
                    <a:pt x="22" y="0"/>
                  </a:cubicBezTo>
                  <a:cubicBezTo>
                    <a:pt x="33" y="0"/>
                    <a:pt x="39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2" y="37"/>
                    <a:pt x="31" y="39"/>
                    <a:pt x="31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9"/>
                    <a:pt x="25" y="37"/>
                    <a:pt x="26" y="34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3" y="40"/>
                    <a:pt x="17" y="43"/>
                    <a:pt x="12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8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0" y="24"/>
                    <a:pt x="6" y="27"/>
                    <a:pt x="6" y="31"/>
                  </a:cubicBezTo>
                  <a:cubicBezTo>
                    <a:pt x="6" y="35"/>
                    <a:pt x="9" y="37"/>
                    <a:pt x="14" y="37"/>
                  </a:cubicBezTo>
                  <a:cubicBezTo>
                    <a:pt x="21" y="37"/>
                    <a:pt x="26" y="32"/>
                    <a:pt x="28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2" name="Freeform 8">
              <a:extLst>
                <a:ext uri="{FF2B5EF4-FFF2-40B4-BE49-F238E27FC236}">
                  <a16:creationId xmlns:a16="http://schemas.microsoft.com/office/drawing/2014/main" id="{843A1FFF-9223-D57A-959D-71F50B5B79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63" y="105"/>
              <a:ext cx="21" cy="67"/>
            </a:xfrm>
            <a:custGeom>
              <a:avLst/>
              <a:gdLst>
                <a:gd name="T0" fmla="*/ 2 w 19"/>
                <a:gd name="T1" fmla="*/ 46 h 57"/>
                <a:gd name="T2" fmla="*/ 12 w 19"/>
                <a:gd name="T3" fmla="*/ 0 h 57"/>
                <a:gd name="T4" fmla="*/ 19 w 19"/>
                <a:gd name="T5" fmla="*/ 0 h 57"/>
                <a:gd name="T6" fmla="*/ 9 w 19"/>
                <a:gd name="T7" fmla="*/ 46 h 57"/>
                <a:gd name="T8" fmla="*/ 12 w 19"/>
                <a:gd name="T9" fmla="*/ 51 h 57"/>
                <a:gd name="T10" fmla="*/ 16 w 19"/>
                <a:gd name="T11" fmla="*/ 51 h 57"/>
                <a:gd name="T12" fmla="*/ 15 w 19"/>
                <a:gd name="T13" fmla="*/ 57 h 57"/>
                <a:gd name="T14" fmla="*/ 10 w 19"/>
                <a:gd name="T15" fmla="*/ 57 h 57"/>
                <a:gd name="T16" fmla="*/ 2 w 19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3" name="Freeform 9">
              <a:extLst>
                <a:ext uri="{FF2B5EF4-FFF2-40B4-BE49-F238E27FC236}">
                  <a16:creationId xmlns:a16="http://schemas.microsoft.com/office/drawing/2014/main" id="{F5A44BFB-78A6-7307-2B9C-63C28E7AE0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89" y="110"/>
              <a:ext cx="27" cy="62"/>
            </a:xfrm>
            <a:custGeom>
              <a:avLst/>
              <a:gdLst>
                <a:gd name="T0" fmla="*/ 2 w 24"/>
                <a:gd name="T1" fmla="*/ 42 h 53"/>
                <a:gd name="T2" fmla="*/ 7 w 24"/>
                <a:gd name="T3" fmla="*/ 17 h 53"/>
                <a:gd name="T4" fmla="*/ 0 w 24"/>
                <a:gd name="T5" fmla="*/ 17 h 53"/>
                <a:gd name="T6" fmla="*/ 1 w 24"/>
                <a:gd name="T7" fmla="*/ 12 h 53"/>
                <a:gd name="T8" fmla="*/ 8 w 24"/>
                <a:gd name="T9" fmla="*/ 12 h 53"/>
                <a:gd name="T10" fmla="*/ 11 w 24"/>
                <a:gd name="T11" fmla="*/ 0 h 53"/>
                <a:gd name="T12" fmla="*/ 18 w 24"/>
                <a:gd name="T13" fmla="*/ 0 h 53"/>
                <a:gd name="T14" fmla="*/ 15 w 24"/>
                <a:gd name="T15" fmla="*/ 12 h 53"/>
                <a:gd name="T16" fmla="*/ 24 w 24"/>
                <a:gd name="T17" fmla="*/ 12 h 53"/>
                <a:gd name="T18" fmla="*/ 23 w 24"/>
                <a:gd name="T19" fmla="*/ 17 h 53"/>
                <a:gd name="T20" fmla="*/ 14 w 24"/>
                <a:gd name="T21" fmla="*/ 17 h 53"/>
                <a:gd name="T22" fmla="*/ 8 w 24"/>
                <a:gd name="T23" fmla="*/ 43 h 53"/>
                <a:gd name="T24" fmla="*/ 13 w 24"/>
                <a:gd name="T25" fmla="*/ 47 h 53"/>
                <a:gd name="T26" fmla="*/ 16 w 24"/>
                <a:gd name="T27" fmla="*/ 47 h 53"/>
                <a:gd name="T28" fmla="*/ 15 w 24"/>
                <a:gd name="T29" fmla="*/ 53 h 53"/>
                <a:gd name="T30" fmla="*/ 11 w 24"/>
                <a:gd name="T31" fmla="*/ 53 h 53"/>
                <a:gd name="T32" fmla="*/ 2 w 24"/>
                <a:gd name="T33" fmla="*/ 4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53">
                  <a:moveTo>
                    <a:pt x="2" y="42"/>
                  </a:moveTo>
                  <a:cubicBezTo>
                    <a:pt x="7" y="17"/>
                    <a:pt x="7" y="17"/>
                    <a:pt x="7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6"/>
                    <a:pt x="9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4" y="53"/>
                    <a:pt x="12" y="53"/>
                    <a:pt x="11" y="53"/>
                  </a:cubicBezTo>
                  <a:cubicBezTo>
                    <a:pt x="4" y="53"/>
                    <a:pt x="0" y="49"/>
                    <a:pt x="2" y="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4" name="Freeform 10">
              <a:extLst>
                <a:ext uri="{FF2B5EF4-FFF2-40B4-BE49-F238E27FC236}">
                  <a16:creationId xmlns:a16="http://schemas.microsoft.com/office/drawing/2014/main" id="{77700AFB-D9F5-DA54-5604-B933CFC38AE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16" y="105"/>
              <a:ext cx="47" cy="67"/>
            </a:xfrm>
            <a:custGeom>
              <a:avLst/>
              <a:gdLst>
                <a:gd name="T0" fmla="*/ 12 w 41"/>
                <a:gd name="T1" fmla="*/ 0 h 57"/>
                <a:gd name="T2" fmla="*/ 19 w 41"/>
                <a:gd name="T3" fmla="*/ 0 h 57"/>
                <a:gd name="T4" fmla="*/ 15 w 41"/>
                <a:gd name="T5" fmla="*/ 16 h 57"/>
                <a:gd name="T6" fmla="*/ 13 w 41"/>
                <a:gd name="T7" fmla="*/ 24 h 57"/>
                <a:gd name="T8" fmla="*/ 13 w 41"/>
                <a:gd name="T9" fmla="*/ 24 h 57"/>
                <a:gd name="T10" fmla="*/ 28 w 41"/>
                <a:gd name="T11" fmla="*/ 15 h 57"/>
                <a:gd name="T12" fmla="*/ 39 w 41"/>
                <a:gd name="T13" fmla="*/ 30 h 57"/>
                <a:gd name="T14" fmla="*/ 33 w 41"/>
                <a:gd name="T15" fmla="*/ 57 h 57"/>
                <a:gd name="T16" fmla="*/ 26 w 41"/>
                <a:gd name="T17" fmla="*/ 57 h 57"/>
                <a:gd name="T18" fmla="*/ 32 w 41"/>
                <a:gd name="T19" fmla="*/ 30 h 57"/>
                <a:gd name="T20" fmla="*/ 26 w 41"/>
                <a:gd name="T21" fmla="*/ 21 h 57"/>
                <a:gd name="T22" fmla="*/ 11 w 41"/>
                <a:gd name="T23" fmla="*/ 34 h 57"/>
                <a:gd name="T24" fmla="*/ 7 w 41"/>
                <a:gd name="T25" fmla="*/ 57 h 57"/>
                <a:gd name="T26" fmla="*/ 0 w 41"/>
                <a:gd name="T27" fmla="*/ 57 h 57"/>
                <a:gd name="T28" fmla="*/ 12 w 41"/>
                <a:gd name="T2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" h="57">
                  <a:moveTo>
                    <a:pt x="12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8"/>
                    <a:pt x="14" y="21"/>
                    <a:pt x="13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6" y="19"/>
                    <a:pt x="22" y="15"/>
                    <a:pt x="28" y="15"/>
                  </a:cubicBezTo>
                  <a:cubicBezTo>
                    <a:pt x="36" y="15"/>
                    <a:pt x="41" y="20"/>
                    <a:pt x="39" y="30"/>
                  </a:cubicBezTo>
                  <a:cubicBezTo>
                    <a:pt x="33" y="57"/>
                    <a:pt x="33" y="57"/>
                    <a:pt x="33" y="57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34" y="24"/>
                    <a:pt x="31" y="21"/>
                    <a:pt x="26" y="21"/>
                  </a:cubicBezTo>
                  <a:cubicBezTo>
                    <a:pt x="20" y="21"/>
                    <a:pt x="13" y="26"/>
                    <a:pt x="11" y="34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0" y="57"/>
                    <a:pt x="0" y="57"/>
                    <a:pt x="0" y="57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5" name="Freeform 11">
              <a:extLst>
                <a:ext uri="{FF2B5EF4-FFF2-40B4-BE49-F238E27FC236}">
                  <a16:creationId xmlns:a16="http://schemas.microsoft.com/office/drawing/2014/main" id="{F8E13CA0-3CA3-3858-AD56-D3B929ED36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96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6" name="Freeform 12">
              <a:extLst>
                <a:ext uri="{FF2B5EF4-FFF2-40B4-BE49-F238E27FC236}">
                  <a16:creationId xmlns:a16="http://schemas.microsoft.com/office/drawing/2014/main" id="{2BDA64E8-3525-945E-39EF-7A5D0B33A6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24" y="123"/>
              <a:ext cx="45" cy="50"/>
            </a:xfrm>
            <a:custGeom>
              <a:avLst/>
              <a:gdLst>
                <a:gd name="T0" fmla="*/ 0 w 39"/>
                <a:gd name="T1" fmla="*/ 27 h 43"/>
                <a:gd name="T2" fmla="*/ 23 w 39"/>
                <a:gd name="T3" fmla="*/ 0 h 43"/>
                <a:gd name="T4" fmla="*/ 39 w 39"/>
                <a:gd name="T5" fmla="*/ 15 h 43"/>
                <a:gd name="T6" fmla="*/ 16 w 39"/>
                <a:gd name="T7" fmla="*/ 43 h 43"/>
                <a:gd name="T8" fmla="*/ 0 w 39"/>
                <a:gd name="T9" fmla="*/ 27 h 43"/>
                <a:gd name="T10" fmla="*/ 32 w 39"/>
                <a:gd name="T11" fmla="*/ 16 h 43"/>
                <a:gd name="T12" fmla="*/ 23 w 39"/>
                <a:gd name="T13" fmla="*/ 6 h 43"/>
                <a:gd name="T14" fmla="*/ 7 w 39"/>
                <a:gd name="T15" fmla="*/ 27 h 43"/>
                <a:gd name="T16" fmla="*/ 16 w 39"/>
                <a:gd name="T17" fmla="*/ 37 h 43"/>
                <a:gd name="T18" fmla="*/ 32 w 39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9" y="6"/>
                    <a:pt x="39" y="15"/>
                  </a:cubicBezTo>
                  <a:cubicBezTo>
                    <a:pt x="39" y="27"/>
                    <a:pt x="31" y="43"/>
                    <a:pt x="16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7" name="Freeform 13">
              <a:extLst>
                <a:ext uri="{FF2B5EF4-FFF2-40B4-BE49-F238E27FC236}">
                  <a16:creationId xmlns:a16="http://schemas.microsoft.com/office/drawing/2014/main" id="{E8E5D918-C928-2734-BE95-73E9C0FD4B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74" y="123"/>
              <a:ext cx="33" cy="49"/>
            </a:xfrm>
            <a:custGeom>
              <a:avLst/>
              <a:gdLst>
                <a:gd name="T0" fmla="*/ 8 w 29"/>
                <a:gd name="T1" fmla="*/ 1 h 42"/>
                <a:gd name="T2" fmla="*/ 15 w 29"/>
                <a:gd name="T3" fmla="*/ 1 h 42"/>
                <a:gd name="T4" fmla="*/ 13 w 29"/>
                <a:gd name="T5" fmla="*/ 9 h 42"/>
                <a:gd name="T6" fmla="*/ 13 w 29"/>
                <a:gd name="T7" fmla="*/ 9 h 42"/>
                <a:gd name="T8" fmla="*/ 29 w 29"/>
                <a:gd name="T9" fmla="*/ 0 h 42"/>
                <a:gd name="T10" fmla="*/ 27 w 29"/>
                <a:gd name="T11" fmla="*/ 7 h 42"/>
                <a:gd name="T12" fmla="*/ 11 w 29"/>
                <a:gd name="T13" fmla="*/ 18 h 42"/>
                <a:gd name="T14" fmla="*/ 6 w 29"/>
                <a:gd name="T15" fmla="*/ 42 h 42"/>
                <a:gd name="T16" fmla="*/ 0 w 29"/>
                <a:gd name="T17" fmla="*/ 42 h 42"/>
                <a:gd name="T18" fmla="*/ 8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8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4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3"/>
                    <a:pt x="23" y="0"/>
                    <a:pt x="29" y="0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18" y="7"/>
                    <a:pt x="13" y="11"/>
                    <a:pt x="11" y="18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8" name="Freeform 14">
              <a:extLst>
                <a:ext uri="{FF2B5EF4-FFF2-40B4-BE49-F238E27FC236}">
                  <a16:creationId xmlns:a16="http://schemas.microsoft.com/office/drawing/2014/main" id="{B38867DA-2EBA-EEDC-9FED-9DBC397548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731" y="123"/>
              <a:ext cx="46" cy="50"/>
            </a:xfrm>
            <a:custGeom>
              <a:avLst/>
              <a:gdLst>
                <a:gd name="T0" fmla="*/ 0 w 40"/>
                <a:gd name="T1" fmla="*/ 32 h 43"/>
                <a:gd name="T2" fmla="*/ 16 w 40"/>
                <a:gd name="T3" fmla="*/ 18 h 43"/>
                <a:gd name="T4" fmla="*/ 30 w 40"/>
                <a:gd name="T5" fmla="*/ 17 h 43"/>
                <a:gd name="T6" fmla="*/ 31 w 40"/>
                <a:gd name="T7" fmla="*/ 14 h 43"/>
                <a:gd name="T8" fmla="*/ 22 w 40"/>
                <a:gd name="T9" fmla="*/ 5 h 43"/>
                <a:gd name="T10" fmla="*/ 8 w 40"/>
                <a:gd name="T11" fmla="*/ 8 h 43"/>
                <a:gd name="T12" fmla="*/ 10 w 40"/>
                <a:gd name="T13" fmla="*/ 2 h 43"/>
                <a:gd name="T14" fmla="*/ 23 w 40"/>
                <a:gd name="T15" fmla="*/ 0 h 43"/>
                <a:gd name="T16" fmla="*/ 37 w 40"/>
                <a:gd name="T17" fmla="*/ 15 h 43"/>
                <a:gd name="T18" fmla="*/ 33 w 40"/>
                <a:gd name="T19" fmla="*/ 34 h 43"/>
                <a:gd name="T20" fmla="*/ 32 w 40"/>
                <a:gd name="T21" fmla="*/ 42 h 43"/>
                <a:gd name="T22" fmla="*/ 25 w 40"/>
                <a:gd name="T23" fmla="*/ 42 h 43"/>
                <a:gd name="T24" fmla="*/ 27 w 40"/>
                <a:gd name="T25" fmla="*/ 34 h 43"/>
                <a:gd name="T26" fmla="*/ 27 w 40"/>
                <a:gd name="T27" fmla="*/ 34 h 43"/>
                <a:gd name="T28" fmla="*/ 13 w 40"/>
                <a:gd name="T29" fmla="*/ 43 h 43"/>
                <a:gd name="T30" fmla="*/ 0 w 40"/>
                <a:gd name="T31" fmla="*/ 32 h 43"/>
                <a:gd name="T32" fmla="*/ 29 w 40"/>
                <a:gd name="T33" fmla="*/ 25 h 43"/>
                <a:gd name="T34" fmla="*/ 29 w 40"/>
                <a:gd name="T35" fmla="*/ 22 h 43"/>
                <a:gd name="T36" fmla="*/ 17 w 40"/>
                <a:gd name="T37" fmla="*/ 23 h 43"/>
                <a:gd name="T38" fmla="*/ 7 w 40"/>
                <a:gd name="T39" fmla="*/ 31 h 43"/>
                <a:gd name="T40" fmla="*/ 14 w 40"/>
                <a:gd name="T41" fmla="*/ 37 h 43"/>
                <a:gd name="T42" fmla="*/ 29 w 40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0" h="43">
                  <a:moveTo>
                    <a:pt x="0" y="32"/>
                  </a:moveTo>
                  <a:cubicBezTo>
                    <a:pt x="0" y="24"/>
                    <a:pt x="7" y="19"/>
                    <a:pt x="16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2" y="8"/>
                    <a:pt x="29" y="5"/>
                    <a:pt x="22" y="5"/>
                  </a:cubicBezTo>
                  <a:cubicBezTo>
                    <a:pt x="18" y="5"/>
                    <a:pt x="14" y="6"/>
                    <a:pt x="8" y="8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4" y="1"/>
                    <a:pt x="18" y="0"/>
                    <a:pt x="23" y="0"/>
                  </a:cubicBezTo>
                  <a:cubicBezTo>
                    <a:pt x="34" y="0"/>
                    <a:pt x="40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3" y="37"/>
                    <a:pt x="32" y="39"/>
                    <a:pt x="32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39"/>
                    <a:pt x="26" y="37"/>
                    <a:pt x="27" y="34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4" y="40"/>
                    <a:pt x="18" y="43"/>
                    <a:pt x="13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9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1" y="24"/>
                    <a:pt x="7" y="27"/>
                    <a:pt x="7" y="31"/>
                  </a:cubicBezTo>
                  <a:cubicBezTo>
                    <a:pt x="7" y="35"/>
                    <a:pt x="10" y="37"/>
                    <a:pt x="14" y="37"/>
                  </a:cubicBezTo>
                  <a:cubicBezTo>
                    <a:pt x="22" y="37"/>
                    <a:pt x="27" y="32"/>
                    <a:pt x="29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9" name="Freeform 15">
              <a:extLst>
                <a:ext uri="{FF2B5EF4-FFF2-40B4-BE49-F238E27FC236}">
                  <a16:creationId xmlns:a16="http://schemas.microsoft.com/office/drawing/2014/main" id="{40463E6E-52E6-105C-5C8A-8B1BB4360D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80" y="105"/>
              <a:ext cx="20" cy="67"/>
            </a:xfrm>
            <a:custGeom>
              <a:avLst/>
              <a:gdLst>
                <a:gd name="T0" fmla="*/ 2 w 18"/>
                <a:gd name="T1" fmla="*/ 46 h 57"/>
                <a:gd name="T2" fmla="*/ 12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6 w 18"/>
                <a:gd name="T11" fmla="*/ 51 h 57"/>
                <a:gd name="T12" fmla="*/ 15 w 18"/>
                <a:gd name="T13" fmla="*/ 57 h 57"/>
                <a:gd name="T14" fmla="*/ 10 w 18"/>
                <a:gd name="T15" fmla="*/ 57 h 57"/>
                <a:gd name="T16" fmla="*/ 2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EBE4CA12-F06F-633C-E993-26FACF8DA9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04" y="105"/>
              <a:ext cx="20" cy="67"/>
            </a:xfrm>
            <a:custGeom>
              <a:avLst/>
              <a:gdLst>
                <a:gd name="T0" fmla="*/ 1 w 18"/>
                <a:gd name="T1" fmla="*/ 46 h 57"/>
                <a:gd name="T2" fmla="*/ 11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5 w 18"/>
                <a:gd name="T11" fmla="*/ 51 h 57"/>
                <a:gd name="T12" fmla="*/ 14 w 18"/>
                <a:gd name="T13" fmla="*/ 57 h 57"/>
                <a:gd name="T14" fmla="*/ 10 w 18"/>
                <a:gd name="T15" fmla="*/ 57 h 57"/>
                <a:gd name="T16" fmla="*/ 1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1" y="46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50"/>
                    <a:pt x="9" y="51"/>
                    <a:pt x="12" y="51"/>
                  </a:cubicBezTo>
                  <a:cubicBezTo>
                    <a:pt x="13" y="51"/>
                    <a:pt x="14" y="51"/>
                    <a:pt x="15" y="51"/>
                  </a:cubicBezTo>
                  <a:cubicBezTo>
                    <a:pt x="14" y="57"/>
                    <a:pt x="14" y="57"/>
                    <a:pt x="14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3" y="57"/>
                    <a:pt x="0" y="53"/>
                    <a:pt x="1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1" name="Freeform 17">
              <a:extLst>
                <a:ext uri="{FF2B5EF4-FFF2-40B4-BE49-F238E27FC236}">
                  <a16:creationId xmlns:a16="http://schemas.microsoft.com/office/drawing/2014/main" id="{41503057-FD38-9D64-C8D6-6AA4AFB3D9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25" y="162"/>
              <a:ext cx="16" cy="25"/>
            </a:xfrm>
            <a:custGeom>
              <a:avLst/>
              <a:gdLst>
                <a:gd name="T0" fmla="*/ 8 w 14"/>
                <a:gd name="T1" fmla="*/ 9 h 22"/>
                <a:gd name="T2" fmla="*/ 5 w 14"/>
                <a:gd name="T3" fmla="*/ 4 h 22"/>
                <a:gd name="T4" fmla="*/ 9 w 14"/>
                <a:gd name="T5" fmla="*/ 0 h 22"/>
                <a:gd name="T6" fmla="*/ 14 w 14"/>
                <a:gd name="T7" fmla="*/ 4 h 22"/>
                <a:gd name="T8" fmla="*/ 13 w 14"/>
                <a:gd name="T9" fmla="*/ 8 h 22"/>
                <a:gd name="T10" fmla="*/ 5 w 14"/>
                <a:gd name="T11" fmla="*/ 22 h 22"/>
                <a:gd name="T12" fmla="*/ 0 w 14"/>
                <a:gd name="T13" fmla="*/ 22 h 22"/>
                <a:gd name="T14" fmla="*/ 8 w 14"/>
                <a:gd name="T15" fmla="*/ 9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22">
                  <a:moveTo>
                    <a:pt x="8" y="9"/>
                  </a:moveTo>
                  <a:cubicBezTo>
                    <a:pt x="6" y="8"/>
                    <a:pt x="5" y="6"/>
                    <a:pt x="5" y="4"/>
                  </a:cubicBezTo>
                  <a:cubicBezTo>
                    <a:pt x="5" y="2"/>
                    <a:pt x="7" y="0"/>
                    <a:pt x="9" y="0"/>
                  </a:cubicBezTo>
                  <a:cubicBezTo>
                    <a:pt x="12" y="0"/>
                    <a:pt x="14" y="2"/>
                    <a:pt x="14" y="4"/>
                  </a:cubicBezTo>
                  <a:cubicBezTo>
                    <a:pt x="14" y="5"/>
                    <a:pt x="14" y="6"/>
                    <a:pt x="13" y="8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lnTo>
                    <a:pt x="8" y="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3" name="Freeform 18">
              <a:extLst>
                <a:ext uri="{FF2B5EF4-FFF2-40B4-BE49-F238E27FC236}">
                  <a16:creationId xmlns:a16="http://schemas.microsoft.com/office/drawing/2014/main" id="{6297AD17-2738-480E-E53C-C7747EFFF7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80" y="105"/>
              <a:ext cx="64" cy="67"/>
            </a:xfrm>
            <a:custGeom>
              <a:avLst/>
              <a:gdLst>
                <a:gd name="T0" fmla="*/ 14 w 64"/>
                <a:gd name="T1" fmla="*/ 0 h 67"/>
                <a:gd name="T2" fmla="*/ 22 w 64"/>
                <a:gd name="T3" fmla="*/ 0 h 67"/>
                <a:gd name="T4" fmla="*/ 16 w 64"/>
                <a:gd name="T5" fmla="*/ 30 h 67"/>
                <a:gd name="T6" fmla="*/ 50 w 64"/>
                <a:gd name="T7" fmla="*/ 30 h 67"/>
                <a:gd name="T8" fmla="*/ 56 w 64"/>
                <a:gd name="T9" fmla="*/ 0 h 67"/>
                <a:gd name="T10" fmla="*/ 64 w 64"/>
                <a:gd name="T11" fmla="*/ 0 h 67"/>
                <a:gd name="T12" fmla="*/ 50 w 64"/>
                <a:gd name="T13" fmla="*/ 67 h 67"/>
                <a:gd name="T14" fmla="*/ 42 w 64"/>
                <a:gd name="T15" fmla="*/ 67 h 67"/>
                <a:gd name="T16" fmla="*/ 49 w 64"/>
                <a:gd name="T17" fmla="*/ 37 h 67"/>
                <a:gd name="T18" fmla="*/ 14 w 64"/>
                <a:gd name="T19" fmla="*/ 37 h 67"/>
                <a:gd name="T20" fmla="*/ 8 w 64"/>
                <a:gd name="T21" fmla="*/ 67 h 67"/>
                <a:gd name="T22" fmla="*/ 0 w 64"/>
                <a:gd name="T23" fmla="*/ 67 h 67"/>
                <a:gd name="T24" fmla="*/ 14 w 64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0" y="30"/>
                  </a:lnTo>
                  <a:lnTo>
                    <a:pt x="56" y="0"/>
                  </a:lnTo>
                  <a:lnTo>
                    <a:pt x="64" y="0"/>
                  </a:lnTo>
                  <a:lnTo>
                    <a:pt x="50" y="67"/>
                  </a:lnTo>
                  <a:lnTo>
                    <a:pt x="42" y="67"/>
                  </a:lnTo>
                  <a:lnTo>
                    <a:pt x="49" y="37"/>
                  </a:lnTo>
                  <a:lnTo>
                    <a:pt x="14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4" name="Freeform 19">
              <a:extLst>
                <a:ext uri="{FF2B5EF4-FFF2-40B4-BE49-F238E27FC236}">
                  <a16:creationId xmlns:a16="http://schemas.microsoft.com/office/drawing/2014/main" id="{0D78A88B-3438-5EA7-1A02-38D00312C5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45" y="124"/>
              <a:ext cx="46" cy="49"/>
            </a:xfrm>
            <a:custGeom>
              <a:avLst/>
              <a:gdLst>
                <a:gd name="T0" fmla="*/ 2 w 41"/>
                <a:gd name="T1" fmla="*/ 27 h 42"/>
                <a:gd name="T2" fmla="*/ 8 w 41"/>
                <a:gd name="T3" fmla="*/ 0 h 42"/>
                <a:gd name="T4" fmla="*/ 15 w 41"/>
                <a:gd name="T5" fmla="*/ 0 h 42"/>
                <a:gd name="T6" fmla="*/ 9 w 41"/>
                <a:gd name="T7" fmla="*/ 26 h 42"/>
                <a:gd name="T8" fmla="*/ 15 w 41"/>
                <a:gd name="T9" fmla="*/ 36 h 42"/>
                <a:gd name="T10" fmla="*/ 29 w 41"/>
                <a:gd name="T11" fmla="*/ 23 h 42"/>
                <a:gd name="T12" fmla="*/ 34 w 41"/>
                <a:gd name="T13" fmla="*/ 0 h 42"/>
                <a:gd name="T14" fmla="*/ 41 w 41"/>
                <a:gd name="T15" fmla="*/ 0 h 42"/>
                <a:gd name="T16" fmla="*/ 32 w 41"/>
                <a:gd name="T17" fmla="*/ 41 h 42"/>
                <a:gd name="T18" fmla="*/ 26 w 41"/>
                <a:gd name="T19" fmla="*/ 41 h 42"/>
                <a:gd name="T20" fmla="*/ 28 w 41"/>
                <a:gd name="T21" fmla="*/ 32 h 42"/>
                <a:gd name="T22" fmla="*/ 28 w 41"/>
                <a:gd name="T23" fmla="*/ 32 h 42"/>
                <a:gd name="T24" fmla="*/ 13 w 41"/>
                <a:gd name="T25" fmla="*/ 42 h 42"/>
                <a:gd name="T26" fmla="*/ 2 w 41"/>
                <a:gd name="T27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1" h="42">
                  <a:moveTo>
                    <a:pt x="2" y="27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7" y="32"/>
                    <a:pt x="10" y="36"/>
                    <a:pt x="15" y="36"/>
                  </a:cubicBezTo>
                  <a:cubicBezTo>
                    <a:pt x="21" y="36"/>
                    <a:pt x="28" y="31"/>
                    <a:pt x="29" y="23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38"/>
                    <a:pt x="27" y="35"/>
                    <a:pt x="28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4" y="38"/>
                    <a:pt x="19" y="42"/>
                    <a:pt x="13" y="42"/>
                  </a:cubicBezTo>
                  <a:cubicBezTo>
                    <a:pt x="4" y="42"/>
                    <a:pt x="0" y="36"/>
                    <a:pt x="2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6" name="Freeform 20">
              <a:extLst>
                <a:ext uri="{FF2B5EF4-FFF2-40B4-BE49-F238E27FC236}">
                  <a16:creationId xmlns:a16="http://schemas.microsoft.com/office/drawing/2014/main" id="{120EDDBF-9403-334A-C144-98F1644CB8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94" y="123"/>
              <a:ext cx="47" cy="49"/>
            </a:xfrm>
            <a:custGeom>
              <a:avLst/>
              <a:gdLst>
                <a:gd name="T0" fmla="*/ 9 w 42"/>
                <a:gd name="T1" fmla="*/ 1 h 42"/>
                <a:gd name="T2" fmla="*/ 15 w 42"/>
                <a:gd name="T3" fmla="*/ 1 h 42"/>
                <a:gd name="T4" fmla="*/ 13 w 42"/>
                <a:gd name="T5" fmla="*/ 9 h 42"/>
                <a:gd name="T6" fmla="*/ 13 w 42"/>
                <a:gd name="T7" fmla="*/ 9 h 42"/>
                <a:gd name="T8" fmla="*/ 29 w 42"/>
                <a:gd name="T9" fmla="*/ 0 h 42"/>
                <a:gd name="T10" fmla="*/ 39 w 42"/>
                <a:gd name="T11" fmla="*/ 15 h 42"/>
                <a:gd name="T12" fmla="*/ 33 w 42"/>
                <a:gd name="T13" fmla="*/ 42 h 42"/>
                <a:gd name="T14" fmla="*/ 26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39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3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7" name="Freeform 21">
              <a:extLst>
                <a:ext uri="{FF2B5EF4-FFF2-40B4-BE49-F238E27FC236}">
                  <a16:creationId xmlns:a16="http://schemas.microsoft.com/office/drawing/2014/main" id="{7DD2FA49-120D-3F3C-0203-EEB8445F67C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42" y="123"/>
              <a:ext cx="54" cy="68"/>
            </a:xfrm>
            <a:custGeom>
              <a:avLst/>
              <a:gdLst>
                <a:gd name="T0" fmla="*/ 0 w 47"/>
                <a:gd name="T1" fmla="*/ 56 h 58"/>
                <a:gd name="T2" fmla="*/ 1 w 47"/>
                <a:gd name="T3" fmla="*/ 50 h 58"/>
                <a:gd name="T4" fmla="*/ 14 w 47"/>
                <a:gd name="T5" fmla="*/ 52 h 58"/>
                <a:gd name="T6" fmla="*/ 32 w 47"/>
                <a:gd name="T7" fmla="*/ 40 h 58"/>
                <a:gd name="T8" fmla="*/ 34 w 47"/>
                <a:gd name="T9" fmla="*/ 33 h 58"/>
                <a:gd name="T10" fmla="*/ 34 w 47"/>
                <a:gd name="T11" fmla="*/ 33 h 58"/>
                <a:gd name="T12" fmla="*/ 19 w 47"/>
                <a:gd name="T13" fmla="*/ 41 h 58"/>
                <a:gd name="T14" fmla="*/ 5 w 47"/>
                <a:gd name="T15" fmla="*/ 26 h 58"/>
                <a:gd name="T16" fmla="*/ 26 w 47"/>
                <a:gd name="T17" fmla="*/ 0 h 58"/>
                <a:gd name="T18" fmla="*/ 39 w 47"/>
                <a:gd name="T19" fmla="*/ 9 h 58"/>
                <a:gd name="T20" fmla="*/ 39 w 47"/>
                <a:gd name="T21" fmla="*/ 9 h 58"/>
                <a:gd name="T22" fmla="*/ 40 w 47"/>
                <a:gd name="T23" fmla="*/ 1 h 58"/>
                <a:gd name="T24" fmla="*/ 47 w 47"/>
                <a:gd name="T25" fmla="*/ 1 h 58"/>
                <a:gd name="T26" fmla="*/ 38 w 47"/>
                <a:gd name="T27" fmla="*/ 41 h 58"/>
                <a:gd name="T28" fmla="*/ 14 w 47"/>
                <a:gd name="T29" fmla="*/ 58 h 58"/>
                <a:gd name="T30" fmla="*/ 0 w 47"/>
                <a:gd name="T31" fmla="*/ 56 h 58"/>
                <a:gd name="T32" fmla="*/ 36 w 47"/>
                <a:gd name="T33" fmla="*/ 15 h 58"/>
                <a:gd name="T34" fmla="*/ 27 w 47"/>
                <a:gd name="T35" fmla="*/ 6 h 58"/>
                <a:gd name="T36" fmla="*/ 12 w 47"/>
                <a:gd name="T37" fmla="*/ 25 h 58"/>
                <a:gd name="T38" fmla="*/ 21 w 47"/>
                <a:gd name="T39" fmla="*/ 36 h 58"/>
                <a:gd name="T40" fmla="*/ 36 w 47"/>
                <a:gd name="T41" fmla="*/ 1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" h="58">
                  <a:moveTo>
                    <a:pt x="0" y="56"/>
                  </a:moveTo>
                  <a:cubicBezTo>
                    <a:pt x="1" y="50"/>
                    <a:pt x="1" y="50"/>
                    <a:pt x="1" y="50"/>
                  </a:cubicBezTo>
                  <a:cubicBezTo>
                    <a:pt x="5" y="52"/>
                    <a:pt x="9" y="52"/>
                    <a:pt x="14" y="52"/>
                  </a:cubicBezTo>
                  <a:cubicBezTo>
                    <a:pt x="24" y="52"/>
                    <a:pt x="30" y="48"/>
                    <a:pt x="32" y="40"/>
                  </a:cubicBezTo>
                  <a:cubicBezTo>
                    <a:pt x="32" y="38"/>
                    <a:pt x="33" y="35"/>
                    <a:pt x="34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0" y="38"/>
                    <a:pt x="24" y="41"/>
                    <a:pt x="19" y="41"/>
                  </a:cubicBezTo>
                  <a:cubicBezTo>
                    <a:pt x="10" y="41"/>
                    <a:pt x="5" y="35"/>
                    <a:pt x="5" y="26"/>
                  </a:cubicBezTo>
                  <a:cubicBezTo>
                    <a:pt x="5" y="14"/>
                    <a:pt x="12" y="0"/>
                    <a:pt x="26" y="0"/>
                  </a:cubicBezTo>
                  <a:cubicBezTo>
                    <a:pt x="32" y="0"/>
                    <a:pt x="38" y="3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40" y="4"/>
                    <a:pt x="40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6" y="53"/>
                    <a:pt x="27" y="58"/>
                    <a:pt x="14" y="58"/>
                  </a:cubicBezTo>
                  <a:cubicBezTo>
                    <a:pt x="8" y="58"/>
                    <a:pt x="4" y="57"/>
                    <a:pt x="0" y="56"/>
                  </a:cubicBezTo>
                  <a:close/>
                  <a:moveTo>
                    <a:pt x="36" y="15"/>
                  </a:moveTo>
                  <a:cubicBezTo>
                    <a:pt x="36" y="9"/>
                    <a:pt x="33" y="6"/>
                    <a:pt x="27" y="6"/>
                  </a:cubicBezTo>
                  <a:cubicBezTo>
                    <a:pt x="17" y="6"/>
                    <a:pt x="12" y="16"/>
                    <a:pt x="12" y="25"/>
                  </a:cubicBezTo>
                  <a:cubicBezTo>
                    <a:pt x="12" y="32"/>
                    <a:pt x="15" y="36"/>
                    <a:pt x="21" y="36"/>
                  </a:cubicBezTo>
                  <a:cubicBezTo>
                    <a:pt x="31" y="36"/>
                    <a:pt x="36" y="25"/>
                    <a:pt x="36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8" name="Freeform 22">
              <a:extLst>
                <a:ext uri="{FF2B5EF4-FFF2-40B4-BE49-F238E27FC236}">
                  <a16:creationId xmlns:a16="http://schemas.microsoft.com/office/drawing/2014/main" id="{24070547-F9FB-A322-3CAB-B4FB4C80C04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02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7 w 37"/>
                <a:gd name="T7" fmla="*/ 22 h 43"/>
                <a:gd name="T8" fmla="*/ 7 w 37"/>
                <a:gd name="T9" fmla="*/ 22 h 43"/>
                <a:gd name="T10" fmla="*/ 7 w 37"/>
                <a:gd name="T11" fmla="*/ 26 h 43"/>
                <a:gd name="T12" fmla="*/ 19 w 37"/>
                <a:gd name="T13" fmla="*/ 37 h 43"/>
                <a:gd name="T14" fmla="*/ 32 w 37"/>
                <a:gd name="T15" fmla="*/ 34 h 43"/>
                <a:gd name="T16" fmla="*/ 31 w 37"/>
                <a:gd name="T17" fmla="*/ 41 h 43"/>
                <a:gd name="T18" fmla="*/ 18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2" y="43"/>
                    <a:pt x="18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1" y="11"/>
                    <a:pt x="8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9" name="Freeform 23">
              <a:extLst>
                <a:ext uri="{FF2B5EF4-FFF2-40B4-BE49-F238E27FC236}">
                  <a16:creationId xmlns:a16="http://schemas.microsoft.com/office/drawing/2014/main" id="{4D606318-A7BE-3EB1-11D3-2E5C51C13A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49" y="123"/>
              <a:ext cx="33" cy="49"/>
            </a:xfrm>
            <a:custGeom>
              <a:avLst/>
              <a:gdLst>
                <a:gd name="T0" fmla="*/ 9 w 29"/>
                <a:gd name="T1" fmla="*/ 1 h 42"/>
                <a:gd name="T2" fmla="*/ 16 w 29"/>
                <a:gd name="T3" fmla="*/ 1 h 42"/>
                <a:gd name="T4" fmla="*/ 13 w 29"/>
                <a:gd name="T5" fmla="*/ 9 h 42"/>
                <a:gd name="T6" fmla="*/ 14 w 29"/>
                <a:gd name="T7" fmla="*/ 9 h 42"/>
                <a:gd name="T8" fmla="*/ 29 w 29"/>
                <a:gd name="T9" fmla="*/ 0 h 42"/>
                <a:gd name="T10" fmla="*/ 28 w 29"/>
                <a:gd name="T11" fmla="*/ 7 h 42"/>
                <a:gd name="T12" fmla="*/ 12 w 29"/>
                <a:gd name="T13" fmla="*/ 18 h 42"/>
                <a:gd name="T14" fmla="*/ 7 w 29"/>
                <a:gd name="T15" fmla="*/ 42 h 42"/>
                <a:gd name="T16" fmla="*/ 0 w 29"/>
                <a:gd name="T17" fmla="*/ 42 h 42"/>
                <a:gd name="T18" fmla="*/ 9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3" y="0"/>
                    <a:pt x="29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0" name="Freeform 24">
              <a:extLst>
                <a:ext uri="{FF2B5EF4-FFF2-40B4-BE49-F238E27FC236}">
                  <a16:creationId xmlns:a16="http://schemas.microsoft.com/office/drawing/2014/main" id="{ECE60A5E-49D2-EEBD-E164-9228224068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11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1" name="Freeform 25">
              <a:extLst>
                <a:ext uri="{FF2B5EF4-FFF2-40B4-BE49-F238E27FC236}">
                  <a16:creationId xmlns:a16="http://schemas.microsoft.com/office/drawing/2014/main" id="{56DD48B0-43AB-8572-8EED-644B2409C3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39" y="123"/>
              <a:ext cx="43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2 w 38"/>
                <a:gd name="T11" fmla="*/ 16 h 43"/>
                <a:gd name="T12" fmla="*/ 23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2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2" name="Freeform 26">
              <a:extLst>
                <a:ext uri="{FF2B5EF4-FFF2-40B4-BE49-F238E27FC236}">
                  <a16:creationId xmlns:a16="http://schemas.microsoft.com/office/drawing/2014/main" id="{D9A0BFAA-EAA1-7D26-53A5-138C3E7E409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88" y="123"/>
              <a:ext cx="34" cy="49"/>
            </a:xfrm>
            <a:custGeom>
              <a:avLst/>
              <a:gdLst>
                <a:gd name="T0" fmla="*/ 9 w 30"/>
                <a:gd name="T1" fmla="*/ 1 h 42"/>
                <a:gd name="T2" fmla="*/ 16 w 30"/>
                <a:gd name="T3" fmla="*/ 1 h 42"/>
                <a:gd name="T4" fmla="*/ 14 w 30"/>
                <a:gd name="T5" fmla="*/ 9 h 42"/>
                <a:gd name="T6" fmla="*/ 14 w 30"/>
                <a:gd name="T7" fmla="*/ 9 h 42"/>
                <a:gd name="T8" fmla="*/ 30 w 30"/>
                <a:gd name="T9" fmla="*/ 0 h 42"/>
                <a:gd name="T10" fmla="*/ 28 w 30"/>
                <a:gd name="T11" fmla="*/ 7 h 42"/>
                <a:gd name="T12" fmla="*/ 12 w 30"/>
                <a:gd name="T13" fmla="*/ 18 h 42"/>
                <a:gd name="T14" fmla="*/ 7 w 30"/>
                <a:gd name="T15" fmla="*/ 42 h 42"/>
                <a:gd name="T16" fmla="*/ 0 w 30"/>
                <a:gd name="T17" fmla="*/ 42 h 42"/>
                <a:gd name="T18" fmla="*/ 9 w 30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4" y="0"/>
                    <a:pt x="30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3" name="Freeform 27">
              <a:extLst>
                <a:ext uri="{FF2B5EF4-FFF2-40B4-BE49-F238E27FC236}">
                  <a16:creationId xmlns:a16="http://schemas.microsoft.com/office/drawing/2014/main" id="{039619F6-0BBA-B1BB-E59D-55F290D1AC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45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7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7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4" name="Freeform 28">
              <a:extLst>
                <a:ext uri="{FF2B5EF4-FFF2-40B4-BE49-F238E27FC236}">
                  <a16:creationId xmlns:a16="http://schemas.microsoft.com/office/drawing/2014/main" id="{EF5D7645-33FB-11B5-7F21-A6333E7D6A3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99" y="123"/>
              <a:ext cx="44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1 w 38"/>
                <a:gd name="T11" fmla="*/ 16 h 43"/>
                <a:gd name="T12" fmla="*/ 22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1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5" y="43"/>
                    <a:pt x="0" y="37"/>
                    <a:pt x="0" y="27"/>
                  </a:cubicBezTo>
                  <a:close/>
                  <a:moveTo>
                    <a:pt x="31" y="16"/>
                  </a:moveTo>
                  <a:cubicBezTo>
                    <a:pt x="31" y="9"/>
                    <a:pt x="28" y="6"/>
                    <a:pt x="22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7" y="37"/>
                    <a:pt x="31" y="23"/>
                    <a:pt x="31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5" name="Freeform 29">
              <a:extLst>
                <a:ext uri="{FF2B5EF4-FFF2-40B4-BE49-F238E27FC236}">
                  <a16:creationId xmlns:a16="http://schemas.microsoft.com/office/drawing/2014/main" id="{BC2F4B02-53E9-1684-589E-7927AA0A82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48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6" name="Freeform 30">
              <a:extLst>
                <a:ext uri="{FF2B5EF4-FFF2-40B4-BE49-F238E27FC236}">
                  <a16:creationId xmlns:a16="http://schemas.microsoft.com/office/drawing/2014/main" id="{E1FD73BA-B79E-0CAA-AF25-8C926ED8390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503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6 w 37"/>
                <a:gd name="T7" fmla="*/ 22 h 43"/>
                <a:gd name="T8" fmla="*/ 7 w 37"/>
                <a:gd name="T9" fmla="*/ 22 h 43"/>
                <a:gd name="T10" fmla="*/ 6 w 37"/>
                <a:gd name="T11" fmla="*/ 26 h 43"/>
                <a:gd name="T12" fmla="*/ 18 w 37"/>
                <a:gd name="T13" fmla="*/ 37 h 43"/>
                <a:gd name="T14" fmla="*/ 32 w 37"/>
                <a:gd name="T15" fmla="*/ 34 h 43"/>
                <a:gd name="T16" fmla="*/ 30 w 37"/>
                <a:gd name="T17" fmla="*/ 41 h 43"/>
                <a:gd name="T18" fmla="*/ 17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4"/>
                    <a:pt x="6" y="25"/>
                    <a:pt x="6" y="26"/>
                  </a:cubicBezTo>
                  <a:cubicBezTo>
                    <a:pt x="6" y="33"/>
                    <a:pt x="11" y="37"/>
                    <a:pt x="18" y="37"/>
                  </a:cubicBezTo>
                  <a:cubicBezTo>
                    <a:pt x="23" y="37"/>
                    <a:pt x="26" y="36"/>
                    <a:pt x="32" y="34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26" y="42"/>
                    <a:pt x="22" y="43"/>
                    <a:pt x="17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0" y="11"/>
                    <a:pt x="8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7" name="Freeform 31">
              <a:extLst>
                <a:ext uri="{FF2B5EF4-FFF2-40B4-BE49-F238E27FC236}">
                  <a16:creationId xmlns:a16="http://schemas.microsoft.com/office/drawing/2014/main" id="{276EE389-0226-645E-59CC-37EAF3937F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25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8" name="Freeform 32">
              <a:extLst>
                <a:ext uri="{FF2B5EF4-FFF2-40B4-BE49-F238E27FC236}">
                  <a16:creationId xmlns:a16="http://schemas.microsoft.com/office/drawing/2014/main" id="{7735DA36-F75C-B2E2-8F75-EE6B3A61FA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30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9" name="Freeform 33">
              <a:extLst>
                <a:ext uri="{FF2B5EF4-FFF2-40B4-BE49-F238E27FC236}">
                  <a16:creationId xmlns:a16="http://schemas.microsoft.com/office/drawing/2014/main" id="{485C0E61-C617-64BB-72E6-8DE057E117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78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0" name="Freeform 34">
              <a:extLst>
                <a:ext uri="{FF2B5EF4-FFF2-40B4-BE49-F238E27FC236}">
                  <a16:creationId xmlns:a16="http://schemas.microsoft.com/office/drawing/2014/main" id="{662E2DFD-712A-4CC1-62A6-2351385621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" y="105"/>
              <a:ext cx="21" cy="67"/>
            </a:xfrm>
            <a:custGeom>
              <a:avLst/>
              <a:gdLst>
                <a:gd name="T0" fmla="*/ 15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5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5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1" name="Freeform 35">
              <a:extLst>
                <a:ext uri="{FF2B5EF4-FFF2-40B4-BE49-F238E27FC236}">
                  <a16:creationId xmlns:a16="http://schemas.microsoft.com/office/drawing/2014/main" id="{31279C5B-A003-5B00-47A9-AE22C64CDE4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09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2" name="Freeform 36">
              <a:extLst>
                <a:ext uri="{FF2B5EF4-FFF2-40B4-BE49-F238E27FC236}">
                  <a16:creationId xmlns:a16="http://schemas.microsoft.com/office/drawing/2014/main" id="{ACFB1489-9DE9-2F46-565A-EC1CC96955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41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3" name="Freeform 37">
              <a:extLst>
                <a:ext uri="{FF2B5EF4-FFF2-40B4-BE49-F238E27FC236}">
                  <a16:creationId xmlns:a16="http://schemas.microsoft.com/office/drawing/2014/main" id="{8C213B7F-FD04-F48E-FED8-B0130BA5D2E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46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4" name="Freeform 38">
              <a:extLst>
                <a:ext uri="{FF2B5EF4-FFF2-40B4-BE49-F238E27FC236}">
                  <a16:creationId xmlns:a16="http://schemas.microsoft.com/office/drawing/2014/main" id="{D776C930-904F-6C6C-B7A0-7F1C2CB8FF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62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5" name="Freeform 39">
              <a:extLst>
                <a:ext uri="{FF2B5EF4-FFF2-40B4-BE49-F238E27FC236}">
                  <a16:creationId xmlns:a16="http://schemas.microsoft.com/office/drawing/2014/main" id="{2332ED74-C900-6DFF-21E5-769D2DF532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57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536522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 xmlns:a14="http://schemas.microsoft.com/office/drawing/2010/main" xmlns:a16="http://schemas.microsoft.com/office/drawing/2014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1" y="1138299"/>
            <a:ext cx="6409580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4C5DD50-EA7A-1A13-77C6-760B25D44FF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6409580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reihandform: Form 12">
            <a:extLst>
              <a:ext uri="{FF2B5EF4-FFF2-40B4-BE49-F238E27FC236}">
                <a16:creationId xmlns:a16="http://schemas.microsoft.com/office/drawing/2014/main" id="{375CB40A-2DFF-B0A5-A7C5-1BE604A0F8FF}"/>
              </a:ext>
            </a:extLst>
          </p:cNvPr>
          <p:cNvSpPr/>
          <p:nvPr userDrawn="1"/>
        </p:nvSpPr>
        <p:spPr bwMode="gray">
          <a:xfrm>
            <a:off x="11239727" y="1448091"/>
            <a:ext cx="950687" cy="5046373"/>
          </a:xfrm>
          <a:custGeom>
            <a:avLst/>
            <a:gdLst>
              <a:gd name="connsiteX0" fmla="*/ 950687 w 950687"/>
              <a:gd name="connsiteY0" fmla="*/ 0 h 5046373"/>
              <a:gd name="connsiteX1" fmla="*/ 950687 w 950687"/>
              <a:gd name="connsiteY1" fmla="*/ 5046373 h 5046373"/>
              <a:gd name="connsiteX2" fmla="*/ 0 w 950687"/>
              <a:gd name="connsiteY2" fmla="*/ 5046373 h 5046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0687" h="5046373">
                <a:moveTo>
                  <a:pt x="950687" y="0"/>
                </a:moveTo>
                <a:lnTo>
                  <a:pt x="950687" y="5046373"/>
                </a:lnTo>
                <a:lnTo>
                  <a:pt x="0" y="5046373"/>
                </a:lnTo>
                <a:close/>
              </a:path>
            </a:pathLst>
          </a:custGeo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DE29E02-5E22-5B7A-D1FE-A764A6626AA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  <p:sp>
        <p:nvSpPr>
          <p:cNvPr id="14" name="Picture Placeholder 16">
            <a:extLst>
              <a:ext uri="{FF2B5EF4-FFF2-40B4-BE49-F238E27FC236}">
                <a16:creationId xmlns:a16="http://schemas.microsoft.com/office/drawing/2014/main" id="{F650B782-DA3A-606E-7B3C-82C8FD9FD40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6680256" y="401320"/>
            <a:ext cx="5513860" cy="6093144"/>
          </a:xfrm>
          <a:custGeom>
            <a:avLst/>
            <a:gdLst>
              <a:gd name="connsiteX0" fmla="*/ 1331361 w 8079923"/>
              <a:gd name="connsiteY0" fmla="*/ 0 h 6858000"/>
              <a:gd name="connsiteX1" fmla="*/ 8077543 w 8079923"/>
              <a:gd name="connsiteY1" fmla="*/ 0 h 6858000"/>
              <a:gd name="connsiteX2" fmla="*/ 8079923 w 8079923"/>
              <a:gd name="connsiteY2" fmla="*/ 6003673 h 6858000"/>
              <a:gd name="connsiteX3" fmla="*/ 3240429 w 8079923"/>
              <a:gd name="connsiteY3" fmla="*/ 6858000 h 6858000"/>
              <a:gd name="connsiteX4" fmla="*/ 0 w 8079923"/>
              <a:gd name="connsiteY4" fmla="*/ 6858000 h 6858000"/>
              <a:gd name="connsiteX0" fmla="*/ 1184041 w 8079923"/>
              <a:gd name="connsiteY0" fmla="*/ 5080 h 6858000"/>
              <a:gd name="connsiteX1" fmla="*/ 8077543 w 8079923"/>
              <a:gd name="connsiteY1" fmla="*/ 0 h 6858000"/>
              <a:gd name="connsiteX2" fmla="*/ 8079923 w 8079923"/>
              <a:gd name="connsiteY2" fmla="*/ 6003673 h 6858000"/>
              <a:gd name="connsiteX3" fmla="*/ 3240429 w 8079923"/>
              <a:gd name="connsiteY3" fmla="*/ 6858000 h 6858000"/>
              <a:gd name="connsiteX4" fmla="*/ 0 w 8079923"/>
              <a:gd name="connsiteY4" fmla="*/ 6858000 h 6858000"/>
              <a:gd name="connsiteX5" fmla="*/ 1184041 w 8079923"/>
              <a:gd name="connsiteY5" fmla="*/ 5080 h 6858000"/>
              <a:gd name="connsiteX0" fmla="*/ 1199281 w 8095163"/>
              <a:gd name="connsiteY0" fmla="*/ 5080 h 6863080"/>
              <a:gd name="connsiteX1" fmla="*/ 8092783 w 8095163"/>
              <a:gd name="connsiteY1" fmla="*/ 0 h 6863080"/>
              <a:gd name="connsiteX2" fmla="*/ 8095163 w 8095163"/>
              <a:gd name="connsiteY2" fmla="*/ 6003673 h 6863080"/>
              <a:gd name="connsiteX3" fmla="*/ 3255669 w 8095163"/>
              <a:gd name="connsiteY3" fmla="*/ 6858000 h 6863080"/>
              <a:gd name="connsiteX4" fmla="*/ 0 w 8095163"/>
              <a:gd name="connsiteY4" fmla="*/ 6863080 h 6863080"/>
              <a:gd name="connsiteX5" fmla="*/ 1199281 w 8095163"/>
              <a:gd name="connsiteY5" fmla="*/ 5080 h 6863080"/>
              <a:gd name="connsiteX0" fmla="*/ 1199281 w 8092783"/>
              <a:gd name="connsiteY0" fmla="*/ 5080 h 6863080"/>
              <a:gd name="connsiteX1" fmla="*/ 8092783 w 8092783"/>
              <a:gd name="connsiteY1" fmla="*/ 0 h 6863080"/>
              <a:gd name="connsiteX2" fmla="*/ 6672763 w 8092783"/>
              <a:gd name="connsiteY2" fmla="*/ 6846953 h 6863080"/>
              <a:gd name="connsiteX3" fmla="*/ 3255669 w 8092783"/>
              <a:gd name="connsiteY3" fmla="*/ 6858000 h 6863080"/>
              <a:gd name="connsiteX4" fmla="*/ 0 w 8092783"/>
              <a:gd name="connsiteY4" fmla="*/ 6863080 h 6863080"/>
              <a:gd name="connsiteX5" fmla="*/ 1199281 w 8092783"/>
              <a:gd name="connsiteY5" fmla="*/ 5080 h 6863080"/>
              <a:gd name="connsiteX0" fmla="*/ 1199281 w 6672763"/>
              <a:gd name="connsiteY0" fmla="*/ 0 h 6858000"/>
              <a:gd name="connsiteX1" fmla="*/ 5928703 w 6672763"/>
              <a:gd name="connsiteY1" fmla="*/ 355600 h 6858000"/>
              <a:gd name="connsiteX2" fmla="*/ 6672763 w 6672763"/>
              <a:gd name="connsiteY2" fmla="*/ 6841873 h 6858000"/>
              <a:gd name="connsiteX3" fmla="*/ 3255669 w 6672763"/>
              <a:gd name="connsiteY3" fmla="*/ 6852920 h 6858000"/>
              <a:gd name="connsiteX4" fmla="*/ 0 w 6672763"/>
              <a:gd name="connsiteY4" fmla="*/ 6858000 h 6858000"/>
              <a:gd name="connsiteX5" fmla="*/ 1199281 w 6672763"/>
              <a:gd name="connsiteY5" fmla="*/ 0 h 6858000"/>
              <a:gd name="connsiteX0" fmla="*/ 1199281 w 6680543"/>
              <a:gd name="connsiteY0" fmla="*/ 5080 h 6863080"/>
              <a:gd name="connsiteX1" fmla="*/ 6680543 w 6680543"/>
              <a:gd name="connsiteY1" fmla="*/ 0 h 6863080"/>
              <a:gd name="connsiteX2" fmla="*/ 6672763 w 6680543"/>
              <a:gd name="connsiteY2" fmla="*/ 6846953 h 6863080"/>
              <a:gd name="connsiteX3" fmla="*/ 3255669 w 6680543"/>
              <a:gd name="connsiteY3" fmla="*/ 6858000 h 6863080"/>
              <a:gd name="connsiteX4" fmla="*/ 0 w 6680543"/>
              <a:gd name="connsiteY4" fmla="*/ 6863080 h 6863080"/>
              <a:gd name="connsiteX5" fmla="*/ 1199281 w 6680543"/>
              <a:gd name="connsiteY5" fmla="*/ 5080 h 6863080"/>
              <a:gd name="connsiteX0" fmla="*/ 1188168 w 6680543"/>
              <a:gd name="connsiteY0" fmla="*/ 0 h 6864350"/>
              <a:gd name="connsiteX1" fmla="*/ 6680543 w 6680543"/>
              <a:gd name="connsiteY1" fmla="*/ 1270 h 6864350"/>
              <a:gd name="connsiteX2" fmla="*/ 6672763 w 6680543"/>
              <a:gd name="connsiteY2" fmla="*/ 6848223 h 6864350"/>
              <a:gd name="connsiteX3" fmla="*/ 3255669 w 6680543"/>
              <a:gd name="connsiteY3" fmla="*/ 6859270 h 6864350"/>
              <a:gd name="connsiteX4" fmla="*/ 0 w 6680543"/>
              <a:gd name="connsiteY4" fmla="*/ 6864350 h 6864350"/>
              <a:gd name="connsiteX5" fmla="*/ 1188168 w 6680543"/>
              <a:gd name="connsiteY5" fmla="*/ 0 h 6864350"/>
              <a:gd name="connsiteX0" fmla="*/ 1191343 w 6683718"/>
              <a:gd name="connsiteY0" fmla="*/ 0 h 6859587"/>
              <a:gd name="connsiteX1" fmla="*/ 6683718 w 6683718"/>
              <a:gd name="connsiteY1" fmla="*/ 1270 h 6859587"/>
              <a:gd name="connsiteX2" fmla="*/ 6675938 w 6683718"/>
              <a:gd name="connsiteY2" fmla="*/ 6848223 h 6859587"/>
              <a:gd name="connsiteX3" fmla="*/ 3258844 w 6683718"/>
              <a:gd name="connsiteY3" fmla="*/ 6859270 h 6859587"/>
              <a:gd name="connsiteX4" fmla="*/ 0 w 6683718"/>
              <a:gd name="connsiteY4" fmla="*/ 6859587 h 6859587"/>
              <a:gd name="connsiteX5" fmla="*/ 1191343 w 6683718"/>
              <a:gd name="connsiteY5" fmla="*/ 0 h 6859587"/>
              <a:gd name="connsiteX0" fmla="*/ 1191343 w 6683718"/>
              <a:gd name="connsiteY0" fmla="*/ 0 h 6859587"/>
              <a:gd name="connsiteX1" fmla="*/ 6683718 w 6683718"/>
              <a:gd name="connsiteY1" fmla="*/ 1270 h 6859587"/>
              <a:gd name="connsiteX2" fmla="*/ 6675938 w 6683718"/>
              <a:gd name="connsiteY2" fmla="*/ 6848223 h 6859587"/>
              <a:gd name="connsiteX3" fmla="*/ 3258844 w 6683718"/>
              <a:gd name="connsiteY3" fmla="*/ 6859270 h 6859587"/>
              <a:gd name="connsiteX4" fmla="*/ 0 w 6683718"/>
              <a:gd name="connsiteY4" fmla="*/ 6859587 h 6859587"/>
              <a:gd name="connsiteX5" fmla="*/ 1191343 w 6683718"/>
              <a:gd name="connsiteY5" fmla="*/ 0 h 6859587"/>
              <a:gd name="connsiteX0" fmla="*/ 1191343 w 6683718"/>
              <a:gd name="connsiteY0" fmla="*/ 0 h 6859587"/>
              <a:gd name="connsiteX1" fmla="*/ 6683718 w 6683718"/>
              <a:gd name="connsiteY1" fmla="*/ 1270 h 6859587"/>
              <a:gd name="connsiteX2" fmla="*/ 6675938 w 6683718"/>
              <a:gd name="connsiteY2" fmla="*/ 6848223 h 6859587"/>
              <a:gd name="connsiteX3" fmla="*/ 3258844 w 6683718"/>
              <a:gd name="connsiteY3" fmla="*/ 6859270 h 6859587"/>
              <a:gd name="connsiteX4" fmla="*/ 0 w 6683718"/>
              <a:gd name="connsiteY4" fmla="*/ 6859587 h 6859587"/>
              <a:gd name="connsiteX5" fmla="*/ 1191343 w 6683718"/>
              <a:gd name="connsiteY5" fmla="*/ 0 h 6859587"/>
              <a:gd name="connsiteX0" fmla="*/ 1184993 w 6683718"/>
              <a:gd name="connsiteY0" fmla="*/ 0 h 6859587"/>
              <a:gd name="connsiteX1" fmla="*/ 6683718 w 6683718"/>
              <a:gd name="connsiteY1" fmla="*/ 1270 h 6859587"/>
              <a:gd name="connsiteX2" fmla="*/ 6675938 w 6683718"/>
              <a:gd name="connsiteY2" fmla="*/ 6848223 h 6859587"/>
              <a:gd name="connsiteX3" fmla="*/ 3258844 w 6683718"/>
              <a:gd name="connsiteY3" fmla="*/ 6859270 h 6859587"/>
              <a:gd name="connsiteX4" fmla="*/ 0 w 6683718"/>
              <a:gd name="connsiteY4" fmla="*/ 6859587 h 6859587"/>
              <a:gd name="connsiteX5" fmla="*/ 1184993 w 6683718"/>
              <a:gd name="connsiteY5" fmla="*/ 0 h 6859587"/>
              <a:gd name="connsiteX0" fmla="*/ 1189755 w 6688480"/>
              <a:gd name="connsiteY0" fmla="*/ 0 h 6859587"/>
              <a:gd name="connsiteX1" fmla="*/ 6688480 w 6688480"/>
              <a:gd name="connsiteY1" fmla="*/ 1270 h 6859587"/>
              <a:gd name="connsiteX2" fmla="*/ 6680700 w 6688480"/>
              <a:gd name="connsiteY2" fmla="*/ 6848223 h 6859587"/>
              <a:gd name="connsiteX3" fmla="*/ 3263606 w 6688480"/>
              <a:gd name="connsiteY3" fmla="*/ 6859270 h 6859587"/>
              <a:gd name="connsiteX4" fmla="*/ 0 w 6688480"/>
              <a:gd name="connsiteY4" fmla="*/ 6859587 h 6859587"/>
              <a:gd name="connsiteX5" fmla="*/ 1189755 w 6688480"/>
              <a:gd name="connsiteY5" fmla="*/ 0 h 6859587"/>
              <a:gd name="connsiteX0" fmla="*/ 1189755 w 6688480"/>
              <a:gd name="connsiteY0" fmla="*/ 0 h 6859587"/>
              <a:gd name="connsiteX1" fmla="*/ 6688480 w 6688480"/>
              <a:gd name="connsiteY1" fmla="*/ 1270 h 6859587"/>
              <a:gd name="connsiteX2" fmla="*/ 6680700 w 6688480"/>
              <a:gd name="connsiteY2" fmla="*/ 6848223 h 6859587"/>
              <a:gd name="connsiteX3" fmla="*/ 3263606 w 6688480"/>
              <a:gd name="connsiteY3" fmla="*/ 6859270 h 6859587"/>
              <a:gd name="connsiteX4" fmla="*/ 0 w 6688480"/>
              <a:gd name="connsiteY4" fmla="*/ 6859587 h 6859587"/>
              <a:gd name="connsiteX5" fmla="*/ 1189755 w 6688480"/>
              <a:gd name="connsiteY5" fmla="*/ 0 h 6859587"/>
              <a:gd name="connsiteX0" fmla="*/ 1189755 w 6688480"/>
              <a:gd name="connsiteY0" fmla="*/ 0 h 6861475"/>
              <a:gd name="connsiteX1" fmla="*/ 6688480 w 6688480"/>
              <a:gd name="connsiteY1" fmla="*/ 1270 h 6861475"/>
              <a:gd name="connsiteX2" fmla="*/ 6685118 w 6688480"/>
              <a:gd name="connsiteY2" fmla="*/ 6861475 h 6861475"/>
              <a:gd name="connsiteX3" fmla="*/ 3263606 w 6688480"/>
              <a:gd name="connsiteY3" fmla="*/ 6859270 h 6861475"/>
              <a:gd name="connsiteX4" fmla="*/ 0 w 6688480"/>
              <a:gd name="connsiteY4" fmla="*/ 6859587 h 6861475"/>
              <a:gd name="connsiteX5" fmla="*/ 1189755 w 6688480"/>
              <a:gd name="connsiteY5" fmla="*/ 0 h 6861475"/>
              <a:gd name="connsiteX0" fmla="*/ 1189755 w 6688480"/>
              <a:gd name="connsiteY0" fmla="*/ 0 h 6861475"/>
              <a:gd name="connsiteX1" fmla="*/ 6688480 w 6688480"/>
              <a:gd name="connsiteY1" fmla="*/ 1270 h 6861475"/>
              <a:gd name="connsiteX2" fmla="*/ 6685118 w 6688480"/>
              <a:gd name="connsiteY2" fmla="*/ 6861475 h 6861475"/>
              <a:gd name="connsiteX3" fmla="*/ 5511743 w 6688480"/>
              <a:gd name="connsiteY3" fmla="*/ 6859133 h 6861475"/>
              <a:gd name="connsiteX4" fmla="*/ 3263606 w 6688480"/>
              <a:gd name="connsiteY4" fmla="*/ 6859270 h 6861475"/>
              <a:gd name="connsiteX5" fmla="*/ 0 w 6688480"/>
              <a:gd name="connsiteY5" fmla="*/ 6859587 h 6861475"/>
              <a:gd name="connsiteX6" fmla="*/ 1189755 w 6688480"/>
              <a:gd name="connsiteY6" fmla="*/ 0 h 6861475"/>
              <a:gd name="connsiteX0" fmla="*/ 1189755 w 6688480"/>
              <a:gd name="connsiteY0" fmla="*/ 2359 h 6863834"/>
              <a:gd name="connsiteX1" fmla="*/ 5506663 w 6688480"/>
              <a:gd name="connsiteY1" fmla="*/ 0 h 6863834"/>
              <a:gd name="connsiteX2" fmla="*/ 6688480 w 6688480"/>
              <a:gd name="connsiteY2" fmla="*/ 3629 h 6863834"/>
              <a:gd name="connsiteX3" fmla="*/ 6685118 w 6688480"/>
              <a:gd name="connsiteY3" fmla="*/ 6863834 h 6863834"/>
              <a:gd name="connsiteX4" fmla="*/ 5511743 w 6688480"/>
              <a:gd name="connsiteY4" fmla="*/ 6861492 h 6863834"/>
              <a:gd name="connsiteX5" fmla="*/ 3263606 w 6688480"/>
              <a:gd name="connsiteY5" fmla="*/ 6861629 h 6863834"/>
              <a:gd name="connsiteX6" fmla="*/ 0 w 6688480"/>
              <a:gd name="connsiteY6" fmla="*/ 6861946 h 6863834"/>
              <a:gd name="connsiteX7" fmla="*/ 1189755 w 6688480"/>
              <a:gd name="connsiteY7" fmla="*/ 2359 h 6863834"/>
              <a:gd name="connsiteX0" fmla="*/ 1189755 w 6685118"/>
              <a:gd name="connsiteY0" fmla="*/ 2359 h 6863834"/>
              <a:gd name="connsiteX1" fmla="*/ 5506663 w 6685118"/>
              <a:gd name="connsiteY1" fmla="*/ 0 h 6863834"/>
              <a:gd name="connsiteX2" fmla="*/ 6685118 w 6685118"/>
              <a:gd name="connsiteY2" fmla="*/ 6863834 h 6863834"/>
              <a:gd name="connsiteX3" fmla="*/ 5511743 w 6685118"/>
              <a:gd name="connsiteY3" fmla="*/ 6861492 h 6863834"/>
              <a:gd name="connsiteX4" fmla="*/ 3263606 w 6685118"/>
              <a:gd name="connsiteY4" fmla="*/ 6861629 h 6863834"/>
              <a:gd name="connsiteX5" fmla="*/ 0 w 6685118"/>
              <a:gd name="connsiteY5" fmla="*/ 6861946 h 6863834"/>
              <a:gd name="connsiteX6" fmla="*/ 1189755 w 6685118"/>
              <a:gd name="connsiteY6" fmla="*/ 2359 h 6863834"/>
              <a:gd name="connsiteX0" fmla="*/ 1189755 w 5511743"/>
              <a:gd name="connsiteY0" fmla="*/ 2359 h 6861946"/>
              <a:gd name="connsiteX1" fmla="*/ 5506663 w 5511743"/>
              <a:gd name="connsiteY1" fmla="*/ 0 h 6861946"/>
              <a:gd name="connsiteX2" fmla="*/ 5511743 w 5511743"/>
              <a:gd name="connsiteY2" fmla="*/ 6861492 h 6861946"/>
              <a:gd name="connsiteX3" fmla="*/ 3263606 w 5511743"/>
              <a:gd name="connsiteY3" fmla="*/ 6861629 h 6861946"/>
              <a:gd name="connsiteX4" fmla="*/ 0 w 5511743"/>
              <a:gd name="connsiteY4" fmla="*/ 6861946 h 6861946"/>
              <a:gd name="connsiteX5" fmla="*/ 1189755 w 5511743"/>
              <a:gd name="connsiteY5" fmla="*/ 2359 h 6861946"/>
              <a:gd name="connsiteX0" fmla="*/ 1189755 w 5827943"/>
              <a:gd name="connsiteY0" fmla="*/ 2359 h 6861946"/>
              <a:gd name="connsiteX1" fmla="*/ 5506663 w 5827943"/>
              <a:gd name="connsiteY1" fmla="*/ 0 h 6861946"/>
              <a:gd name="connsiteX2" fmla="*/ 5511744 w 5827943"/>
              <a:gd name="connsiteY2" fmla="*/ 1195682 h 6861946"/>
              <a:gd name="connsiteX3" fmla="*/ 5511743 w 5827943"/>
              <a:gd name="connsiteY3" fmla="*/ 6861492 h 6861946"/>
              <a:gd name="connsiteX4" fmla="*/ 3263606 w 5827943"/>
              <a:gd name="connsiteY4" fmla="*/ 6861629 h 6861946"/>
              <a:gd name="connsiteX5" fmla="*/ 0 w 5827943"/>
              <a:gd name="connsiteY5" fmla="*/ 6861946 h 6861946"/>
              <a:gd name="connsiteX6" fmla="*/ 1189755 w 5827943"/>
              <a:gd name="connsiteY6" fmla="*/ 2359 h 6861946"/>
              <a:gd name="connsiteX0" fmla="*/ 1189755 w 5827943"/>
              <a:gd name="connsiteY0" fmla="*/ 2359 h 6861946"/>
              <a:gd name="connsiteX1" fmla="*/ 5506663 w 5827943"/>
              <a:gd name="connsiteY1" fmla="*/ 0 h 6861946"/>
              <a:gd name="connsiteX2" fmla="*/ 5511744 w 5827943"/>
              <a:gd name="connsiteY2" fmla="*/ 1195682 h 6861946"/>
              <a:gd name="connsiteX3" fmla="*/ 5511743 w 5827943"/>
              <a:gd name="connsiteY3" fmla="*/ 6861492 h 6861946"/>
              <a:gd name="connsiteX4" fmla="*/ 4551624 w 5827943"/>
              <a:gd name="connsiteY4" fmla="*/ 6853720 h 6861946"/>
              <a:gd name="connsiteX5" fmla="*/ 3263606 w 5827943"/>
              <a:gd name="connsiteY5" fmla="*/ 6861629 h 6861946"/>
              <a:gd name="connsiteX6" fmla="*/ 0 w 5827943"/>
              <a:gd name="connsiteY6" fmla="*/ 6861946 h 6861946"/>
              <a:gd name="connsiteX7" fmla="*/ 1189755 w 5827943"/>
              <a:gd name="connsiteY7" fmla="*/ 2359 h 6861946"/>
              <a:gd name="connsiteX0" fmla="*/ 1189755 w 5866795"/>
              <a:gd name="connsiteY0" fmla="*/ 2359 h 6861946"/>
              <a:gd name="connsiteX1" fmla="*/ 5506663 w 5866795"/>
              <a:gd name="connsiteY1" fmla="*/ 0 h 6861946"/>
              <a:gd name="connsiteX2" fmla="*/ 5511744 w 5866795"/>
              <a:gd name="connsiteY2" fmla="*/ 1195682 h 6861946"/>
              <a:gd name="connsiteX3" fmla="*/ 4551624 w 5866795"/>
              <a:gd name="connsiteY3" fmla="*/ 6853720 h 6861946"/>
              <a:gd name="connsiteX4" fmla="*/ 3263606 w 5866795"/>
              <a:gd name="connsiteY4" fmla="*/ 6861629 h 6861946"/>
              <a:gd name="connsiteX5" fmla="*/ 0 w 5866795"/>
              <a:gd name="connsiteY5" fmla="*/ 6861946 h 6861946"/>
              <a:gd name="connsiteX6" fmla="*/ 1189755 w 5866795"/>
              <a:gd name="connsiteY6" fmla="*/ 2359 h 6861946"/>
              <a:gd name="connsiteX0" fmla="*/ 1189755 w 5581743"/>
              <a:gd name="connsiteY0" fmla="*/ 2359 h 6861946"/>
              <a:gd name="connsiteX1" fmla="*/ 5506663 w 5581743"/>
              <a:gd name="connsiteY1" fmla="*/ 0 h 6861946"/>
              <a:gd name="connsiteX2" fmla="*/ 5511744 w 5581743"/>
              <a:gd name="connsiteY2" fmla="*/ 1195682 h 6861946"/>
              <a:gd name="connsiteX3" fmla="*/ 4551624 w 5581743"/>
              <a:gd name="connsiteY3" fmla="*/ 6853720 h 6861946"/>
              <a:gd name="connsiteX4" fmla="*/ 3263606 w 5581743"/>
              <a:gd name="connsiteY4" fmla="*/ 6861629 h 6861946"/>
              <a:gd name="connsiteX5" fmla="*/ 0 w 5581743"/>
              <a:gd name="connsiteY5" fmla="*/ 6861946 h 6861946"/>
              <a:gd name="connsiteX6" fmla="*/ 1189755 w 5581743"/>
              <a:gd name="connsiteY6" fmla="*/ 2359 h 6861946"/>
              <a:gd name="connsiteX0" fmla="*/ 1189755 w 5511744"/>
              <a:gd name="connsiteY0" fmla="*/ 2359 h 6861946"/>
              <a:gd name="connsiteX1" fmla="*/ 5506663 w 5511744"/>
              <a:gd name="connsiteY1" fmla="*/ 0 h 6861946"/>
              <a:gd name="connsiteX2" fmla="*/ 5511744 w 5511744"/>
              <a:gd name="connsiteY2" fmla="*/ 1195682 h 6861946"/>
              <a:gd name="connsiteX3" fmla="*/ 4551624 w 5511744"/>
              <a:gd name="connsiteY3" fmla="*/ 6853720 h 6861946"/>
              <a:gd name="connsiteX4" fmla="*/ 3263606 w 5511744"/>
              <a:gd name="connsiteY4" fmla="*/ 6861629 h 6861946"/>
              <a:gd name="connsiteX5" fmla="*/ 0 w 5511744"/>
              <a:gd name="connsiteY5" fmla="*/ 6861946 h 6861946"/>
              <a:gd name="connsiteX6" fmla="*/ 1189755 w 5511744"/>
              <a:gd name="connsiteY6" fmla="*/ 2359 h 6861946"/>
              <a:gd name="connsiteX0" fmla="*/ 1189755 w 5511744"/>
              <a:gd name="connsiteY0" fmla="*/ 2359 h 6861946"/>
              <a:gd name="connsiteX1" fmla="*/ 5506663 w 5511744"/>
              <a:gd name="connsiteY1" fmla="*/ 0 h 6861946"/>
              <a:gd name="connsiteX2" fmla="*/ 5511744 w 5511744"/>
              <a:gd name="connsiteY2" fmla="*/ 1195682 h 6861946"/>
              <a:gd name="connsiteX3" fmla="*/ 4551624 w 5511744"/>
              <a:gd name="connsiteY3" fmla="*/ 6853720 h 6861946"/>
              <a:gd name="connsiteX4" fmla="*/ 3263606 w 5511744"/>
              <a:gd name="connsiteY4" fmla="*/ 6861629 h 6861946"/>
              <a:gd name="connsiteX5" fmla="*/ 0 w 5511744"/>
              <a:gd name="connsiteY5" fmla="*/ 6861946 h 6861946"/>
              <a:gd name="connsiteX6" fmla="*/ 1189755 w 5511744"/>
              <a:gd name="connsiteY6" fmla="*/ 2359 h 6861946"/>
              <a:gd name="connsiteX0" fmla="*/ 1189755 w 5511744"/>
              <a:gd name="connsiteY0" fmla="*/ 2359 h 6861946"/>
              <a:gd name="connsiteX1" fmla="*/ 5506663 w 5511744"/>
              <a:gd name="connsiteY1" fmla="*/ 0 h 6861946"/>
              <a:gd name="connsiteX2" fmla="*/ 5511744 w 5511744"/>
              <a:gd name="connsiteY2" fmla="*/ 1195682 h 6861946"/>
              <a:gd name="connsiteX3" fmla="*/ 4551624 w 5511744"/>
              <a:gd name="connsiteY3" fmla="*/ 6853720 h 6861946"/>
              <a:gd name="connsiteX4" fmla="*/ 3263606 w 5511744"/>
              <a:gd name="connsiteY4" fmla="*/ 6861629 h 6861946"/>
              <a:gd name="connsiteX5" fmla="*/ 0 w 5511744"/>
              <a:gd name="connsiteY5" fmla="*/ 6861946 h 6861946"/>
              <a:gd name="connsiteX6" fmla="*/ 1189755 w 5511744"/>
              <a:gd name="connsiteY6" fmla="*/ 2359 h 6861946"/>
              <a:gd name="connsiteX0" fmla="*/ 1189755 w 5511744"/>
              <a:gd name="connsiteY0" fmla="*/ 2359 h 6861946"/>
              <a:gd name="connsiteX1" fmla="*/ 5506663 w 5511744"/>
              <a:gd name="connsiteY1" fmla="*/ 0 h 6861946"/>
              <a:gd name="connsiteX2" fmla="*/ 5511744 w 5511744"/>
              <a:gd name="connsiteY2" fmla="*/ 1195682 h 6861946"/>
              <a:gd name="connsiteX3" fmla="*/ 4555858 w 5511744"/>
              <a:gd name="connsiteY3" fmla="*/ 6853720 h 6861946"/>
              <a:gd name="connsiteX4" fmla="*/ 3263606 w 5511744"/>
              <a:gd name="connsiteY4" fmla="*/ 6861629 h 6861946"/>
              <a:gd name="connsiteX5" fmla="*/ 0 w 5511744"/>
              <a:gd name="connsiteY5" fmla="*/ 6861946 h 6861946"/>
              <a:gd name="connsiteX6" fmla="*/ 1189755 w 5511744"/>
              <a:gd name="connsiteY6" fmla="*/ 2359 h 6861946"/>
              <a:gd name="connsiteX0" fmla="*/ 1189755 w 5511744"/>
              <a:gd name="connsiteY0" fmla="*/ 2359 h 6861946"/>
              <a:gd name="connsiteX1" fmla="*/ 5506663 w 5511744"/>
              <a:gd name="connsiteY1" fmla="*/ 0 h 6861946"/>
              <a:gd name="connsiteX2" fmla="*/ 5511744 w 5511744"/>
              <a:gd name="connsiteY2" fmla="*/ 1195682 h 6861946"/>
              <a:gd name="connsiteX3" fmla="*/ 4555858 w 5511744"/>
              <a:gd name="connsiteY3" fmla="*/ 6853720 h 6861946"/>
              <a:gd name="connsiteX4" fmla="*/ 3263606 w 5511744"/>
              <a:gd name="connsiteY4" fmla="*/ 6861629 h 6861946"/>
              <a:gd name="connsiteX5" fmla="*/ 0 w 5511744"/>
              <a:gd name="connsiteY5" fmla="*/ 6861946 h 6861946"/>
              <a:gd name="connsiteX6" fmla="*/ 1189755 w 5511744"/>
              <a:gd name="connsiteY6" fmla="*/ 2359 h 6861946"/>
              <a:gd name="connsiteX0" fmla="*/ 1189755 w 5515977"/>
              <a:gd name="connsiteY0" fmla="*/ 2359 h 6861946"/>
              <a:gd name="connsiteX1" fmla="*/ 5506663 w 5515977"/>
              <a:gd name="connsiteY1" fmla="*/ 0 h 6861946"/>
              <a:gd name="connsiteX2" fmla="*/ 5515977 w 5515977"/>
              <a:gd name="connsiteY2" fmla="*/ 1124170 h 6861946"/>
              <a:gd name="connsiteX3" fmla="*/ 4555858 w 5515977"/>
              <a:gd name="connsiteY3" fmla="*/ 6853720 h 6861946"/>
              <a:gd name="connsiteX4" fmla="*/ 3263606 w 5515977"/>
              <a:gd name="connsiteY4" fmla="*/ 6861629 h 6861946"/>
              <a:gd name="connsiteX5" fmla="*/ 0 w 5515977"/>
              <a:gd name="connsiteY5" fmla="*/ 6861946 h 6861946"/>
              <a:gd name="connsiteX6" fmla="*/ 1189755 w 5515977"/>
              <a:gd name="connsiteY6" fmla="*/ 2359 h 6861946"/>
              <a:gd name="connsiteX0" fmla="*/ 1189755 w 5515977"/>
              <a:gd name="connsiteY0" fmla="*/ 2359 h 6861946"/>
              <a:gd name="connsiteX1" fmla="*/ 5506663 w 5515977"/>
              <a:gd name="connsiteY1" fmla="*/ 0 h 6861946"/>
              <a:gd name="connsiteX2" fmla="*/ 5515977 w 5515977"/>
              <a:gd name="connsiteY2" fmla="*/ 1124170 h 6861946"/>
              <a:gd name="connsiteX3" fmla="*/ 4555858 w 5515977"/>
              <a:gd name="connsiteY3" fmla="*/ 6853720 h 6861946"/>
              <a:gd name="connsiteX4" fmla="*/ 3263606 w 5515977"/>
              <a:gd name="connsiteY4" fmla="*/ 6861629 h 6861946"/>
              <a:gd name="connsiteX5" fmla="*/ 0 w 5515977"/>
              <a:gd name="connsiteY5" fmla="*/ 6861946 h 6861946"/>
              <a:gd name="connsiteX6" fmla="*/ 1189755 w 5515977"/>
              <a:gd name="connsiteY6" fmla="*/ 2359 h 6861946"/>
              <a:gd name="connsiteX0" fmla="*/ 1189755 w 5513860"/>
              <a:gd name="connsiteY0" fmla="*/ 2359 h 6861946"/>
              <a:gd name="connsiteX1" fmla="*/ 5506663 w 5513860"/>
              <a:gd name="connsiteY1" fmla="*/ 0 h 6861946"/>
              <a:gd name="connsiteX2" fmla="*/ 5513860 w 5513860"/>
              <a:gd name="connsiteY2" fmla="*/ 1162311 h 6861946"/>
              <a:gd name="connsiteX3" fmla="*/ 4555858 w 5513860"/>
              <a:gd name="connsiteY3" fmla="*/ 6853720 h 6861946"/>
              <a:gd name="connsiteX4" fmla="*/ 3263606 w 5513860"/>
              <a:gd name="connsiteY4" fmla="*/ 6861629 h 6861946"/>
              <a:gd name="connsiteX5" fmla="*/ 0 w 5513860"/>
              <a:gd name="connsiteY5" fmla="*/ 6861946 h 6861946"/>
              <a:gd name="connsiteX6" fmla="*/ 1189755 w 5513860"/>
              <a:gd name="connsiteY6" fmla="*/ 2359 h 6861946"/>
              <a:gd name="connsiteX0" fmla="*/ 1189755 w 5513860"/>
              <a:gd name="connsiteY0" fmla="*/ 2359 h 6861946"/>
              <a:gd name="connsiteX1" fmla="*/ 5506663 w 5513860"/>
              <a:gd name="connsiteY1" fmla="*/ 0 h 6861946"/>
              <a:gd name="connsiteX2" fmla="*/ 5513860 w 5513860"/>
              <a:gd name="connsiteY2" fmla="*/ 1162311 h 6861946"/>
              <a:gd name="connsiteX3" fmla="*/ 4560091 w 5513860"/>
              <a:gd name="connsiteY3" fmla="*/ 6856105 h 6861946"/>
              <a:gd name="connsiteX4" fmla="*/ 3263606 w 5513860"/>
              <a:gd name="connsiteY4" fmla="*/ 6861629 h 6861946"/>
              <a:gd name="connsiteX5" fmla="*/ 0 w 5513860"/>
              <a:gd name="connsiteY5" fmla="*/ 6861946 h 6861946"/>
              <a:gd name="connsiteX6" fmla="*/ 1189755 w 5513860"/>
              <a:gd name="connsiteY6" fmla="*/ 2359 h 6861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13860" h="6861946">
                <a:moveTo>
                  <a:pt x="1189755" y="2359"/>
                </a:moveTo>
                <a:lnTo>
                  <a:pt x="5506663" y="0"/>
                </a:lnTo>
                <a:cubicBezTo>
                  <a:pt x="5509203" y="597841"/>
                  <a:pt x="5511319" y="564470"/>
                  <a:pt x="5513860" y="1162311"/>
                </a:cubicBezTo>
                <a:cubicBezTo>
                  <a:pt x="5329287" y="2268842"/>
                  <a:pt x="5413994" y="1802219"/>
                  <a:pt x="4560091" y="6856105"/>
                </a:cubicBezTo>
                <a:lnTo>
                  <a:pt x="3263606" y="6861629"/>
                </a:lnTo>
                <a:lnTo>
                  <a:pt x="0" y="6861946"/>
                </a:lnTo>
                <a:lnTo>
                  <a:pt x="1189755" y="235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540000" anchor="ctr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64398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 xmlns:p15="http://schemas.microsoft.com/office/powerpoint/2012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66">
            <a:extLst>
              <a:ext uri="{FF2B5EF4-FFF2-40B4-BE49-F238E27FC236}">
                <a16:creationId xmlns:a16="http://schemas.microsoft.com/office/drawing/2014/main" id="{42800710-8DD7-4365-95AA-8943CB8C0DD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700292" y="409575"/>
            <a:ext cx="5490122" cy="6075175"/>
          </a:xfrm>
          <a:custGeom>
            <a:avLst/>
            <a:gdLst>
              <a:gd name="connsiteX0" fmla="*/ 1518794 w 5490122"/>
              <a:gd name="connsiteY0" fmla="*/ 0 h 6075175"/>
              <a:gd name="connsiteX1" fmla="*/ 5490122 w 5490122"/>
              <a:gd name="connsiteY1" fmla="*/ 0 h 6075175"/>
              <a:gd name="connsiteX2" fmla="*/ 5490122 w 5490122"/>
              <a:gd name="connsiteY2" fmla="*/ 1402053 h 6075175"/>
              <a:gd name="connsiteX3" fmla="*/ 4609752 w 5490122"/>
              <a:gd name="connsiteY3" fmla="*/ 6075175 h 6075175"/>
              <a:gd name="connsiteX4" fmla="*/ 0 w 5490122"/>
              <a:gd name="connsiteY4" fmla="*/ 6075175 h 6075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90122" h="6075175">
                <a:moveTo>
                  <a:pt x="1518794" y="0"/>
                </a:moveTo>
                <a:lnTo>
                  <a:pt x="5490122" y="0"/>
                </a:lnTo>
                <a:lnTo>
                  <a:pt x="5490122" y="1402053"/>
                </a:lnTo>
                <a:lnTo>
                  <a:pt x="4609752" y="6075175"/>
                </a:lnTo>
                <a:lnTo>
                  <a:pt x="0" y="607517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de-DE" dirty="0"/>
              <a:t>Click icon to add image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5401517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1" y="1732751"/>
            <a:ext cx="5401516" cy="475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69" name="Freihandform: Form 68">
            <a:extLst>
              <a:ext uri="{FF2B5EF4-FFF2-40B4-BE49-F238E27FC236}">
                <a16:creationId xmlns:a16="http://schemas.microsoft.com/office/drawing/2014/main" id="{B4BC3F7F-8CC5-43E7-AC78-FFCA51801963}"/>
              </a:ext>
            </a:extLst>
          </p:cNvPr>
          <p:cNvSpPr/>
          <p:nvPr userDrawn="1"/>
        </p:nvSpPr>
        <p:spPr bwMode="gray">
          <a:xfrm>
            <a:off x="11310044" y="1811627"/>
            <a:ext cx="880370" cy="4673123"/>
          </a:xfrm>
          <a:custGeom>
            <a:avLst/>
            <a:gdLst>
              <a:gd name="connsiteX0" fmla="*/ 880370 w 880370"/>
              <a:gd name="connsiteY0" fmla="*/ 0 h 4673123"/>
              <a:gd name="connsiteX1" fmla="*/ 880370 w 880370"/>
              <a:gd name="connsiteY1" fmla="*/ 4673123 h 4673123"/>
              <a:gd name="connsiteX2" fmla="*/ 0 w 880370"/>
              <a:gd name="connsiteY2" fmla="*/ 4673123 h 4673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0370" h="4673123">
                <a:moveTo>
                  <a:pt x="880370" y="0"/>
                </a:moveTo>
                <a:lnTo>
                  <a:pt x="880370" y="4673123"/>
                </a:lnTo>
                <a:lnTo>
                  <a:pt x="0" y="4673123"/>
                </a:lnTo>
                <a:close/>
              </a:path>
            </a:pathLst>
          </a:custGeom>
          <a:gradFill flip="none" rotWithShape="1">
            <a:gsLst>
              <a:gs pos="60000">
                <a:srgbClr val="0D82AE"/>
              </a:gs>
              <a:gs pos="0">
                <a:srgbClr val="007BBF"/>
              </a:gs>
              <a:gs pos="95000">
                <a:srgbClr val="53A84B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E4632CE-DF55-56C4-D71E-4748A73873B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5401517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8BECEA2E-B70F-209F-F6E8-FDD73CB29AD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732963" y="163513"/>
            <a:ext cx="2246312" cy="139700"/>
            <a:chOff x="6131" y="103"/>
            <a:chExt cx="1415" cy="88"/>
          </a:xfrm>
        </p:grpSpPr>
        <p:sp>
          <p:nvSpPr>
            <p:cNvPr id="13" name="AutoShape 3">
              <a:extLst>
                <a:ext uri="{FF2B5EF4-FFF2-40B4-BE49-F238E27FC236}">
                  <a16:creationId xmlns:a16="http://schemas.microsoft.com/office/drawing/2014/main" id="{C4D3500F-93FC-4169-0942-AFE6655CCF34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131" y="103"/>
              <a:ext cx="1415" cy="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E003B360-0BA3-DB31-B86C-FA8D5F00A7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00" y="105"/>
              <a:ext cx="65" cy="67"/>
            </a:xfrm>
            <a:custGeom>
              <a:avLst/>
              <a:gdLst>
                <a:gd name="T0" fmla="*/ 14 w 65"/>
                <a:gd name="T1" fmla="*/ 0 h 67"/>
                <a:gd name="T2" fmla="*/ 22 w 65"/>
                <a:gd name="T3" fmla="*/ 0 h 67"/>
                <a:gd name="T4" fmla="*/ 16 w 65"/>
                <a:gd name="T5" fmla="*/ 30 h 67"/>
                <a:gd name="T6" fmla="*/ 51 w 65"/>
                <a:gd name="T7" fmla="*/ 30 h 67"/>
                <a:gd name="T8" fmla="*/ 57 w 65"/>
                <a:gd name="T9" fmla="*/ 0 h 67"/>
                <a:gd name="T10" fmla="*/ 65 w 65"/>
                <a:gd name="T11" fmla="*/ 0 h 67"/>
                <a:gd name="T12" fmla="*/ 51 w 65"/>
                <a:gd name="T13" fmla="*/ 67 h 67"/>
                <a:gd name="T14" fmla="*/ 44 w 65"/>
                <a:gd name="T15" fmla="*/ 67 h 67"/>
                <a:gd name="T16" fmla="*/ 49 w 65"/>
                <a:gd name="T17" fmla="*/ 37 h 67"/>
                <a:gd name="T18" fmla="*/ 15 w 65"/>
                <a:gd name="T19" fmla="*/ 37 h 67"/>
                <a:gd name="T20" fmla="*/ 8 w 65"/>
                <a:gd name="T21" fmla="*/ 67 h 67"/>
                <a:gd name="T22" fmla="*/ 0 w 65"/>
                <a:gd name="T23" fmla="*/ 67 h 67"/>
                <a:gd name="T24" fmla="*/ 14 w 65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5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1" y="30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51" y="67"/>
                  </a:lnTo>
                  <a:lnTo>
                    <a:pt x="44" y="67"/>
                  </a:lnTo>
                  <a:lnTo>
                    <a:pt x="49" y="37"/>
                  </a:lnTo>
                  <a:lnTo>
                    <a:pt x="15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BCD38BA0-64E6-DADE-A7DE-806DF022C8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367" y="123"/>
              <a:ext cx="44" cy="50"/>
            </a:xfrm>
            <a:custGeom>
              <a:avLst/>
              <a:gdLst>
                <a:gd name="T0" fmla="*/ 0 w 38"/>
                <a:gd name="T1" fmla="*/ 26 h 43"/>
                <a:gd name="T2" fmla="*/ 23 w 38"/>
                <a:gd name="T3" fmla="*/ 0 h 43"/>
                <a:gd name="T4" fmla="*/ 38 w 38"/>
                <a:gd name="T5" fmla="*/ 15 h 43"/>
                <a:gd name="T6" fmla="*/ 37 w 38"/>
                <a:gd name="T7" fmla="*/ 22 h 43"/>
                <a:gd name="T8" fmla="*/ 7 w 38"/>
                <a:gd name="T9" fmla="*/ 22 h 43"/>
                <a:gd name="T10" fmla="*/ 7 w 38"/>
                <a:gd name="T11" fmla="*/ 26 h 43"/>
                <a:gd name="T12" fmla="*/ 19 w 38"/>
                <a:gd name="T13" fmla="*/ 37 h 43"/>
                <a:gd name="T14" fmla="*/ 32 w 38"/>
                <a:gd name="T15" fmla="*/ 34 h 43"/>
                <a:gd name="T16" fmla="*/ 31 w 38"/>
                <a:gd name="T17" fmla="*/ 41 h 43"/>
                <a:gd name="T18" fmla="*/ 18 w 38"/>
                <a:gd name="T19" fmla="*/ 43 h 43"/>
                <a:gd name="T20" fmla="*/ 0 w 38"/>
                <a:gd name="T21" fmla="*/ 26 h 43"/>
                <a:gd name="T22" fmla="*/ 9 w 38"/>
                <a:gd name="T23" fmla="*/ 17 h 43"/>
                <a:gd name="T24" fmla="*/ 31 w 38"/>
                <a:gd name="T25" fmla="*/ 17 h 43"/>
                <a:gd name="T26" fmla="*/ 31 w 38"/>
                <a:gd name="T27" fmla="*/ 15 h 43"/>
                <a:gd name="T28" fmla="*/ 23 w 38"/>
                <a:gd name="T29" fmla="*/ 6 h 43"/>
                <a:gd name="T30" fmla="*/ 9 w 38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8" h="43">
                  <a:moveTo>
                    <a:pt x="0" y="26"/>
                  </a:moveTo>
                  <a:cubicBezTo>
                    <a:pt x="0" y="14"/>
                    <a:pt x="9" y="0"/>
                    <a:pt x="23" y="0"/>
                  </a:cubicBezTo>
                  <a:cubicBezTo>
                    <a:pt x="32" y="0"/>
                    <a:pt x="38" y="6"/>
                    <a:pt x="38" y="15"/>
                  </a:cubicBezTo>
                  <a:cubicBezTo>
                    <a:pt x="38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3" y="43"/>
                    <a:pt x="18" y="43"/>
                  </a:cubicBezTo>
                  <a:cubicBezTo>
                    <a:pt x="7" y="43"/>
                    <a:pt x="0" y="37"/>
                    <a:pt x="0" y="26"/>
                  </a:cubicBezTo>
                  <a:close/>
                  <a:moveTo>
                    <a:pt x="9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8" y="6"/>
                    <a:pt x="23" y="6"/>
                  </a:cubicBezTo>
                  <a:cubicBezTo>
                    <a:pt x="16" y="6"/>
                    <a:pt x="11" y="11"/>
                    <a:pt x="9" y="17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FB26CC29-5070-3209-BD7D-A7A192CB865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15" y="123"/>
              <a:ext cx="44" cy="50"/>
            </a:xfrm>
            <a:custGeom>
              <a:avLst/>
              <a:gdLst>
                <a:gd name="T0" fmla="*/ 0 w 39"/>
                <a:gd name="T1" fmla="*/ 32 h 43"/>
                <a:gd name="T2" fmla="*/ 15 w 39"/>
                <a:gd name="T3" fmla="*/ 18 h 43"/>
                <a:gd name="T4" fmla="*/ 30 w 39"/>
                <a:gd name="T5" fmla="*/ 17 h 43"/>
                <a:gd name="T6" fmla="*/ 30 w 39"/>
                <a:gd name="T7" fmla="*/ 14 h 43"/>
                <a:gd name="T8" fmla="*/ 21 w 39"/>
                <a:gd name="T9" fmla="*/ 5 h 43"/>
                <a:gd name="T10" fmla="*/ 8 w 39"/>
                <a:gd name="T11" fmla="*/ 8 h 43"/>
                <a:gd name="T12" fmla="*/ 9 w 39"/>
                <a:gd name="T13" fmla="*/ 2 h 43"/>
                <a:gd name="T14" fmla="*/ 22 w 39"/>
                <a:gd name="T15" fmla="*/ 0 h 43"/>
                <a:gd name="T16" fmla="*/ 37 w 39"/>
                <a:gd name="T17" fmla="*/ 15 h 43"/>
                <a:gd name="T18" fmla="*/ 33 w 39"/>
                <a:gd name="T19" fmla="*/ 34 h 43"/>
                <a:gd name="T20" fmla="*/ 31 w 39"/>
                <a:gd name="T21" fmla="*/ 42 h 43"/>
                <a:gd name="T22" fmla="*/ 25 w 39"/>
                <a:gd name="T23" fmla="*/ 42 h 43"/>
                <a:gd name="T24" fmla="*/ 26 w 39"/>
                <a:gd name="T25" fmla="*/ 34 h 43"/>
                <a:gd name="T26" fmla="*/ 26 w 39"/>
                <a:gd name="T27" fmla="*/ 34 h 43"/>
                <a:gd name="T28" fmla="*/ 12 w 39"/>
                <a:gd name="T29" fmla="*/ 43 h 43"/>
                <a:gd name="T30" fmla="*/ 0 w 39"/>
                <a:gd name="T31" fmla="*/ 32 h 43"/>
                <a:gd name="T32" fmla="*/ 28 w 39"/>
                <a:gd name="T33" fmla="*/ 25 h 43"/>
                <a:gd name="T34" fmla="*/ 29 w 39"/>
                <a:gd name="T35" fmla="*/ 22 h 43"/>
                <a:gd name="T36" fmla="*/ 16 w 39"/>
                <a:gd name="T37" fmla="*/ 23 h 43"/>
                <a:gd name="T38" fmla="*/ 6 w 39"/>
                <a:gd name="T39" fmla="*/ 31 h 43"/>
                <a:gd name="T40" fmla="*/ 14 w 39"/>
                <a:gd name="T41" fmla="*/ 37 h 43"/>
                <a:gd name="T42" fmla="*/ 28 w 39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9" h="43">
                  <a:moveTo>
                    <a:pt x="0" y="32"/>
                  </a:moveTo>
                  <a:cubicBezTo>
                    <a:pt x="0" y="24"/>
                    <a:pt x="6" y="19"/>
                    <a:pt x="15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2" y="8"/>
                    <a:pt x="28" y="5"/>
                    <a:pt x="21" y="5"/>
                  </a:cubicBezTo>
                  <a:cubicBezTo>
                    <a:pt x="17" y="5"/>
                    <a:pt x="13" y="6"/>
                    <a:pt x="8" y="8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13" y="1"/>
                    <a:pt x="17" y="0"/>
                    <a:pt x="22" y="0"/>
                  </a:cubicBezTo>
                  <a:cubicBezTo>
                    <a:pt x="33" y="0"/>
                    <a:pt x="39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2" y="37"/>
                    <a:pt x="31" y="39"/>
                    <a:pt x="31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9"/>
                    <a:pt x="25" y="37"/>
                    <a:pt x="26" y="34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3" y="40"/>
                    <a:pt x="17" y="43"/>
                    <a:pt x="12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8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0" y="24"/>
                    <a:pt x="6" y="27"/>
                    <a:pt x="6" y="31"/>
                  </a:cubicBezTo>
                  <a:cubicBezTo>
                    <a:pt x="6" y="35"/>
                    <a:pt x="9" y="37"/>
                    <a:pt x="14" y="37"/>
                  </a:cubicBezTo>
                  <a:cubicBezTo>
                    <a:pt x="21" y="37"/>
                    <a:pt x="26" y="32"/>
                    <a:pt x="28" y="25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11A6E0B4-EBA4-84E3-00A5-E379360210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63" y="105"/>
              <a:ext cx="21" cy="67"/>
            </a:xfrm>
            <a:custGeom>
              <a:avLst/>
              <a:gdLst>
                <a:gd name="T0" fmla="*/ 2 w 19"/>
                <a:gd name="T1" fmla="*/ 46 h 57"/>
                <a:gd name="T2" fmla="*/ 12 w 19"/>
                <a:gd name="T3" fmla="*/ 0 h 57"/>
                <a:gd name="T4" fmla="*/ 19 w 19"/>
                <a:gd name="T5" fmla="*/ 0 h 57"/>
                <a:gd name="T6" fmla="*/ 9 w 19"/>
                <a:gd name="T7" fmla="*/ 46 h 57"/>
                <a:gd name="T8" fmla="*/ 12 w 19"/>
                <a:gd name="T9" fmla="*/ 51 h 57"/>
                <a:gd name="T10" fmla="*/ 16 w 19"/>
                <a:gd name="T11" fmla="*/ 51 h 57"/>
                <a:gd name="T12" fmla="*/ 15 w 19"/>
                <a:gd name="T13" fmla="*/ 57 h 57"/>
                <a:gd name="T14" fmla="*/ 10 w 19"/>
                <a:gd name="T15" fmla="*/ 57 h 57"/>
                <a:gd name="T16" fmla="*/ 2 w 19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73AEE704-7E73-DB83-A8F9-8C600B3138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89" y="110"/>
              <a:ext cx="27" cy="62"/>
            </a:xfrm>
            <a:custGeom>
              <a:avLst/>
              <a:gdLst>
                <a:gd name="T0" fmla="*/ 2 w 24"/>
                <a:gd name="T1" fmla="*/ 42 h 53"/>
                <a:gd name="T2" fmla="*/ 7 w 24"/>
                <a:gd name="T3" fmla="*/ 17 h 53"/>
                <a:gd name="T4" fmla="*/ 0 w 24"/>
                <a:gd name="T5" fmla="*/ 17 h 53"/>
                <a:gd name="T6" fmla="*/ 1 w 24"/>
                <a:gd name="T7" fmla="*/ 12 h 53"/>
                <a:gd name="T8" fmla="*/ 8 w 24"/>
                <a:gd name="T9" fmla="*/ 12 h 53"/>
                <a:gd name="T10" fmla="*/ 11 w 24"/>
                <a:gd name="T11" fmla="*/ 0 h 53"/>
                <a:gd name="T12" fmla="*/ 18 w 24"/>
                <a:gd name="T13" fmla="*/ 0 h 53"/>
                <a:gd name="T14" fmla="*/ 15 w 24"/>
                <a:gd name="T15" fmla="*/ 12 h 53"/>
                <a:gd name="T16" fmla="*/ 24 w 24"/>
                <a:gd name="T17" fmla="*/ 12 h 53"/>
                <a:gd name="T18" fmla="*/ 23 w 24"/>
                <a:gd name="T19" fmla="*/ 17 h 53"/>
                <a:gd name="T20" fmla="*/ 14 w 24"/>
                <a:gd name="T21" fmla="*/ 17 h 53"/>
                <a:gd name="T22" fmla="*/ 8 w 24"/>
                <a:gd name="T23" fmla="*/ 43 h 53"/>
                <a:gd name="T24" fmla="*/ 13 w 24"/>
                <a:gd name="T25" fmla="*/ 47 h 53"/>
                <a:gd name="T26" fmla="*/ 16 w 24"/>
                <a:gd name="T27" fmla="*/ 47 h 53"/>
                <a:gd name="T28" fmla="*/ 15 w 24"/>
                <a:gd name="T29" fmla="*/ 53 h 53"/>
                <a:gd name="T30" fmla="*/ 11 w 24"/>
                <a:gd name="T31" fmla="*/ 53 h 53"/>
                <a:gd name="T32" fmla="*/ 2 w 24"/>
                <a:gd name="T33" fmla="*/ 4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53">
                  <a:moveTo>
                    <a:pt x="2" y="42"/>
                  </a:moveTo>
                  <a:cubicBezTo>
                    <a:pt x="7" y="17"/>
                    <a:pt x="7" y="17"/>
                    <a:pt x="7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6"/>
                    <a:pt x="9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4" y="53"/>
                    <a:pt x="12" y="53"/>
                    <a:pt x="11" y="53"/>
                  </a:cubicBezTo>
                  <a:cubicBezTo>
                    <a:pt x="4" y="53"/>
                    <a:pt x="0" y="49"/>
                    <a:pt x="2" y="42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3F8D3D32-C51E-C618-F279-4699164BF5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16" y="105"/>
              <a:ext cx="47" cy="67"/>
            </a:xfrm>
            <a:custGeom>
              <a:avLst/>
              <a:gdLst>
                <a:gd name="T0" fmla="*/ 12 w 41"/>
                <a:gd name="T1" fmla="*/ 0 h 57"/>
                <a:gd name="T2" fmla="*/ 19 w 41"/>
                <a:gd name="T3" fmla="*/ 0 h 57"/>
                <a:gd name="T4" fmla="*/ 15 w 41"/>
                <a:gd name="T5" fmla="*/ 16 h 57"/>
                <a:gd name="T6" fmla="*/ 13 w 41"/>
                <a:gd name="T7" fmla="*/ 24 h 57"/>
                <a:gd name="T8" fmla="*/ 13 w 41"/>
                <a:gd name="T9" fmla="*/ 24 h 57"/>
                <a:gd name="T10" fmla="*/ 28 w 41"/>
                <a:gd name="T11" fmla="*/ 15 h 57"/>
                <a:gd name="T12" fmla="*/ 39 w 41"/>
                <a:gd name="T13" fmla="*/ 30 h 57"/>
                <a:gd name="T14" fmla="*/ 33 w 41"/>
                <a:gd name="T15" fmla="*/ 57 h 57"/>
                <a:gd name="T16" fmla="*/ 26 w 41"/>
                <a:gd name="T17" fmla="*/ 57 h 57"/>
                <a:gd name="T18" fmla="*/ 32 w 41"/>
                <a:gd name="T19" fmla="*/ 30 h 57"/>
                <a:gd name="T20" fmla="*/ 26 w 41"/>
                <a:gd name="T21" fmla="*/ 21 h 57"/>
                <a:gd name="T22" fmla="*/ 11 w 41"/>
                <a:gd name="T23" fmla="*/ 34 h 57"/>
                <a:gd name="T24" fmla="*/ 7 w 41"/>
                <a:gd name="T25" fmla="*/ 57 h 57"/>
                <a:gd name="T26" fmla="*/ 0 w 41"/>
                <a:gd name="T27" fmla="*/ 57 h 57"/>
                <a:gd name="T28" fmla="*/ 12 w 41"/>
                <a:gd name="T2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" h="57">
                  <a:moveTo>
                    <a:pt x="12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8"/>
                    <a:pt x="14" y="21"/>
                    <a:pt x="13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6" y="19"/>
                    <a:pt x="22" y="15"/>
                    <a:pt x="28" y="15"/>
                  </a:cubicBezTo>
                  <a:cubicBezTo>
                    <a:pt x="36" y="15"/>
                    <a:pt x="41" y="20"/>
                    <a:pt x="39" y="30"/>
                  </a:cubicBezTo>
                  <a:cubicBezTo>
                    <a:pt x="33" y="57"/>
                    <a:pt x="33" y="57"/>
                    <a:pt x="33" y="57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34" y="24"/>
                    <a:pt x="31" y="21"/>
                    <a:pt x="26" y="21"/>
                  </a:cubicBezTo>
                  <a:cubicBezTo>
                    <a:pt x="20" y="21"/>
                    <a:pt x="13" y="26"/>
                    <a:pt x="11" y="34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0" y="57"/>
                    <a:pt x="0" y="57"/>
                    <a:pt x="0" y="57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A8F9ED2E-7DDF-B64A-8A67-055F2822CE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96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A0A854BD-0081-88C7-B903-26CF6043A4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24" y="123"/>
              <a:ext cx="45" cy="50"/>
            </a:xfrm>
            <a:custGeom>
              <a:avLst/>
              <a:gdLst>
                <a:gd name="T0" fmla="*/ 0 w 39"/>
                <a:gd name="T1" fmla="*/ 27 h 43"/>
                <a:gd name="T2" fmla="*/ 23 w 39"/>
                <a:gd name="T3" fmla="*/ 0 h 43"/>
                <a:gd name="T4" fmla="*/ 39 w 39"/>
                <a:gd name="T5" fmla="*/ 15 h 43"/>
                <a:gd name="T6" fmla="*/ 16 w 39"/>
                <a:gd name="T7" fmla="*/ 43 h 43"/>
                <a:gd name="T8" fmla="*/ 0 w 39"/>
                <a:gd name="T9" fmla="*/ 27 h 43"/>
                <a:gd name="T10" fmla="*/ 32 w 39"/>
                <a:gd name="T11" fmla="*/ 16 h 43"/>
                <a:gd name="T12" fmla="*/ 23 w 39"/>
                <a:gd name="T13" fmla="*/ 6 h 43"/>
                <a:gd name="T14" fmla="*/ 7 w 39"/>
                <a:gd name="T15" fmla="*/ 27 h 43"/>
                <a:gd name="T16" fmla="*/ 16 w 39"/>
                <a:gd name="T17" fmla="*/ 37 h 43"/>
                <a:gd name="T18" fmla="*/ 32 w 39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9" y="6"/>
                    <a:pt x="39" y="15"/>
                  </a:cubicBezTo>
                  <a:cubicBezTo>
                    <a:pt x="39" y="27"/>
                    <a:pt x="31" y="43"/>
                    <a:pt x="16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06210DFF-FB66-B664-19AB-1598C1A480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74" y="123"/>
              <a:ext cx="33" cy="49"/>
            </a:xfrm>
            <a:custGeom>
              <a:avLst/>
              <a:gdLst>
                <a:gd name="T0" fmla="*/ 8 w 29"/>
                <a:gd name="T1" fmla="*/ 1 h 42"/>
                <a:gd name="T2" fmla="*/ 15 w 29"/>
                <a:gd name="T3" fmla="*/ 1 h 42"/>
                <a:gd name="T4" fmla="*/ 13 w 29"/>
                <a:gd name="T5" fmla="*/ 9 h 42"/>
                <a:gd name="T6" fmla="*/ 13 w 29"/>
                <a:gd name="T7" fmla="*/ 9 h 42"/>
                <a:gd name="T8" fmla="*/ 29 w 29"/>
                <a:gd name="T9" fmla="*/ 0 h 42"/>
                <a:gd name="T10" fmla="*/ 27 w 29"/>
                <a:gd name="T11" fmla="*/ 7 h 42"/>
                <a:gd name="T12" fmla="*/ 11 w 29"/>
                <a:gd name="T13" fmla="*/ 18 h 42"/>
                <a:gd name="T14" fmla="*/ 6 w 29"/>
                <a:gd name="T15" fmla="*/ 42 h 42"/>
                <a:gd name="T16" fmla="*/ 0 w 29"/>
                <a:gd name="T17" fmla="*/ 42 h 42"/>
                <a:gd name="T18" fmla="*/ 8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8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4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3"/>
                    <a:pt x="23" y="0"/>
                    <a:pt x="29" y="0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18" y="7"/>
                    <a:pt x="13" y="11"/>
                    <a:pt x="11" y="18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8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CC09C3F1-5806-22D1-BAC5-86A84D210A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731" y="123"/>
              <a:ext cx="46" cy="50"/>
            </a:xfrm>
            <a:custGeom>
              <a:avLst/>
              <a:gdLst>
                <a:gd name="T0" fmla="*/ 0 w 40"/>
                <a:gd name="T1" fmla="*/ 32 h 43"/>
                <a:gd name="T2" fmla="*/ 16 w 40"/>
                <a:gd name="T3" fmla="*/ 18 h 43"/>
                <a:gd name="T4" fmla="*/ 30 w 40"/>
                <a:gd name="T5" fmla="*/ 17 h 43"/>
                <a:gd name="T6" fmla="*/ 31 w 40"/>
                <a:gd name="T7" fmla="*/ 14 h 43"/>
                <a:gd name="T8" fmla="*/ 22 w 40"/>
                <a:gd name="T9" fmla="*/ 5 h 43"/>
                <a:gd name="T10" fmla="*/ 8 w 40"/>
                <a:gd name="T11" fmla="*/ 8 h 43"/>
                <a:gd name="T12" fmla="*/ 10 w 40"/>
                <a:gd name="T13" fmla="*/ 2 h 43"/>
                <a:gd name="T14" fmla="*/ 23 w 40"/>
                <a:gd name="T15" fmla="*/ 0 h 43"/>
                <a:gd name="T16" fmla="*/ 37 w 40"/>
                <a:gd name="T17" fmla="*/ 15 h 43"/>
                <a:gd name="T18" fmla="*/ 33 w 40"/>
                <a:gd name="T19" fmla="*/ 34 h 43"/>
                <a:gd name="T20" fmla="*/ 32 w 40"/>
                <a:gd name="T21" fmla="*/ 42 h 43"/>
                <a:gd name="T22" fmla="*/ 25 w 40"/>
                <a:gd name="T23" fmla="*/ 42 h 43"/>
                <a:gd name="T24" fmla="*/ 27 w 40"/>
                <a:gd name="T25" fmla="*/ 34 h 43"/>
                <a:gd name="T26" fmla="*/ 27 w 40"/>
                <a:gd name="T27" fmla="*/ 34 h 43"/>
                <a:gd name="T28" fmla="*/ 13 w 40"/>
                <a:gd name="T29" fmla="*/ 43 h 43"/>
                <a:gd name="T30" fmla="*/ 0 w 40"/>
                <a:gd name="T31" fmla="*/ 32 h 43"/>
                <a:gd name="T32" fmla="*/ 29 w 40"/>
                <a:gd name="T33" fmla="*/ 25 h 43"/>
                <a:gd name="T34" fmla="*/ 29 w 40"/>
                <a:gd name="T35" fmla="*/ 22 h 43"/>
                <a:gd name="T36" fmla="*/ 17 w 40"/>
                <a:gd name="T37" fmla="*/ 23 h 43"/>
                <a:gd name="T38" fmla="*/ 7 w 40"/>
                <a:gd name="T39" fmla="*/ 31 h 43"/>
                <a:gd name="T40" fmla="*/ 14 w 40"/>
                <a:gd name="T41" fmla="*/ 37 h 43"/>
                <a:gd name="T42" fmla="*/ 29 w 40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0" h="43">
                  <a:moveTo>
                    <a:pt x="0" y="32"/>
                  </a:moveTo>
                  <a:cubicBezTo>
                    <a:pt x="0" y="24"/>
                    <a:pt x="7" y="19"/>
                    <a:pt x="16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2" y="8"/>
                    <a:pt x="29" y="5"/>
                    <a:pt x="22" y="5"/>
                  </a:cubicBezTo>
                  <a:cubicBezTo>
                    <a:pt x="18" y="5"/>
                    <a:pt x="14" y="6"/>
                    <a:pt x="8" y="8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4" y="1"/>
                    <a:pt x="18" y="0"/>
                    <a:pt x="23" y="0"/>
                  </a:cubicBezTo>
                  <a:cubicBezTo>
                    <a:pt x="34" y="0"/>
                    <a:pt x="40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3" y="37"/>
                    <a:pt x="32" y="39"/>
                    <a:pt x="32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39"/>
                    <a:pt x="26" y="37"/>
                    <a:pt x="27" y="34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4" y="40"/>
                    <a:pt x="18" y="43"/>
                    <a:pt x="13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9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1" y="24"/>
                    <a:pt x="7" y="27"/>
                    <a:pt x="7" y="31"/>
                  </a:cubicBezTo>
                  <a:cubicBezTo>
                    <a:pt x="7" y="35"/>
                    <a:pt x="10" y="37"/>
                    <a:pt x="14" y="37"/>
                  </a:cubicBezTo>
                  <a:cubicBezTo>
                    <a:pt x="22" y="37"/>
                    <a:pt x="27" y="32"/>
                    <a:pt x="29" y="25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4D249C37-7FB0-2620-7262-437D41ECC5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80" y="105"/>
              <a:ext cx="20" cy="67"/>
            </a:xfrm>
            <a:custGeom>
              <a:avLst/>
              <a:gdLst>
                <a:gd name="T0" fmla="*/ 2 w 18"/>
                <a:gd name="T1" fmla="*/ 46 h 57"/>
                <a:gd name="T2" fmla="*/ 12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6 w 18"/>
                <a:gd name="T11" fmla="*/ 51 h 57"/>
                <a:gd name="T12" fmla="*/ 15 w 18"/>
                <a:gd name="T13" fmla="*/ 57 h 57"/>
                <a:gd name="T14" fmla="*/ 10 w 18"/>
                <a:gd name="T15" fmla="*/ 57 h 57"/>
                <a:gd name="T16" fmla="*/ 2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63DC3E9E-9546-F3E4-B4E9-6F85C4B3D71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04" y="105"/>
              <a:ext cx="20" cy="67"/>
            </a:xfrm>
            <a:custGeom>
              <a:avLst/>
              <a:gdLst>
                <a:gd name="T0" fmla="*/ 1 w 18"/>
                <a:gd name="T1" fmla="*/ 46 h 57"/>
                <a:gd name="T2" fmla="*/ 11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5 w 18"/>
                <a:gd name="T11" fmla="*/ 51 h 57"/>
                <a:gd name="T12" fmla="*/ 14 w 18"/>
                <a:gd name="T13" fmla="*/ 57 h 57"/>
                <a:gd name="T14" fmla="*/ 10 w 18"/>
                <a:gd name="T15" fmla="*/ 57 h 57"/>
                <a:gd name="T16" fmla="*/ 1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1" y="46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50"/>
                    <a:pt x="9" y="51"/>
                    <a:pt x="12" y="51"/>
                  </a:cubicBezTo>
                  <a:cubicBezTo>
                    <a:pt x="13" y="51"/>
                    <a:pt x="14" y="51"/>
                    <a:pt x="15" y="51"/>
                  </a:cubicBezTo>
                  <a:cubicBezTo>
                    <a:pt x="14" y="57"/>
                    <a:pt x="14" y="57"/>
                    <a:pt x="14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3" y="57"/>
                    <a:pt x="0" y="53"/>
                    <a:pt x="1" y="4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AF95B92C-321E-3E05-A882-ABCA5A2C12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25" y="162"/>
              <a:ext cx="16" cy="25"/>
            </a:xfrm>
            <a:custGeom>
              <a:avLst/>
              <a:gdLst>
                <a:gd name="T0" fmla="*/ 8 w 14"/>
                <a:gd name="T1" fmla="*/ 9 h 22"/>
                <a:gd name="T2" fmla="*/ 5 w 14"/>
                <a:gd name="T3" fmla="*/ 4 h 22"/>
                <a:gd name="T4" fmla="*/ 9 w 14"/>
                <a:gd name="T5" fmla="*/ 0 h 22"/>
                <a:gd name="T6" fmla="*/ 14 w 14"/>
                <a:gd name="T7" fmla="*/ 4 h 22"/>
                <a:gd name="T8" fmla="*/ 13 w 14"/>
                <a:gd name="T9" fmla="*/ 8 h 22"/>
                <a:gd name="T10" fmla="*/ 5 w 14"/>
                <a:gd name="T11" fmla="*/ 22 h 22"/>
                <a:gd name="T12" fmla="*/ 0 w 14"/>
                <a:gd name="T13" fmla="*/ 22 h 22"/>
                <a:gd name="T14" fmla="*/ 8 w 14"/>
                <a:gd name="T15" fmla="*/ 9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22">
                  <a:moveTo>
                    <a:pt x="8" y="9"/>
                  </a:moveTo>
                  <a:cubicBezTo>
                    <a:pt x="6" y="8"/>
                    <a:pt x="5" y="6"/>
                    <a:pt x="5" y="4"/>
                  </a:cubicBezTo>
                  <a:cubicBezTo>
                    <a:pt x="5" y="2"/>
                    <a:pt x="7" y="0"/>
                    <a:pt x="9" y="0"/>
                  </a:cubicBezTo>
                  <a:cubicBezTo>
                    <a:pt x="12" y="0"/>
                    <a:pt x="14" y="2"/>
                    <a:pt x="14" y="4"/>
                  </a:cubicBezTo>
                  <a:cubicBezTo>
                    <a:pt x="14" y="5"/>
                    <a:pt x="14" y="6"/>
                    <a:pt x="13" y="8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lnTo>
                    <a:pt x="8" y="9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D3814257-5C5E-41AC-E307-31D4F99400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80" y="105"/>
              <a:ext cx="64" cy="67"/>
            </a:xfrm>
            <a:custGeom>
              <a:avLst/>
              <a:gdLst>
                <a:gd name="T0" fmla="*/ 14 w 64"/>
                <a:gd name="T1" fmla="*/ 0 h 67"/>
                <a:gd name="T2" fmla="*/ 22 w 64"/>
                <a:gd name="T3" fmla="*/ 0 h 67"/>
                <a:gd name="T4" fmla="*/ 16 w 64"/>
                <a:gd name="T5" fmla="*/ 30 h 67"/>
                <a:gd name="T6" fmla="*/ 50 w 64"/>
                <a:gd name="T7" fmla="*/ 30 h 67"/>
                <a:gd name="T8" fmla="*/ 56 w 64"/>
                <a:gd name="T9" fmla="*/ 0 h 67"/>
                <a:gd name="T10" fmla="*/ 64 w 64"/>
                <a:gd name="T11" fmla="*/ 0 h 67"/>
                <a:gd name="T12" fmla="*/ 50 w 64"/>
                <a:gd name="T13" fmla="*/ 67 h 67"/>
                <a:gd name="T14" fmla="*/ 42 w 64"/>
                <a:gd name="T15" fmla="*/ 67 h 67"/>
                <a:gd name="T16" fmla="*/ 49 w 64"/>
                <a:gd name="T17" fmla="*/ 37 h 67"/>
                <a:gd name="T18" fmla="*/ 14 w 64"/>
                <a:gd name="T19" fmla="*/ 37 h 67"/>
                <a:gd name="T20" fmla="*/ 8 w 64"/>
                <a:gd name="T21" fmla="*/ 67 h 67"/>
                <a:gd name="T22" fmla="*/ 0 w 64"/>
                <a:gd name="T23" fmla="*/ 67 h 67"/>
                <a:gd name="T24" fmla="*/ 14 w 64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0" y="30"/>
                  </a:lnTo>
                  <a:lnTo>
                    <a:pt x="56" y="0"/>
                  </a:lnTo>
                  <a:lnTo>
                    <a:pt x="64" y="0"/>
                  </a:lnTo>
                  <a:lnTo>
                    <a:pt x="50" y="67"/>
                  </a:lnTo>
                  <a:lnTo>
                    <a:pt x="42" y="67"/>
                  </a:lnTo>
                  <a:lnTo>
                    <a:pt x="49" y="37"/>
                  </a:lnTo>
                  <a:lnTo>
                    <a:pt x="14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E91AB205-E318-4F7C-20B3-667941A353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45" y="124"/>
              <a:ext cx="46" cy="49"/>
            </a:xfrm>
            <a:custGeom>
              <a:avLst/>
              <a:gdLst>
                <a:gd name="T0" fmla="*/ 2 w 41"/>
                <a:gd name="T1" fmla="*/ 27 h 42"/>
                <a:gd name="T2" fmla="*/ 8 w 41"/>
                <a:gd name="T3" fmla="*/ 0 h 42"/>
                <a:gd name="T4" fmla="*/ 15 w 41"/>
                <a:gd name="T5" fmla="*/ 0 h 42"/>
                <a:gd name="T6" fmla="*/ 9 w 41"/>
                <a:gd name="T7" fmla="*/ 26 h 42"/>
                <a:gd name="T8" fmla="*/ 15 w 41"/>
                <a:gd name="T9" fmla="*/ 36 h 42"/>
                <a:gd name="T10" fmla="*/ 29 w 41"/>
                <a:gd name="T11" fmla="*/ 23 h 42"/>
                <a:gd name="T12" fmla="*/ 34 w 41"/>
                <a:gd name="T13" fmla="*/ 0 h 42"/>
                <a:gd name="T14" fmla="*/ 41 w 41"/>
                <a:gd name="T15" fmla="*/ 0 h 42"/>
                <a:gd name="T16" fmla="*/ 32 w 41"/>
                <a:gd name="T17" fmla="*/ 41 h 42"/>
                <a:gd name="T18" fmla="*/ 26 w 41"/>
                <a:gd name="T19" fmla="*/ 41 h 42"/>
                <a:gd name="T20" fmla="*/ 28 w 41"/>
                <a:gd name="T21" fmla="*/ 32 h 42"/>
                <a:gd name="T22" fmla="*/ 28 w 41"/>
                <a:gd name="T23" fmla="*/ 32 h 42"/>
                <a:gd name="T24" fmla="*/ 13 w 41"/>
                <a:gd name="T25" fmla="*/ 42 h 42"/>
                <a:gd name="T26" fmla="*/ 2 w 41"/>
                <a:gd name="T27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1" h="42">
                  <a:moveTo>
                    <a:pt x="2" y="27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7" y="32"/>
                    <a:pt x="10" y="36"/>
                    <a:pt x="15" y="36"/>
                  </a:cubicBezTo>
                  <a:cubicBezTo>
                    <a:pt x="21" y="36"/>
                    <a:pt x="28" y="31"/>
                    <a:pt x="29" y="23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38"/>
                    <a:pt x="27" y="35"/>
                    <a:pt x="28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4" y="38"/>
                    <a:pt x="19" y="42"/>
                    <a:pt x="13" y="42"/>
                  </a:cubicBezTo>
                  <a:cubicBezTo>
                    <a:pt x="4" y="42"/>
                    <a:pt x="0" y="36"/>
                    <a:pt x="2" y="27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97D50C59-A72F-E93F-7162-67C4C13061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94" y="123"/>
              <a:ext cx="47" cy="49"/>
            </a:xfrm>
            <a:custGeom>
              <a:avLst/>
              <a:gdLst>
                <a:gd name="T0" fmla="*/ 9 w 42"/>
                <a:gd name="T1" fmla="*/ 1 h 42"/>
                <a:gd name="T2" fmla="*/ 15 w 42"/>
                <a:gd name="T3" fmla="*/ 1 h 42"/>
                <a:gd name="T4" fmla="*/ 13 w 42"/>
                <a:gd name="T5" fmla="*/ 9 h 42"/>
                <a:gd name="T6" fmla="*/ 13 w 42"/>
                <a:gd name="T7" fmla="*/ 9 h 42"/>
                <a:gd name="T8" fmla="*/ 29 w 42"/>
                <a:gd name="T9" fmla="*/ 0 h 42"/>
                <a:gd name="T10" fmla="*/ 39 w 42"/>
                <a:gd name="T11" fmla="*/ 15 h 42"/>
                <a:gd name="T12" fmla="*/ 33 w 42"/>
                <a:gd name="T13" fmla="*/ 42 h 42"/>
                <a:gd name="T14" fmla="*/ 26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39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3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0" name="Freeform 21">
              <a:extLst>
                <a:ext uri="{FF2B5EF4-FFF2-40B4-BE49-F238E27FC236}">
                  <a16:creationId xmlns:a16="http://schemas.microsoft.com/office/drawing/2014/main" id="{9B0F4ED2-A2BA-6DEE-3036-8799401F90A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42" y="123"/>
              <a:ext cx="54" cy="68"/>
            </a:xfrm>
            <a:custGeom>
              <a:avLst/>
              <a:gdLst>
                <a:gd name="T0" fmla="*/ 0 w 47"/>
                <a:gd name="T1" fmla="*/ 56 h 58"/>
                <a:gd name="T2" fmla="*/ 1 w 47"/>
                <a:gd name="T3" fmla="*/ 50 h 58"/>
                <a:gd name="T4" fmla="*/ 14 w 47"/>
                <a:gd name="T5" fmla="*/ 52 h 58"/>
                <a:gd name="T6" fmla="*/ 32 w 47"/>
                <a:gd name="T7" fmla="*/ 40 h 58"/>
                <a:gd name="T8" fmla="*/ 34 w 47"/>
                <a:gd name="T9" fmla="*/ 33 h 58"/>
                <a:gd name="T10" fmla="*/ 34 w 47"/>
                <a:gd name="T11" fmla="*/ 33 h 58"/>
                <a:gd name="T12" fmla="*/ 19 w 47"/>
                <a:gd name="T13" fmla="*/ 41 h 58"/>
                <a:gd name="T14" fmla="*/ 5 w 47"/>
                <a:gd name="T15" fmla="*/ 26 h 58"/>
                <a:gd name="T16" fmla="*/ 26 w 47"/>
                <a:gd name="T17" fmla="*/ 0 h 58"/>
                <a:gd name="T18" fmla="*/ 39 w 47"/>
                <a:gd name="T19" fmla="*/ 9 h 58"/>
                <a:gd name="T20" fmla="*/ 39 w 47"/>
                <a:gd name="T21" fmla="*/ 9 h 58"/>
                <a:gd name="T22" fmla="*/ 40 w 47"/>
                <a:gd name="T23" fmla="*/ 1 h 58"/>
                <a:gd name="T24" fmla="*/ 47 w 47"/>
                <a:gd name="T25" fmla="*/ 1 h 58"/>
                <a:gd name="T26" fmla="*/ 38 w 47"/>
                <a:gd name="T27" fmla="*/ 41 h 58"/>
                <a:gd name="T28" fmla="*/ 14 w 47"/>
                <a:gd name="T29" fmla="*/ 58 h 58"/>
                <a:gd name="T30" fmla="*/ 0 w 47"/>
                <a:gd name="T31" fmla="*/ 56 h 58"/>
                <a:gd name="T32" fmla="*/ 36 w 47"/>
                <a:gd name="T33" fmla="*/ 15 h 58"/>
                <a:gd name="T34" fmla="*/ 27 w 47"/>
                <a:gd name="T35" fmla="*/ 6 h 58"/>
                <a:gd name="T36" fmla="*/ 12 w 47"/>
                <a:gd name="T37" fmla="*/ 25 h 58"/>
                <a:gd name="T38" fmla="*/ 21 w 47"/>
                <a:gd name="T39" fmla="*/ 36 h 58"/>
                <a:gd name="T40" fmla="*/ 36 w 47"/>
                <a:gd name="T41" fmla="*/ 1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" h="58">
                  <a:moveTo>
                    <a:pt x="0" y="56"/>
                  </a:moveTo>
                  <a:cubicBezTo>
                    <a:pt x="1" y="50"/>
                    <a:pt x="1" y="50"/>
                    <a:pt x="1" y="50"/>
                  </a:cubicBezTo>
                  <a:cubicBezTo>
                    <a:pt x="5" y="52"/>
                    <a:pt x="9" y="52"/>
                    <a:pt x="14" y="52"/>
                  </a:cubicBezTo>
                  <a:cubicBezTo>
                    <a:pt x="24" y="52"/>
                    <a:pt x="30" y="48"/>
                    <a:pt x="32" y="40"/>
                  </a:cubicBezTo>
                  <a:cubicBezTo>
                    <a:pt x="32" y="38"/>
                    <a:pt x="33" y="35"/>
                    <a:pt x="34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0" y="38"/>
                    <a:pt x="24" y="41"/>
                    <a:pt x="19" y="41"/>
                  </a:cubicBezTo>
                  <a:cubicBezTo>
                    <a:pt x="10" y="41"/>
                    <a:pt x="5" y="35"/>
                    <a:pt x="5" y="26"/>
                  </a:cubicBezTo>
                  <a:cubicBezTo>
                    <a:pt x="5" y="14"/>
                    <a:pt x="12" y="0"/>
                    <a:pt x="26" y="0"/>
                  </a:cubicBezTo>
                  <a:cubicBezTo>
                    <a:pt x="32" y="0"/>
                    <a:pt x="38" y="3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40" y="4"/>
                    <a:pt x="40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6" y="53"/>
                    <a:pt x="27" y="58"/>
                    <a:pt x="14" y="58"/>
                  </a:cubicBezTo>
                  <a:cubicBezTo>
                    <a:pt x="8" y="58"/>
                    <a:pt x="4" y="57"/>
                    <a:pt x="0" y="56"/>
                  </a:cubicBezTo>
                  <a:close/>
                  <a:moveTo>
                    <a:pt x="36" y="15"/>
                  </a:moveTo>
                  <a:cubicBezTo>
                    <a:pt x="36" y="9"/>
                    <a:pt x="33" y="6"/>
                    <a:pt x="27" y="6"/>
                  </a:cubicBezTo>
                  <a:cubicBezTo>
                    <a:pt x="17" y="6"/>
                    <a:pt x="12" y="16"/>
                    <a:pt x="12" y="25"/>
                  </a:cubicBezTo>
                  <a:cubicBezTo>
                    <a:pt x="12" y="32"/>
                    <a:pt x="15" y="36"/>
                    <a:pt x="21" y="36"/>
                  </a:cubicBezTo>
                  <a:cubicBezTo>
                    <a:pt x="31" y="36"/>
                    <a:pt x="36" y="25"/>
                    <a:pt x="36" y="15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F3D42888-EB94-379C-6D5B-0D1F21968C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02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7 w 37"/>
                <a:gd name="T7" fmla="*/ 22 h 43"/>
                <a:gd name="T8" fmla="*/ 7 w 37"/>
                <a:gd name="T9" fmla="*/ 22 h 43"/>
                <a:gd name="T10" fmla="*/ 7 w 37"/>
                <a:gd name="T11" fmla="*/ 26 h 43"/>
                <a:gd name="T12" fmla="*/ 19 w 37"/>
                <a:gd name="T13" fmla="*/ 37 h 43"/>
                <a:gd name="T14" fmla="*/ 32 w 37"/>
                <a:gd name="T15" fmla="*/ 34 h 43"/>
                <a:gd name="T16" fmla="*/ 31 w 37"/>
                <a:gd name="T17" fmla="*/ 41 h 43"/>
                <a:gd name="T18" fmla="*/ 18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2" y="43"/>
                    <a:pt x="18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1" y="11"/>
                    <a:pt x="8" y="17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2" name="Freeform 23">
              <a:extLst>
                <a:ext uri="{FF2B5EF4-FFF2-40B4-BE49-F238E27FC236}">
                  <a16:creationId xmlns:a16="http://schemas.microsoft.com/office/drawing/2014/main" id="{4E925EDD-4695-D930-7EE9-30CB57CF43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49" y="123"/>
              <a:ext cx="33" cy="49"/>
            </a:xfrm>
            <a:custGeom>
              <a:avLst/>
              <a:gdLst>
                <a:gd name="T0" fmla="*/ 9 w 29"/>
                <a:gd name="T1" fmla="*/ 1 h 42"/>
                <a:gd name="T2" fmla="*/ 16 w 29"/>
                <a:gd name="T3" fmla="*/ 1 h 42"/>
                <a:gd name="T4" fmla="*/ 13 w 29"/>
                <a:gd name="T5" fmla="*/ 9 h 42"/>
                <a:gd name="T6" fmla="*/ 14 w 29"/>
                <a:gd name="T7" fmla="*/ 9 h 42"/>
                <a:gd name="T8" fmla="*/ 29 w 29"/>
                <a:gd name="T9" fmla="*/ 0 h 42"/>
                <a:gd name="T10" fmla="*/ 28 w 29"/>
                <a:gd name="T11" fmla="*/ 7 h 42"/>
                <a:gd name="T12" fmla="*/ 12 w 29"/>
                <a:gd name="T13" fmla="*/ 18 h 42"/>
                <a:gd name="T14" fmla="*/ 7 w 29"/>
                <a:gd name="T15" fmla="*/ 42 h 42"/>
                <a:gd name="T16" fmla="*/ 0 w 29"/>
                <a:gd name="T17" fmla="*/ 42 h 42"/>
                <a:gd name="T18" fmla="*/ 9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3" y="0"/>
                    <a:pt x="29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3" name="Freeform 24">
              <a:extLst>
                <a:ext uri="{FF2B5EF4-FFF2-40B4-BE49-F238E27FC236}">
                  <a16:creationId xmlns:a16="http://schemas.microsoft.com/office/drawing/2014/main" id="{51AC2996-4530-4D76-7E35-A05E75DA62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11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4" name="Freeform 25">
              <a:extLst>
                <a:ext uri="{FF2B5EF4-FFF2-40B4-BE49-F238E27FC236}">
                  <a16:creationId xmlns:a16="http://schemas.microsoft.com/office/drawing/2014/main" id="{78722E8A-5429-BC04-FDD7-9A04D208D65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39" y="123"/>
              <a:ext cx="43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2 w 38"/>
                <a:gd name="T11" fmla="*/ 16 h 43"/>
                <a:gd name="T12" fmla="*/ 23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2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5" name="Freeform 26">
              <a:extLst>
                <a:ext uri="{FF2B5EF4-FFF2-40B4-BE49-F238E27FC236}">
                  <a16:creationId xmlns:a16="http://schemas.microsoft.com/office/drawing/2014/main" id="{775430CC-0FD4-7E49-43A3-814ABBDA7A2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88" y="123"/>
              <a:ext cx="34" cy="49"/>
            </a:xfrm>
            <a:custGeom>
              <a:avLst/>
              <a:gdLst>
                <a:gd name="T0" fmla="*/ 9 w 30"/>
                <a:gd name="T1" fmla="*/ 1 h 42"/>
                <a:gd name="T2" fmla="*/ 16 w 30"/>
                <a:gd name="T3" fmla="*/ 1 h 42"/>
                <a:gd name="T4" fmla="*/ 14 w 30"/>
                <a:gd name="T5" fmla="*/ 9 h 42"/>
                <a:gd name="T6" fmla="*/ 14 w 30"/>
                <a:gd name="T7" fmla="*/ 9 h 42"/>
                <a:gd name="T8" fmla="*/ 30 w 30"/>
                <a:gd name="T9" fmla="*/ 0 h 42"/>
                <a:gd name="T10" fmla="*/ 28 w 30"/>
                <a:gd name="T11" fmla="*/ 7 h 42"/>
                <a:gd name="T12" fmla="*/ 12 w 30"/>
                <a:gd name="T13" fmla="*/ 18 h 42"/>
                <a:gd name="T14" fmla="*/ 7 w 30"/>
                <a:gd name="T15" fmla="*/ 42 h 42"/>
                <a:gd name="T16" fmla="*/ 0 w 30"/>
                <a:gd name="T17" fmla="*/ 42 h 42"/>
                <a:gd name="T18" fmla="*/ 9 w 30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4" y="0"/>
                    <a:pt x="30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6" name="Freeform 27">
              <a:extLst>
                <a:ext uri="{FF2B5EF4-FFF2-40B4-BE49-F238E27FC236}">
                  <a16:creationId xmlns:a16="http://schemas.microsoft.com/office/drawing/2014/main" id="{54BD8534-AC95-D1A7-D40F-4657B2D4AD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45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7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7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7" name="Freeform 28">
              <a:extLst>
                <a:ext uri="{FF2B5EF4-FFF2-40B4-BE49-F238E27FC236}">
                  <a16:creationId xmlns:a16="http://schemas.microsoft.com/office/drawing/2014/main" id="{B5127383-23E0-1C21-5108-49A8C4E5BF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99" y="123"/>
              <a:ext cx="44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1 w 38"/>
                <a:gd name="T11" fmla="*/ 16 h 43"/>
                <a:gd name="T12" fmla="*/ 22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1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5" y="43"/>
                    <a:pt x="0" y="37"/>
                    <a:pt x="0" y="27"/>
                  </a:cubicBezTo>
                  <a:close/>
                  <a:moveTo>
                    <a:pt x="31" y="16"/>
                  </a:moveTo>
                  <a:cubicBezTo>
                    <a:pt x="31" y="9"/>
                    <a:pt x="28" y="6"/>
                    <a:pt x="22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7" y="37"/>
                    <a:pt x="31" y="23"/>
                    <a:pt x="31" y="1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8" name="Freeform 29">
              <a:extLst>
                <a:ext uri="{FF2B5EF4-FFF2-40B4-BE49-F238E27FC236}">
                  <a16:creationId xmlns:a16="http://schemas.microsoft.com/office/drawing/2014/main" id="{0CFE9F17-568E-818B-F1DF-50D0159CAC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48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9" name="Freeform 30">
              <a:extLst>
                <a:ext uri="{FF2B5EF4-FFF2-40B4-BE49-F238E27FC236}">
                  <a16:creationId xmlns:a16="http://schemas.microsoft.com/office/drawing/2014/main" id="{BCE9330B-BF4D-7CB2-DA4E-A8954CCBBF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503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6 w 37"/>
                <a:gd name="T7" fmla="*/ 22 h 43"/>
                <a:gd name="T8" fmla="*/ 7 w 37"/>
                <a:gd name="T9" fmla="*/ 22 h 43"/>
                <a:gd name="T10" fmla="*/ 6 w 37"/>
                <a:gd name="T11" fmla="*/ 26 h 43"/>
                <a:gd name="T12" fmla="*/ 18 w 37"/>
                <a:gd name="T13" fmla="*/ 37 h 43"/>
                <a:gd name="T14" fmla="*/ 32 w 37"/>
                <a:gd name="T15" fmla="*/ 34 h 43"/>
                <a:gd name="T16" fmla="*/ 30 w 37"/>
                <a:gd name="T17" fmla="*/ 41 h 43"/>
                <a:gd name="T18" fmla="*/ 17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4"/>
                    <a:pt x="6" y="25"/>
                    <a:pt x="6" y="26"/>
                  </a:cubicBezTo>
                  <a:cubicBezTo>
                    <a:pt x="6" y="33"/>
                    <a:pt x="11" y="37"/>
                    <a:pt x="18" y="37"/>
                  </a:cubicBezTo>
                  <a:cubicBezTo>
                    <a:pt x="23" y="37"/>
                    <a:pt x="26" y="36"/>
                    <a:pt x="32" y="34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26" y="42"/>
                    <a:pt x="22" y="43"/>
                    <a:pt x="17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0" y="11"/>
                    <a:pt x="8" y="17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0" name="Freeform 31">
              <a:extLst>
                <a:ext uri="{FF2B5EF4-FFF2-40B4-BE49-F238E27FC236}">
                  <a16:creationId xmlns:a16="http://schemas.microsoft.com/office/drawing/2014/main" id="{22B840E5-2C92-F13E-47B3-55AD7CC7E2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25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1" name="Freeform 32">
              <a:extLst>
                <a:ext uri="{FF2B5EF4-FFF2-40B4-BE49-F238E27FC236}">
                  <a16:creationId xmlns:a16="http://schemas.microsoft.com/office/drawing/2014/main" id="{A4B1D1FD-4DB7-BE34-D52E-F70E71411A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30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2" name="Freeform 33">
              <a:extLst>
                <a:ext uri="{FF2B5EF4-FFF2-40B4-BE49-F238E27FC236}">
                  <a16:creationId xmlns:a16="http://schemas.microsoft.com/office/drawing/2014/main" id="{5DC90E05-71A7-C9F4-262C-A42539F52A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78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3" name="Freeform 34">
              <a:extLst>
                <a:ext uri="{FF2B5EF4-FFF2-40B4-BE49-F238E27FC236}">
                  <a16:creationId xmlns:a16="http://schemas.microsoft.com/office/drawing/2014/main" id="{E8A232A8-96C8-0FBB-1084-4FFB073DBBC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" y="105"/>
              <a:ext cx="21" cy="67"/>
            </a:xfrm>
            <a:custGeom>
              <a:avLst/>
              <a:gdLst>
                <a:gd name="T0" fmla="*/ 15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5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5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4" name="Freeform 35">
              <a:extLst>
                <a:ext uri="{FF2B5EF4-FFF2-40B4-BE49-F238E27FC236}">
                  <a16:creationId xmlns:a16="http://schemas.microsoft.com/office/drawing/2014/main" id="{E6618127-5A5C-C843-DAB0-BDB9BFC0E1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09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5" name="Freeform 36">
              <a:extLst>
                <a:ext uri="{FF2B5EF4-FFF2-40B4-BE49-F238E27FC236}">
                  <a16:creationId xmlns:a16="http://schemas.microsoft.com/office/drawing/2014/main" id="{CC0B1DC0-866E-8137-F496-CCEE97882C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41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6" name="Freeform 37">
              <a:extLst>
                <a:ext uri="{FF2B5EF4-FFF2-40B4-BE49-F238E27FC236}">
                  <a16:creationId xmlns:a16="http://schemas.microsoft.com/office/drawing/2014/main" id="{174B95B7-B8A1-380A-6033-415BFF5AE8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46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7" name="Freeform 38">
              <a:extLst>
                <a:ext uri="{FF2B5EF4-FFF2-40B4-BE49-F238E27FC236}">
                  <a16:creationId xmlns:a16="http://schemas.microsoft.com/office/drawing/2014/main" id="{07C080B3-3F99-FFC3-0A67-96AB63A7EF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62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8" name="Freeform 39">
              <a:extLst>
                <a:ext uri="{FF2B5EF4-FFF2-40B4-BE49-F238E27FC236}">
                  <a16:creationId xmlns:a16="http://schemas.microsoft.com/office/drawing/2014/main" id="{3644D772-B43D-443D-C12A-71B315DAC4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57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287926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66">
            <a:extLst>
              <a:ext uri="{FF2B5EF4-FFF2-40B4-BE49-F238E27FC236}">
                <a16:creationId xmlns:a16="http://schemas.microsoft.com/office/drawing/2014/main" id="{42800710-8DD7-4365-95AA-8943CB8C0DD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700292" y="409575"/>
            <a:ext cx="5490122" cy="6075175"/>
          </a:xfrm>
          <a:custGeom>
            <a:avLst/>
            <a:gdLst>
              <a:gd name="connsiteX0" fmla="*/ 1518794 w 5490122"/>
              <a:gd name="connsiteY0" fmla="*/ 0 h 6075175"/>
              <a:gd name="connsiteX1" fmla="*/ 5490122 w 5490122"/>
              <a:gd name="connsiteY1" fmla="*/ 0 h 6075175"/>
              <a:gd name="connsiteX2" fmla="*/ 5490122 w 5490122"/>
              <a:gd name="connsiteY2" fmla="*/ 1402053 h 6075175"/>
              <a:gd name="connsiteX3" fmla="*/ 4609752 w 5490122"/>
              <a:gd name="connsiteY3" fmla="*/ 6075175 h 6075175"/>
              <a:gd name="connsiteX4" fmla="*/ 0 w 5490122"/>
              <a:gd name="connsiteY4" fmla="*/ 6075175 h 6075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90122" h="6075175">
                <a:moveTo>
                  <a:pt x="1518794" y="0"/>
                </a:moveTo>
                <a:lnTo>
                  <a:pt x="5490122" y="0"/>
                </a:lnTo>
                <a:lnTo>
                  <a:pt x="5490122" y="1402053"/>
                </a:lnTo>
                <a:lnTo>
                  <a:pt x="4609752" y="6075175"/>
                </a:lnTo>
                <a:lnTo>
                  <a:pt x="0" y="607517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de-DE" dirty="0"/>
              <a:t>Click icon to add image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5401517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1" y="1732751"/>
            <a:ext cx="5401516" cy="475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E4632CE-DF55-56C4-D71E-4748A73873B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5401517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8BECEA2E-B70F-209F-F6E8-FDD73CB29AD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732963" y="163513"/>
            <a:ext cx="2246312" cy="139700"/>
            <a:chOff x="6131" y="103"/>
            <a:chExt cx="1415" cy="88"/>
          </a:xfrm>
        </p:grpSpPr>
        <p:sp>
          <p:nvSpPr>
            <p:cNvPr id="13" name="AutoShape 3">
              <a:extLst>
                <a:ext uri="{FF2B5EF4-FFF2-40B4-BE49-F238E27FC236}">
                  <a16:creationId xmlns:a16="http://schemas.microsoft.com/office/drawing/2014/main" id="{C4D3500F-93FC-4169-0942-AFE6655CCF34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131" y="103"/>
              <a:ext cx="1415" cy="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E003B360-0BA3-DB31-B86C-FA8D5F00A7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00" y="105"/>
              <a:ext cx="65" cy="67"/>
            </a:xfrm>
            <a:custGeom>
              <a:avLst/>
              <a:gdLst>
                <a:gd name="T0" fmla="*/ 14 w 65"/>
                <a:gd name="T1" fmla="*/ 0 h 67"/>
                <a:gd name="T2" fmla="*/ 22 w 65"/>
                <a:gd name="T3" fmla="*/ 0 h 67"/>
                <a:gd name="T4" fmla="*/ 16 w 65"/>
                <a:gd name="T5" fmla="*/ 30 h 67"/>
                <a:gd name="T6" fmla="*/ 51 w 65"/>
                <a:gd name="T7" fmla="*/ 30 h 67"/>
                <a:gd name="T8" fmla="*/ 57 w 65"/>
                <a:gd name="T9" fmla="*/ 0 h 67"/>
                <a:gd name="T10" fmla="*/ 65 w 65"/>
                <a:gd name="T11" fmla="*/ 0 h 67"/>
                <a:gd name="T12" fmla="*/ 51 w 65"/>
                <a:gd name="T13" fmla="*/ 67 h 67"/>
                <a:gd name="T14" fmla="*/ 44 w 65"/>
                <a:gd name="T15" fmla="*/ 67 h 67"/>
                <a:gd name="T16" fmla="*/ 49 w 65"/>
                <a:gd name="T17" fmla="*/ 37 h 67"/>
                <a:gd name="T18" fmla="*/ 15 w 65"/>
                <a:gd name="T19" fmla="*/ 37 h 67"/>
                <a:gd name="T20" fmla="*/ 8 w 65"/>
                <a:gd name="T21" fmla="*/ 67 h 67"/>
                <a:gd name="T22" fmla="*/ 0 w 65"/>
                <a:gd name="T23" fmla="*/ 67 h 67"/>
                <a:gd name="T24" fmla="*/ 14 w 65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5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1" y="30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51" y="67"/>
                  </a:lnTo>
                  <a:lnTo>
                    <a:pt x="44" y="67"/>
                  </a:lnTo>
                  <a:lnTo>
                    <a:pt x="49" y="37"/>
                  </a:lnTo>
                  <a:lnTo>
                    <a:pt x="15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BCD38BA0-64E6-DADE-A7DE-806DF022C8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367" y="123"/>
              <a:ext cx="44" cy="50"/>
            </a:xfrm>
            <a:custGeom>
              <a:avLst/>
              <a:gdLst>
                <a:gd name="T0" fmla="*/ 0 w 38"/>
                <a:gd name="T1" fmla="*/ 26 h 43"/>
                <a:gd name="T2" fmla="*/ 23 w 38"/>
                <a:gd name="T3" fmla="*/ 0 h 43"/>
                <a:gd name="T4" fmla="*/ 38 w 38"/>
                <a:gd name="T5" fmla="*/ 15 h 43"/>
                <a:gd name="T6" fmla="*/ 37 w 38"/>
                <a:gd name="T7" fmla="*/ 22 h 43"/>
                <a:gd name="T8" fmla="*/ 7 w 38"/>
                <a:gd name="T9" fmla="*/ 22 h 43"/>
                <a:gd name="T10" fmla="*/ 7 w 38"/>
                <a:gd name="T11" fmla="*/ 26 h 43"/>
                <a:gd name="T12" fmla="*/ 19 w 38"/>
                <a:gd name="T13" fmla="*/ 37 h 43"/>
                <a:gd name="T14" fmla="*/ 32 w 38"/>
                <a:gd name="T15" fmla="*/ 34 h 43"/>
                <a:gd name="T16" fmla="*/ 31 w 38"/>
                <a:gd name="T17" fmla="*/ 41 h 43"/>
                <a:gd name="T18" fmla="*/ 18 w 38"/>
                <a:gd name="T19" fmla="*/ 43 h 43"/>
                <a:gd name="T20" fmla="*/ 0 w 38"/>
                <a:gd name="T21" fmla="*/ 26 h 43"/>
                <a:gd name="T22" fmla="*/ 9 w 38"/>
                <a:gd name="T23" fmla="*/ 17 h 43"/>
                <a:gd name="T24" fmla="*/ 31 w 38"/>
                <a:gd name="T25" fmla="*/ 17 h 43"/>
                <a:gd name="T26" fmla="*/ 31 w 38"/>
                <a:gd name="T27" fmla="*/ 15 h 43"/>
                <a:gd name="T28" fmla="*/ 23 w 38"/>
                <a:gd name="T29" fmla="*/ 6 h 43"/>
                <a:gd name="T30" fmla="*/ 9 w 38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8" h="43">
                  <a:moveTo>
                    <a:pt x="0" y="26"/>
                  </a:moveTo>
                  <a:cubicBezTo>
                    <a:pt x="0" y="14"/>
                    <a:pt x="9" y="0"/>
                    <a:pt x="23" y="0"/>
                  </a:cubicBezTo>
                  <a:cubicBezTo>
                    <a:pt x="32" y="0"/>
                    <a:pt x="38" y="6"/>
                    <a:pt x="38" y="15"/>
                  </a:cubicBezTo>
                  <a:cubicBezTo>
                    <a:pt x="38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3" y="43"/>
                    <a:pt x="18" y="43"/>
                  </a:cubicBezTo>
                  <a:cubicBezTo>
                    <a:pt x="7" y="43"/>
                    <a:pt x="0" y="37"/>
                    <a:pt x="0" y="26"/>
                  </a:cubicBezTo>
                  <a:close/>
                  <a:moveTo>
                    <a:pt x="9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8" y="6"/>
                    <a:pt x="23" y="6"/>
                  </a:cubicBezTo>
                  <a:cubicBezTo>
                    <a:pt x="16" y="6"/>
                    <a:pt x="11" y="11"/>
                    <a:pt x="9" y="17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FB26CC29-5070-3209-BD7D-A7A192CB865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15" y="123"/>
              <a:ext cx="44" cy="50"/>
            </a:xfrm>
            <a:custGeom>
              <a:avLst/>
              <a:gdLst>
                <a:gd name="T0" fmla="*/ 0 w 39"/>
                <a:gd name="T1" fmla="*/ 32 h 43"/>
                <a:gd name="T2" fmla="*/ 15 w 39"/>
                <a:gd name="T3" fmla="*/ 18 h 43"/>
                <a:gd name="T4" fmla="*/ 30 w 39"/>
                <a:gd name="T5" fmla="*/ 17 h 43"/>
                <a:gd name="T6" fmla="*/ 30 w 39"/>
                <a:gd name="T7" fmla="*/ 14 h 43"/>
                <a:gd name="T8" fmla="*/ 21 w 39"/>
                <a:gd name="T9" fmla="*/ 5 h 43"/>
                <a:gd name="T10" fmla="*/ 8 w 39"/>
                <a:gd name="T11" fmla="*/ 8 h 43"/>
                <a:gd name="T12" fmla="*/ 9 w 39"/>
                <a:gd name="T13" fmla="*/ 2 h 43"/>
                <a:gd name="T14" fmla="*/ 22 w 39"/>
                <a:gd name="T15" fmla="*/ 0 h 43"/>
                <a:gd name="T16" fmla="*/ 37 w 39"/>
                <a:gd name="T17" fmla="*/ 15 h 43"/>
                <a:gd name="T18" fmla="*/ 33 w 39"/>
                <a:gd name="T19" fmla="*/ 34 h 43"/>
                <a:gd name="T20" fmla="*/ 31 w 39"/>
                <a:gd name="T21" fmla="*/ 42 h 43"/>
                <a:gd name="T22" fmla="*/ 25 w 39"/>
                <a:gd name="T23" fmla="*/ 42 h 43"/>
                <a:gd name="T24" fmla="*/ 26 w 39"/>
                <a:gd name="T25" fmla="*/ 34 h 43"/>
                <a:gd name="T26" fmla="*/ 26 w 39"/>
                <a:gd name="T27" fmla="*/ 34 h 43"/>
                <a:gd name="T28" fmla="*/ 12 w 39"/>
                <a:gd name="T29" fmla="*/ 43 h 43"/>
                <a:gd name="T30" fmla="*/ 0 w 39"/>
                <a:gd name="T31" fmla="*/ 32 h 43"/>
                <a:gd name="T32" fmla="*/ 28 w 39"/>
                <a:gd name="T33" fmla="*/ 25 h 43"/>
                <a:gd name="T34" fmla="*/ 29 w 39"/>
                <a:gd name="T35" fmla="*/ 22 h 43"/>
                <a:gd name="T36" fmla="*/ 16 w 39"/>
                <a:gd name="T37" fmla="*/ 23 h 43"/>
                <a:gd name="T38" fmla="*/ 6 w 39"/>
                <a:gd name="T39" fmla="*/ 31 h 43"/>
                <a:gd name="T40" fmla="*/ 14 w 39"/>
                <a:gd name="T41" fmla="*/ 37 h 43"/>
                <a:gd name="T42" fmla="*/ 28 w 39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9" h="43">
                  <a:moveTo>
                    <a:pt x="0" y="32"/>
                  </a:moveTo>
                  <a:cubicBezTo>
                    <a:pt x="0" y="24"/>
                    <a:pt x="6" y="19"/>
                    <a:pt x="15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2" y="8"/>
                    <a:pt x="28" y="5"/>
                    <a:pt x="21" y="5"/>
                  </a:cubicBezTo>
                  <a:cubicBezTo>
                    <a:pt x="17" y="5"/>
                    <a:pt x="13" y="6"/>
                    <a:pt x="8" y="8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13" y="1"/>
                    <a:pt x="17" y="0"/>
                    <a:pt x="22" y="0"/>
                  </a:cubicBezTo>
                  <a:cubicBezTo>
                    <a:pt x="33" y="0"/>
                    <a:pt x="39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2" y="37"/>
                    <a:pt x="31" y="39"/>
                    <a:pt x="31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9"/>
                    <a:pt x="25" y="37"/>
                    <a:pt x="26" y="34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3" y="40"/>
                    <a:pt x="17" y="43"/>
                    <a:pt x="12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8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0" y="24"/>
                    <a:pt x="6" y="27"/>
                    <a:pt x="6" y="31"/>
                  </a:cubicBezTo>
                  <a:cubicBezTo>
                    <a:pt x="6" y="35"/>
                    <a:pt x="9" y="37"/>
                    <a:pt x="14" y="37"/>
                  </a:cubicBezTo>
                  <a:cubicBezTo>
                    <a:pt x="21" y="37"/>
                    <a:pt x="26" y="32"/>
                    <a:pt x="28" y="25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11A6E0B4-EBA4-84E3-00A5-E379360210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63" y="105"/>
              <a:ext cx="21" cy="67"/>
            </a:xfrm>
            <a:custGeom>
              <a:avLst/>
              <a:gdLst>
                <a:gd name="T0" fmla="*/ 2 w 19"/>
                <a:gd name="T1" fmla="*/ 46 h 57"/>
                <a:gd name="T2" fmla="*/ 12 w 19"/>
                <a:gd name="T3" fmla="*/ 0 h 57"/>
                <a:gd name="T4" fmla="*/ 19 w 19"/>
                <a:gd name="T5" fmla="*/ 0 h 57"/>
                <a:gd name="T6" fmla="*/ 9 w 19"/>
                <a:gd name="T7" fmla="*/ 46 h 57"/>
                <a:gd name="T8" fmla="*/ 12 w 19"/>
                <a:gd name="T9" fmla="*/ 51 h 57"/>
                <a:gd name="T10" fmla="*/ 16 w 19"/>
                <a:gd name="T11" fmla="*/ 51 h 57"/>
                <a:gd name="T12" fmla="*/ 15 w 19"/>
                <a:gd name="T13" fmla="*/ 57 h 57"/>
                <a:gd name="T14" fmla="*/ 10 w 19"/>
                <a:gd name="T15" fmla="*/ 57 h 57"/>
                <a:gd name="T16" fmla="*/ 2 w 19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73AEE704-7E73-DB83-A8F9-8C600B3138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89" y="110"/>
              <a:ext cx="27" cy="62"/>
            </a:xfrm>
            <a:custGeom>
              <a:avLst/>
              <a:gdLst>
                <a:gd name="T0" fmla="*/ 2 w 24"/>
                <a:gd name="T1" fmla="*/ 42 h 53"/>
                <a:gd name="T2" fmla="*/ 7 w 24"/>
                <a:gd name="T3" fmla="*/ 17 h 53"/>
                <a:gd name="T4" fmla="*/ 0 w 24"/>
                <a:gd name="T5" fmla="*/ 17 h 53"/>
                <a:gd name="T6" fmla="*/ 1 w 24"/>
                <a:gd name="T7" fmla="*/ 12 h 53"/>
                <a:gd name="T8" fmla="*/ 8 w 24"/>
                <a:gd name="T9" fmla="*/ 12 h 53"/>
                <a:gd name="T10" fmla="*/ 11 w 24"/>
                <a:gd name="T11" fmla="*/ 0 h 53"/>
                <a:gd name="T12" fmla="*/ 18 w 24"/>
                <a:gd name="T13" fmla="*/ 0 h 53"/>
                <a:gd name="T14" fmla="*/ 15 w 24"/>
                <a:gd name="T15" fmla="*/ 12 h 53"/>
                <a:gd name="T16" fmla="*/ 24 w 24"/>
                <a:gd name="T17" fmla="*/ 12 h 53"/>
                <a:gd name="T18" fmla="*/ 23 w 24"/>
                <a:gd name="T19" fmla="*/ 17 h 53"/>
                <a:gd name="T20" fmla="*/ 14 w 24"/>
                <a:gd name="T21" fmla="*/ 17 h 53"/>
                <a:gd name="T22" fmla="*/ 8 w 24"/>
                <a:gd name="T23" fmla="*/ 43 h 53"/>
                <a:gd name="T24" fmla="*/ 13 w 24"/>
                <a:gd name="T25" fmla="*/ 47 h 53"/>
                <a:gd name="T26" fmla="*/ 16 w 24"/>
                <a:gd name="T27" fmla="*/ 47 h 53"/>
                <a:gd name="T28" fmla="*/ 15 w 24"/>
                <a:gd name="T29" fmla="*/ 53 h 53"/>
                <a:gd name="T30" fmla="*/ 11 w 24"/>
                <a:gd name="T31" fmla="*/ 53 h 53"/>
                <a:gd name="T32" fmla="*/ 2 w 24"/>
                <a:gd name="T33" fmla="*/ 4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53">
                  <a:moveTo>
                    <a:pt x="2" y="42"/>
                  </a:moveTo>
                  <a:cubicBezTo>
                    <a:pt x="7" y="17"/>
                    <a:pt x="7" y="17"/>
                    <a:pt x="7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6"/>
                    <a:pt x="9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4" y="53"/>
                    <a:pt x="12" y="53"/>
                    <a:pt x="11" y="53"/>
                  </a:cubicBezTo>
                  <a:cubicBezTo>
                    <a:pt x="4" y="53"/>
                    <a:pt x="0" y="49"/>
                    <a:pt x="2" y="42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3F8D3D32-C51E-C618-F279-4699164BF5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16" y="105"/>
              <a:ext cx="47" cy="67"/>
            </a:xfrm>
            <a:custGeom>
              <a:avLst/>
              <a:gdLst>
                <a:gd name="T0" fmla="*/ 12 w 41"/>
                <a:gd name="T1" fmla="*/ 0 h 57"/>
                <a:gd name="T2" fmla="*/ 19 w 41"/>
                <a:gd name="T3" fmla="*/ 0 h 57"/>
                <a:gd name="T4" fmla="*/ 15 w 41"/>
                <a:gd name="T5" fmla="*/ 16 h 57"/>
                <a:gd name="T6" fmla="*/ 13 w 41"/>
                <a:gd name="T7" fmla="*/ 24 h 57"/>
                <a:gd name="T8" fmla="*/ 13 w 41"/>
                <a:gd name="T9" fmla="*/ 24 h 57"/>
                <a:gd name="T10" fmla="*/ 28 w 41"/>
                <a:gd name="T11" fmla="*/ 15 h 57"/>
                <a:gd name="T12" fmla="*/ 39 w 41"/>
                <a:gd name="T13" fmla="*/ 30 h 57"/>
                <a:gd name="T14" fmla="*/ 33 w 41"/>
                <a:gd name="T15" fmla="*/ 57 h 57"/>
                <a:gd name="T16" fmla="*/ 26 w 41"/>
                <a:gd name="T17" fmla="*/ 57 h 57"/>
                <a:gd name="T18" fmla="*/ 32 w 41"/>
                <a:gd name="T19" fmla="*/ 30 h 57"/>
                <a:gd name="T20" fmla="*/ 26 w 41"/>
                <a:gd name="T21" fmla="*/ 21 h 57"/>
                <a:gd name="T22" fmla="*/ 11 w 41"/>
                <a:gd name="T23" fmla="*/ 34 h 57"/>
                <a:gd name="T24" fmla="*/ 7 w 41"/>
                <a:gd name="T25" fmla="*/ 57 h 57"/>
                <a:gd name="T26" fmla="*/ 0 w 41"/>
                <a:gd name="T27" fmla="*/ 57 h 57"/>
                <a:gd name="T28" fmla="*/ 12 w 41"/>
                <a:gd name="T2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" h="57">
                  <a:moveTo>
                    <a:pt x="12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8"/>
                    <a:pt x="14" y="21"/>
                    <a:pt x="13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6" y="19"/>
                    <a:pt x="22" y="15"/>
                    <a:pt x="28" y="15"/>
                  </a:cubicBezTo>
                  <a:cubicBezTo>
                    <a:pt x="36" y="15"/>
                    <a:pt x="41" y="20"/>
                    <a:pt x="39" y="30"/>
                  </a:cubicBezTo>
                  <a:cubicBezTo>
                    <a:pt x="33" y="57"/>
                    <a:pt x="33" y="57"/>
                    <a:pt x="33" y="57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34" y="24"/>
                    <a:pt x="31" y="21"/>
                    <a:pt x="26" y="21"/>
                  </a:cubicBezTo>
                  <a:cubicBezTo>
                    <a:pt x="20" y="21"/>
                    <a:pt x="13" y="26"/>
                    <a:pt x="11" y="34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0" y="57"/>
                    <a:pt x="0" y="57"/>
                    <a:pt x="0" y="57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A8F9ED2E-7DDF-B64A-8A67-055F2822CE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96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A0A854BD-0081-88C7-B903-26CF6043A4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24" y="123"/>
              <a:ext cx="45" cy="50"/>
            </a:xfrm>
            <a:custGeom>
              <a:avLst/>
              <a:gdLst>
                <a:gd name="T0" fmla="*/ 0 w 39"/>
                <a:gd name="T1" fmla="*/ 27 h 43"/>
                <a:gd name="T2" fmla="*/ 23 w 39"/>
                <a:gd name="T3" fmla="*/ 0 h 43"/>
                <a:gd name="T4" fmla="*/ 39 w 39"/>
                <a:gd name="T5" fmla="*/ 15 h 43"/>
                <a:gd name="T6" fmla="*/ 16 w 39"/>
                <a:gd name="T7" fmla="*/ 43 h 43"/>
                <a:gd name="T8" fmla="*/ 0 w 39"/>
                <a:gd name="T9" fmla="*/ 27 h 43"/>
                <a:gd name="T10" fmla="*/ 32 w 39"/>
                <a:gd name="T11" fmla="*/ 16 h 43"/>
                <a:gd name="T12" fmla="*/ 23 w 39"/>
                <a:gd name="T13" fmla="*/ 6 h 43"/>
                <a:gd name="T14" fmla="*/ 7 w 39"/>
                <a:gd name="T15" fmla="*/ 27 h 43"/>
                <a:gd name="T16" fmla="*/ 16 w 39"/>
                <a:gd name="T17" fmla="*/ 37 h 43"/>
                <a:gd name="T18" fmla="*/ 32 w 39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9" y="6"/>
                    <a:pt x="39" y="15"/>
                  </a:cubicBezTo>
                  <a:cubicBezTo>
                    <a:pt x="39" y="27"/>
                    <a:pt x="31" y="43"/>
                    <a:pt x="16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06210DFF-FB66-B664-19AB-1598C1A480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74" y="123"/>
              <a:ext cx="33" cy="49"/>
            </a:xfrm>
            <a:custGeom>
              <a:avLst/>
              <a:gdLst>
                <a:gd name="T0" fmla="*/ 8 w 29"/>
                <a:gd name="T1" fmla="*/ 1 h 42"/>
                <a:gd name="T2" fmla="*/ 15 w 29"/>
                <a:gd name="T3" fmla="*/ 1 h 42"/>
                <a:gd name="T4" fmla="*/ 13 w 29"/>
                <a:gd name="T5" fmla="*/ 9 h 42"/>
                <a:gd name="T6" fmla="*/ 13 w 29"/>
                <a:gd name="T7" fmla="*/ 9 h 42"/>
                <a:gd name="T8" fmla="*/ 29 w 29"/>
                <a:gd name="T9" fmla="*/ 0 h 42"/>
                <a:gd name="T10" fmla="*/ 27 w 29"/>
                <a:gd name="T11" fmla="*/ 7 h 42"/>
                <a:gd name="T12" fmla="*/ 11 w 29"/>
                <a:gd name="T13" fmla="*/ 18 h 42"/>
                <a:gd name="T14" fmla="*/ 6 w 29"/>
                <a:gd name="T15" fmla="*/ 42 h 42"/>
                <a:gd name="T16" fmla="*/ 0 w 29"/>
                <a:gd name="T17" fmla="*/ 42 h 42"/>
                <a:gd name="T18" fmla="*/ 8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8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4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3"/>
                    <a:pt x="23" y="0"/>
                    <a:pt x="29" y="0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18" y="7"/>
                    <a:pt x="13" y="11"/>
                    <a:pt x="11" y="18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8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CC09C3F1-5806-22D1-BAC5-86A84D210A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731" y="123"/>
              <a:ext cx="46" cy="50"/>
            </a:xfrm>
            <a:custGeom>
              <a:avLst/>
              <a:gdLst>
                <a:gd name="T0" fmla="*/ 0 w 40"/>
                <a:gd name="T1" fmla="*/ 32 h 43"/>
                <a:gd name="T2" fmla="*/ 16 w 40"/>
                <a:gd name="T3" fmla="*/ 18 h 43"/>
                <a:gd name="T4" fmla="*/ 30 w 40"/>
                <a:gd name="T5" fmla="*/ 17 h 43"/>
                <a:gd name="T6" fmla="*/ 31 w 40"/>
                <a:gd name="T7" fmla="*/ 14 h 43"/>
                <a:gd name="T8" fmla="*/ 22 w 40"/>
                <a:gd name="T9" fmla="*/ 5 h 43"/>
                <a:gd name="T10" fmla="*/ 8 w 40"/>
                <a:gd name="T11" fmla="*/ 8 h 43"/>
                <a:gd name="T12" fmla="*/ 10 w 40"/>
                <a:gd name="T13" fmla="*/ 2 h 43"/>
                <a:gd name="T14" fmla="*/ 23 w 40"/>
                <a:gd name="T15" fmla="*/ 0 h 43"/>
                <a:gd name="T16" fmla="*/ 37 w 40"/>
                <a:gd name="T17" fmla="*/ 15 h 43"/>
                <a:gd name="T18" fmla="*/ 33 w 40"/>
                <a:gd name="T19" fmla="*/ 34 h 43"/>
                <a:gd name="T20" fmla="*/ 32 w 40"/>
                <a:gd name="T21" fmla="*/ 42 h 43"/>
                <a:gd name="T22" fmla="*/ 25 w 40"/>
                <a:gd name="T23" fmla="*/ 42 h 43"/>
                <a:gd name="T24" fmla="*/ 27 w 40"/>
                <a:gd name="T25" fmla="*/ 34 h 43"/>
                <a:gd name="T26" fmla="*/ 27 w 40"/>
                <a:gd name="T27" fmla="*/ 34 h 43"/>
                <a:gd name="T28" fmla="*/ 13 w 40"/>
                <a:gd name="T29" fmla="*/ 43 h 43"/>
                <a:gd name="T30" fmla="*/ 0 w 40"/>
                <a:gd name="T31" fmla="*/ 32 h 43"/>
                <a:gd name="T32" fmla="*/ 29 w 40"/>
                <a:gd name="T33" fmla="*/ 25 h 43"/>
                <a:gd name="T34" fmla="*/ 29 w 40"/>
                <a:gd name="T35" fmla="*/ 22 h 43"/>
                <a:gd name="T36" fmla="*/ 17 w 40"/>
                <a:gd name="T37" fmla="*/ 23 h 43"/>
                <a:gd name="T38" fmla="*/ 7 w 40"/>
                <a:gd name="T39" fmla="*/ 31 h 43"/>
                <a:gd name="T40" fmla="*/ 14 w 40"/>
                <a:gd name="T41" fmla="*/ 37 h 43"/>
                <a:gd name="T42" fmla="*/ 29 w 40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0" h="43">
                  <a:moveTo>
                    <a:pt x="0" y="32"/>
                  </a:moveTo>
                  <a:cubicBezTo>
                    <a:pt x="0" y="24"/>
                    <a:pt x="7" y="19"/>
                    <a:pt x="16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2" y="8"/>
                    <a:pt x="29" y="5"/>
                    <a:pt x="22" y="5"/>
                  </a:cubicBezTo>
                  <a:cubicBezTo>
                    <a:pt x="18" y="5"/>
                    <a:pt x="14" y="6"/>
                    <a:pt x="8" y="8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4" y="1"/>
                    <a:pt x="18" y="0"/>
                    <a:pt x="23" y="0"/>
                  </a:cubicBezTo>
                  <a:cubicBezTo>
                    <a:pt x="34" y="0"/>
                    <a:pt x="40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3" y="37"/>
                    <a:pt x="32" y="39"/>
                    <a:pt x="32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39"/>
                    <a:pt x="26" y="37"/>
                    <a:pt x="27" y="34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4" y="40"/>
                    <a:pt x="18" y="43"/>
                    <a:pt x="13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9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1" y="24"/>
                    <a:pt x="7" y="27"/>
                    <a:pt x="7" y="31"/>
                  </a:cubicBezTo>
                  <a:cubicBezTo>
                    <a:pt x="7" y="35"/>
                    <a:pt x="10" y="37"/>
                    <a:pt x="14" y="37"/>
                  </a:cubicBezTo>
                  <a:cubicBezTo>
                    <a:pt x="22" y="37"/>
                    <a:pt x="27" y="32"/>
                    <a:pt x="29" y="25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4D249C37-7FB0-2620-7262-437D41ECC5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80" y="105"/>
              <a:ext cx="20" cy="67"/>
            </a:xfrm>
            <a:custGeom>
              <a:avLst/>
              <a:gdLst>
                <a:gd name="T0" fmla="*/ 2 w 18"/>
                <a:gd name="T1" fmla="*/ 46 h 57"/>
                <a:gd name="T2" fmla="*/ 12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6 w 18"/>
                <a:gd name="T11" fmla="*/ 51 h 57"/>
                <a:gd name="T12" fmla="*/ 15 w 18"/>
                <a:gd name="T13" fmla="*/ 57 h 57"/>
                <a:gd name="T14" fmla="*/ 10 w 18"/>
                <a:gd name="T15" fmla="*/ 57 h 57"/>
                <a:gd name="T16" fmla="*/ 2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63DC3E9E-9546-F3E4-B4E9-6F85C4B3D71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04" y="105"/>
              <a:ext cx="20" cy="67"/>
            </a:xfrm>
            <a:custGeom>
              <a:avLst/>
              <a:gdLst>
                <a:gd name="T0" fmla="*/ 1 w 18"/>
                <a:gd name="T1" fmla="*/ 46 h 57"/>
                <a:gd name="T2" fmla="*/ 11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5 w 18"/>
                <a:gd name="T11" fmla="*/ 51 h 57"/>
                <a:gd name="T12" fmla="*/ 14 w 18"/>
                <a:gd name="T13" fmla="*/ 57 h 57"/>
                <a:gd name="T14" fmla="*/ 10 w 18"/>
                <a:gd name="T15" fmla="*/ 57 h 57"/>
                <a:gd name="T16" fmla="*/ 1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1" y="46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50"/>
                    <a:pt x="9" y="51"/>
                    <a:pt x="12" y="51"/>
                  </a:cubicBezTo>
                  <a:cubicBezTo>
                    <a:pt x="13" y="51"/>
                    <a:pt x="14" y="51"/>
                    <a:pt x="15" y="51"/>
                  </a:cubicBezTo>
                  <a:cubicBezTo>
                    <a:pt x="14" y="57"/>
                    <a:pt x="14" y="57"/>
                    <a:pt x="14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3" y="57"/>
                    <a:pt x="0" y="53"/>
                    <a:pt x="1" y="4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AF95B92C-321E-3E05-A882-ABCA5A2C12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25" y="162"/>
              <a:ext cx="16" cy="25"/>
            </a:xfrm>
            <a:custGeom>
              <a:avLst/>
              <a:gdLst>
                <a:gd name="T0" fmla="*/ 8 w 14"/>
                <a:gd name="T1" fmla="*/ 9 h 22"/>
                <a:gd name="T2" fmla="*/ 5 w 14"/>
                <a:gd name="T3" fmla="*/ 4 h 22"/>
                <a:gd name="T4" fmla="*/ 9 w 14"/>
                <a:gd name="T5" fmla="*/ 0 h 22"/>
                <a:gd name="T6" fmla="*/ 14 w 14"/>
                <a:gd name="T7" fmla="*/ 4 h 22"/>
                <a:gd name="T8" fmla="*/ 13 w 14"/>
                <a:gd name="T9" fmla="*/ 8 h 22"/>
                <a:gd name="T10" fmla="*/ 5 w 14"/>
                <a:gd name="T11" fmla="*/ 22 h 22"/>
                <a:gd name="T12" fmla="*/ 0 w 14"/>
                <a:gd name="T13" fmla="*/ 22 h 22"/>
                <a:gd name="T14" fmla="*/ 8 w 14"/>
                <a:gd name="T15" fmla="*/ 9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22">
                  <a:moveTo>
                    <a:pt x="8" y="9"/>
                  </a:moveTo>
                  <a:cubicBezTo>
                    <a:pt x="6" y="8"/>
                    <a:pt x="5" y="6"/>
                    <a:pt x="5" y="4"/>
                  </a:cubicBezTo>
                  <a:cubicBezTo>
                    <a:pt x="5" y="2"/>
                    <a:pt x="7" y="0"/>
                    <a:pt x="9" y="0"/>
                  </a:cubicBezTo>
                  <a:cubicBezTo>
                    <a:pt x="12" y="0"/>
                    <a:pt x="14" y="2"/>
                    <a:pt x="14" y="4"/>
                  </a:cubicBezTo>
                  <a:cubicBezTo>
                    <a:pt x="14" y="5"/>
                    <a:pt x="14" y="6"/>
                    <a:pt x="13" y="8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lnTo>
                    <a:pt x="8" y="9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D3814257-5C5E-41AC-E307-31D4F99400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80" y="105"/>
              <a:ext cx="64" cy="67"/>
            </a:xfrm>
            <a:custGeom>
              <a:avLst/>
              <a:gdLst>
                <a:gd name="T0" fmla="*/ 14 w 64"/>
                <a:gd name="T1" fmla="*/ 0 h 67"/>
                <a:gd name="T2" fmla="*/ 22 w 64"/>
                <a:gd name="T3" fmla="*/ 0 h 67"/>
                <a:gd name="T4" fmla="*/ 16 w 64"/>
                <a:gd name="T5" fmla="*/ 30 h 67"/>
                <a:gd name="T6" fmla="*/ 50 w 64"/>
                <a:gd name="T7" fmla="*/ 30 h 67"/>
                <a:gd name="T8" fmla="*/ 56 w 64"/>
                <a:gd name="T9" fmla="*/ 0 h 67"/>
                <a:gd name="T10" fmla="*/ 64 w 64"/>
                <a:gd name="T11" fmla="*/ 0 h 67"/>
                <a:gd name="T12" fmla="*/ 50 w 64"/>
                <a:gd name="T13" fmla="*/ 67 h 67"/>
                <a:gd name="T14" fmla="*/ 42 w 64"/>
                <a:gd name="T15" fmla="*/ 67 h 67"/>
                <a:gd name="T16" fmla="*/ 49 w 64"/>
                <a:gd name="T17" fmla="*/ 37 h 67"/>
                <a:gd name="T18" fmla="*/ 14 w 64"/>
                <a:gd name="T19" fmla="*/ 37 h 67"/>
                <a:gd name="T20" fmla="*/ 8 w 64"/>
                <a:gd name="T21" fmla="*/ 67 h 67"/>
                <a:gd name="T22" fmla="*/ 0 w 64"/>
                <a:gd name="T23" fmla="*/ 67 h 67"/>
                <a:gd name="T24" fmla="*/ 14 w 64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0" y="30"/>
                  </a:lnTo>
                  <a:lnTo>
                    <a:pt x="56" y="0"/>
                  </a:lnTo>
                  <a:lnTo>
                    <a:pt x="64" y="0"/>
                  </a:lnTo>
                  <a:lnTo>
                    <a:pt x="50" y="67"/>
                  </a:lnTo>
                  <a:lnTo>
                    <a:pt x="42" y="67"/>
                  </a:lnTo>
                  <a:lnTo>
                    <a:pt x="49" y="37"/>
                  </a:lnTo>
                  <a:lnTo>
                    <a:pt x="14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E91AB205-E318-4F7C-20B3-667941A353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45" y="124"/>
              <a:ext cx="46" cy="49"/>
            </a:xfrm>
            <a:custGeom>
              <a:avLst/>
              <a:gdLst>
                <a:gd name="T0" fmla="*/ 2 w 41"/>
                <a:gd name="T1" fmla="*/ 27 h 42"/>
                <a:gd name="T2" fmla="*/ 8 w 41"/>
                <a:gd name="T3" fmla="*/ 0 h 42"/>
                <a:gd name="T4" fmla="*/ 15 w 41"/>
                <a:gd name="T5" fmla="*/ 0 h 42"/>
                <a:gd name="T6" fmla="*/ 9 w 41"/>
                <a:gd name="T7" fmla="*/ 26 h 42"/>
                <a:gd name="T8" fmla="*/ 15 w 41"/>
                <a:gd name="T9" fmla="*/ 36 h 42"/>
                <a:gd name="T10" fmla="*/ 29 w 41"/>
                <a:gd name="T11" fmla="*/ 23 h 42"/>
                <a:gd name="T12" fmla="*/ 34 w 41"/>
                <a:gd name="T13" fmla="*/ 0 h 42"/>
                <a:gd name="T14" fmla="*/ 41 w 41"/>
                <a:gd name="T15" fmla="*/ 0 h 42"/>
                <a:gd name="T16" fmla="*/ 32 w 41"/>
                <a:gd name="T17" fmla="*/ 41 h 42"/>
                <a:gd name="T18" fmla="*/ 26 w 41"/>
                <a:gd name="T19" fmla="*/ 41 h 42"/>
                <a:gd name="T20" fmla="*/ 28 w 41"/>
                <a:gd name="T21" fmla="*/ 32 h 42"/>
                <a:gd name="T22" fmla="*/ 28 w 41"/>
                <a:gd name="T23" fmla="*/ 32 h 42"/>
                <a:gd name="T24" fmla="*/ 13 w 41"/>
                <a:gd name="T25" fmla="*/ 42 h 42"/>
                <a:gd name="T26" fmla="*/ 2 w 41"/>
                <a:gd name="T27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1" h="42">
                  <a:moveTo>
                    <a:pt x="2" y="27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7" y="32"/>
                    <a:pt x="10" y="36"/>
                    <a:pt x="15" y="36"/>
                  </a:cubicBezTo>
                  <a:cubicBezTo>
                    <a:pt x="21" y="36"/>
                    <a:pt x="28" y="31"/>
                    <a:pt x="29" y="23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38"/>
                    <a:pt x="27" y="35"/>
                    <a:pt x="28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4" y="38"/>
                    <a:pt x="19" y="42"/>
                    <a:pt x="13" y="42"/>
                  </a:cubicBezTo>
                  <a:cubicBezTo>
                    <a:pt x="4" y="42"/>
                    <a:pt x="0" y="36"/>
                    <a:pt x="2" y="27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97D50C59-A72F-E93F-7162-67C4C13061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94" y="123"/>
              <a:ext cx="47" cy="49"/>
            </a:xfrm>
            <a:custGeom>
              <a:avLst/>
              <a:gdLst>
                <a:gd name="T0" fmla="*/ 9 w 42"/>
                <a:gd name="T1" fmla="*/ 1 h 42"/>
                <a:gd name="T2" fmla="*/ 15 w 42"/>
                <a:gd name="T3" fmla="*/ 1 h 42"/>
                <a:gd name="T4" fmla="*/ 13 w 42"/>
                <a:gd name="T5" fmla="*/ 9 h 42"/>
                <a:gd name="T6" fmla="*/ 13 w 42"/>
                <a:gd name="T7" fmla="*/ 9 h 42"/>
                <a:gd name="T8" fmla="*/ 29 w 42"/>
                <a:gd name="T9" fmla="*/ 0 h 42"/>
                <a:gd name="T10" fmla="*/ 39 w 42"/>
                <a:gd name="T11" fmla="*/ 15 h 42"/>
                <a:gd name="T12" fmla="*/ 33 w 42"/>
                <a:gd name="T13" fmla="*/ 42 h 42"/>
                <a:gd name="T14" fmla="*/ 26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39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3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0" name="Freeform 21">
              <a:extLst>
                <a:ext uri="{FF2B5EF4-FFF2-40B4-BE49-F238E27FC236}">
                  <a16:creationId xmlns:a16="http://schemas.microsoft.com/office/drawing/2014/main" id="{9B0F4ED2-A2BA-6DEE-3036-8799401F90A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42" y="123"/>
              <a:ext cx="54" cy="68"/>
            </a:xfrm>
            <a:custGeom>
              <a:avLst/>
              <a:gdLst>
                <a:gd name="T0" fmla="*/ 0 w 47"/>
                <a:gd name="T1" fmla="*/ 56 h 58"/>
                <a:gd name="T2" fmla="*/ 1 w 47"/>
                <a:gd name="T3" fmla="*/ 50 h 58"/>
                <a:gd name="T4" fmla="*/ 14 w 47"/>
                <a:gd name="T5" fmla="*/ 52 h 58"/>
                <a:gd name="T6" fmla="*/ 32 w 47"/>
                <a:gd name="T7" fmla="*/ 40 h 58"/>
                <a:gd name="T8" fmla="*/ 34 w 47"/>
                <a:gd name="T9" fmla="*/ 33 h 58"/>
                <a:gd name="T10" fmla="*/ 34 w 47"/>
                <a:gd name="T11" fmla="*/ 33 h 58"/>
                <a:gd name="T12" fmla="*/ 19 w 47"/>
                <a:gd name="T13" fmla="*/ 41 h 58"/>
                <a:gd name="T14" fmla="*/ 5 w 47"/>
                <a:gd name="T15" fmla="*/ 26 h 58"/>
                <a:gd name="T16" fmla="*/ 26 w 47"/>
                <a:gd name="T17" fmla="*/ 0 h 58"/>
                <a:gd name="T18" fmla="*/ 39 w 47"/>
                <a:gd name="T19" fmla="*/ 9 h 58"/>
                <a:gd name="T20" fmla="*/ 39 w 47"/>
                <a:gd name="T21" fmla="*/ 9 h 58"/>
                <a:gd name="T22" fmla="*/ 40 w 47"/>
                <a:gd name="T23" fmla="*/ 1 h 58"/>
                <a:gd name="T24" fmla="*/ 47 w 47"/>
                <a:gd name="T25" fmla="*/ 1 h 58"/>
                <a:gd name="T26" fmla="*/ 38 w 47"/>
                <a:gd name="T27" fmla="*/ 41 h 58"/>
                <a:gd name="T28" fmla="*/ 14 w 47"/>
                <a:gd name="T29" fmla="*/ 58 h 58"/>
                <a:gd name="T30" fmla="*/ 0 w 47"/>
                <a:gd name="T31" fmla="*/ 56 h 58"/>
                <a:gd name="T32" fmla="*/ 36 w 47"/>
                <a:gd name="T33" fmla="*/ 15 h 58"/>
                <a:gd name="T34" fmla="*/ 27 w 47"/>
                <a:gd name="T35" fmla="*/ 6 h 58"/>
                <a:gd name="T36" fmla="*/ 12 w 47"/>
                <a:gd name="T37" fmla="*/ 25 h 58"/>
                <a:gd name="T38" fmla="*/ 21 w 47"/>
                <a:gd name="T39" fmla="*/ 36 h 58"/>
                <a:gd name="T40" fmla="*/ 36 w 47"/>
                <a:gd name="T41" fmla="*/ 1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" h="58">
                  <a:moveTo>
                    <a:pt x="0" y="56"/>
                  </a:moveTo>
                  <a:cubicBezTo>
                    <a:pt x="1" y="50"/>
                    <a:pt x="1" y="50"/>
                    <a:pt x="1" y="50"/>
                  </a:cubicBezTo>
                  <a:cubicBezTo>
                    <a:pt x="5" y="52"/>
                    <a:pt x="9" y="52"/>
                    <a:pt x="14" y="52"/>
                  </a:cubicBezTo>
                  <a:cubicBezTo>
                    <a:pt x="24" y="52"/>
                    <a:pt x="30" y="48"/>
                    <a:pt x="32" y="40"/>
                  </a:cubicBezTo>
                  <a:cubicBezTo>
                    <a:pt x="32" y="38"/>
                    <a:pt x="33" y="35"/>
                    <a:pt x="34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0" y="38"/>
                    <a:pt x="24" y="41"/>
                    <a:pt x="19" y="41"/>
                  </a:cubicBezTo>
                  <a:cubicBezTo>
                    <a:pt x="10" y="41"/>
                    <a:pt x="5" y="35"/>
                    <a:pt x="5" y="26"/>
                  </a:cubicBezTo>
                  <a:cubicBezTo>
                    <a:pt x="5" y="14"/>
                    <a:pt x="12" y="0"/>
                    <a:pt x="26" y="0"/>
                  </a:cubicBezTo>
                  <a:cubicBezTo>
                    <a:pt x="32" y="0"/>
                    <a:pt x="38" y="3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40" y="4"/>
                    <a:pt x="40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6" y="53"/>
                    <a:pt x="27" y="58"/>
                    <a:pt x="14" y="58"/>
                  </a:cubicBezTo>
                  <a:cubicBezTo>
                    <a:pt x="8" y="58"/>
                    <a:pt x="4" y="57"/>
                    <a:pt x="0" y="56"/>
                  </a:cubicBezTo>
                  <a:close/>
                  <a:moveTo>
                    <a:pt x="36" y="15"/>
                  </a:moveTo>
                  <a:cubicBezTo>
                    <a:pt x="36" y="9"/>
                    <a:pt x="33" y="6"/>
                    <a:pt x="27" y="6"/>
                  </a:cubicBezTo>
                  <a:cubicBezTo>
                    <a:pt x="17" y="6"/>
                    <a:pt x="12" y="16"/>
                    <a:pt x="12" y="25"/>
                  </a:cubicBezTo>
                  <a:cubicBezTo>
                    <a:pt x="12" y="32"/>
                    <a:pt x="15" y="36"/>
                    <a:pt x="21" y="36"/>
                  </a:cubicBezTo>
                  <a:cubicBezTo>
                    <a:pt x="31" y="36"/>
                    <a:pt x="36" y="25"/>
                    <a:pt x="36" y="15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F3D42888-EB94-379C-6D5B-0D1F21968C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02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7 w 37"/>
                <a:gd name="T7" fmla="*/ 22 h 43"/>
                <a:gd name="T8" fmla="*/ 7 w 37"/>
                <a:gd name="T9" fmla="*/ 22 h 43"/>
                <a:gd name="T10" fmla="*/ 7 w 37"/>
                <a:gd name="T11" fmla="*/ 26 h 43"/>
                <a:gd name="T12" fmla="*/ 19 w 37"/>
                <a:gd name="T13" fmla="*/ 37 h 43"/>
                <a:gd name="T14" fmla="*/ 32 w 37"/>
                <a:gd name="T15" fmla="*/ 34 h 43"/>
                <a:gd name="T16" fmla="*/ 31 w 37"/>
                <a:gd name="T17" fmla="*/ 41 h 43"/>
                <a:gd name="T18" fmla="*/ 18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2" y="43"/>
                    <a:pt x="18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1" y="11"/>
                    <a:pt x="8" y="17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2" name="Freeform 23">
              <a:extLst>
                <a:ext uri="{FF2B5EF4-FFF2-40B4-BE49-F238E27FC236}">
                  <a16:creationId xmlns:a16="http://schemas.microsoft.com/office/drawing/2014/main" id="{4E925EDD-4695-D930-7EE9-30CB57CF43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49" y="123"/>
              <a:ext cx="33" cy="49"/>
            </a:xfrm>
            <a:custGeom>
              <a:avLst/>
              <a:gdLst>
                <a:gd name="T0" fmla="*/ 9 w 29"/>
                <a:gd name="T1" fmla="*/ 1 h 42"/>
                <a:gd name="T2" fmla="*/ 16 w 29"/>
                <a:gd name="T3" fmla="*/ 1 h 42"/>
                <a:gd name="T4" fmla="*/ 13 w 29"/>
                <a:gd name="T5" fmla="*/ 9 h 42"/>
                <a:gd name="T6" fmla="*/ 14 w 29"/>
                <a:gd name="T7" fmla="*/ 9 h 42"/>
                <a:gd name="T8" fmla="*/ 29 w 29"/>
                <a:gd name="T9" fmla="*/ 0 h 42"/>
                <a:gd name="T10" fmla="*/ 28 w 29"/>
                <a:gd name="T11" fmla="*/ 7 h 42"/>
                <a:gd name="T12" fmla="*/ 12 w 29"/>
                <a:gd name="T13" fmla="*/ 18 h 42"/>
                <a:gd name="T14" fmla="*/ 7 w 29"/>
                <a:gd name="T15" fmla="*/ 42 h 42"/>
                <a:gd name="T16" fmla="*/ 0 w 29"/>
                <a:gd name="T17" fmla="*/ 42 h 42"/>
                <a:gd name="T18" fmla="*/ 9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3" y="0"/>
                    <a:pt x="29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3" name="Freeform 24">
              <a:extLst>
                <a:ext uri="{FF2B5EF4-FFF2-40B4-BE49-F238E27FC236}">
                  <a16:creationId xmlns:a16="http://schemas.microsoft.com/office/drawing/2014/main" id="{51AC2996-4530-4D76-7E35-A05E75DA62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11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4" name="Freeform 25">
              <a:extLst>
                <a:ext uri="{FF2B5EF4-FFF2-40B4-BE49-F238E27FC236}">
                  <a16:creationId xmlns:a16="http://schemas.microsoft.com/office/drawing/2014/main" id="{78722E8A-5429-BC04-FDD7-9A04D208D65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39" y="123"/>
              <a:ext cx="43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2 w 38"/>
                <a:gd name="T11" fmla="*/ 16 h 43"/>
                <a:gd name="T12" fmla="*/ 23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2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5" name="Freeform 26">
              <a:extLst>
                <a:ext uri="{FF2B5EF4-FFF2-40B4-BE49-F238E27FC236}">
                  <a16:creationId xmlns:a16="http://schemas.microsoft.com/office/drawing/2014/main" id="{775430CC-0FD4-7E49-43A3-814ABBDA7A2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88" y="123"/>
              <a:ext cx="34" cy="49"/>
            </a:xfrm>
            <a:custGeom>
              <a:avLst/>
              <a:gdLst>
                <a:gd name="T0" fmla="*/ 9 w 30"/>
                <a:gd name="T1" fmla="*/ 1 h 42"/>
                <a:gd name="T2" fmla="*/ 16 w 30"/>
                <a:gd name="T3" fmla="*/ 1 h 42"/>
                <a:gd name="T4" fmla="*/ 14 w 30"/>
                <a:gd name="T5" fmla="*/ 9 h 42"/>
                <a:gd name="T6" fmla="*/ 14 w 30"/>
                <a:gd name="T7" fmla="*/ 9 h 42"/>
                <a:gd name="T8" fmla="*/ 30 w 30"/>
                <a:gd name="T9" fmla="*/ 0 h 42"/>
                <a:gd name="T10" fmla="*/ 28 w 30"/>
                <a:gd name="T11" fmla="*/ 7 h 42"/>
                <a:gd name="T12" fmla="*/ 12 w 30"/>
                <a:gd name="T13" fmla="*/ 18 h 42"/>
                <a:gd name="T14" fmla="*/ 7 w 30"/>
                <a:gd name="T15" fmla="*/ 42 h 42"/>
                <a:gd name="T16" fmla="*/ 0 w 30"/>
                <a:gd name="T17" fmla="*/ 42 h 42"/>
                <a:gd name="T18" fmla="*/ 9 w 30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4" y="0"/>
                    <a:pt x="30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6" name="Freeform 27">
              <a:extLst>
                <a:ext uri="{FF2B5EF4-FFF2-40B4-BE49-F238E27FC236}">
                  <a16:creationId xmlns:a16="http://schemas.microsoft.com/office/drawing/2014/main" id="{54BD8534-AC95-D1A7-D40F-4657B2D4AD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45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7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7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7" name="Freeform 28">
              <a:extLst>
                <a:ext uri="{FF2B5EF4-FFF2-40B4-BE49-F238E27FC236}">
                  <a16:creationId xmlns:a16="http://schemas.microsoft.com/office/drawing/2014/main" id="{B5127383-23E0-1C21-5108-49A8C4E5BF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99" y="123"/>
              <a:ext cx="44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1 w 38"/>
                <a:gd name="T11" fmla="*/ 16 h 43"/>
                <a:gd name="T12" fmla="*/ 22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1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5" y="43"/>
                    <a:pt x="0" y="37"/>
                    <a:pt x="0" y="27"/>
                  </a:cubicBezTo>
                  <a:close/>
                  <a:moveTo>
                    <a:pt x="31" y="16"/>
                  </a:moveTo>
                  <a:cubicBezTo>
                    <a:pt x="31" y="9"/>
                    <a:pt x="28" y="6"/>
                    <a:pt x="22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7" y="37"/>
                    <a:pt x="31" y="23"/>
                    <a:pt x="31" y="1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8" name="Freeform 29">
              <a:extLst>
                <a:ext uri="{FF2B5EF4-FFF2-40B4-BE49-F238E27FC236}">
                  <a16:creationId xmlns:a16="http://schemas.microsoft.com/office/drawing/2014/main" id="{0CFE9F17-568E-818B-F1DF-50D0159CAC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48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9" name="Freeform 30">
              <a:extLst>
                <a:ext uri="{FF2B5EF4-FFF2-40B4-BE49-F238E27FC236}">
                  <a16:creationId xmlns:a16="http://schemas.microsoft.com/office/drawing/2014/main" id="{BCE9330B-BF4D-7CB2-DA4E-A8954CCBBF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503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6 w 37"/>
                <a:gd name="T7" fmla="*/ 22 h 43"/>
                <a:gd name="T8" fmla="*/ 7 w 37"/>
                <a:gd name="T9" fmla="*/ 22 h 43"/>
                <a:gd name="T10" fmla="*/ 6 w 37"/>
                <a:gd name="T11" fmla="*/ 26 h 43"/>
                <a:gd name="T12" fmla="*/ 18 w 37"/>
                <a:gd name="T13" fmla="*/ 37 h 43"/>
                <a:gd name="T14" fmla="*/ 32 w 37"/>
                <a:gd name="T15" fmla="*/ 34 h 43"/>
                <a:gd name="T16" fmla="*/ 30 w 37"/>
                <a:gd name="T17" fmla="*/ 41 h 43"/>
                <a:gd name="T18" fmla="*/ 17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4"/>
                    <a:pt x="6" y="25"/>
                    <a:pt x="6" y="26"/>
                  </a:cubicBezTo>
                  <a:cubicBezTo>
                    <a:pt x="6" y="33"/>
                    <a:pt x="11" y="37"/>
                    <a:pt x="18" y="37"/>
                  </a:cubicBezTo>
                  <a:cubicBezTo>
                    <a:pt x="23" y="37"/>
                    <a:pt x="26" y="36"/>
                    <a:pt x="32" y="34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26" y="42"/>
                    <a:pt x="22" y="43"/>
                    <a:pt x="17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0" y="11"/>
                    <a:pt x="8" y="17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0" name="Freeform 31">
              <a:extLst>
                <a:ext uri="{FF2B5EF4-FFF2-40B4-BE49-F238E27FC236}">
                  <a16:creationId xmlns:a16="http://schemas.microsoft.com/office/drawing/2014/main" id="{22B840E5-2C92-F13E-47B3-55AD7CC7E2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25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1" name="Freeform 32">
              <a:extLst>
                <a:ext uri="{FF2B5EF4-FFF2-40B4-BE49-F238E27FC236}">
                  <a16:creationId xmlns:a16="http://schemas.microsoft.com/office/drawing/2014/main" id="{A4B1D1FD-4DB7-BE34-D52E-F70E71411A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30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2" name="Freeform 33">
              <a:extLst>
                <a:ext uri="{FF2B5EF4-FFF2-40B4-BE49-F238E27FC236}">
                  <a16:creationId xmlns:a16="http://schemas.microsoft.com/office/drawing/2014/main" id="{5DC90E05-71A7-C9F4-262C-A42539F52A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78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3" name="Freeform 34">
              <a:extLst>
                <a:ext uri="{FF2B5EF4-FFF2-40B4-BE49-F238E27FC236}">
                  <a16:creationId xmlns:a16="http://schemas.microsoft.com/office/drawing/2014/main" id="{E8A232A8-96C8-0FBB-1084-4FFB073DBBC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" y="105"/>
              <a:ext cx="21" cy="67"/>
            </a:xfrm>
            <a:custGeom>
              <a:avLst/>
              <a:gdLst>
                <a:gd name="T0" fmla="*/ 15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5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5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4" name="Freeform 35">
              <a:extLst>
                <a:ext uri="{FF2B5EF4-FFF2-40B4-BE49-F238E27FC236}">
                  <a16:creationId xmlns:a16="http://schemas.microsoft.com/office/drawing/2014/main" id="{E6618127-5A5C-C843-DAB0-BDB9BFC0E1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09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5" name="Freeform 36">
              <a:extLst>
                <a:ext uri="{FF2B5EF4-FFF2-40B4-BE49-F238E27FC236}">
                  <a16:creationId xmlns:a16="http://schemas.microsoft.com/office/drawing/2014/main" id="{CC0B1DC0-866E-8137-F496-CCEE97882C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41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6" name="Freeform 37">
              <a:extLst>
                <a:ext uri="{FF2B5EF4-FFF2-40B4-BE49-F238E27FC236}">
                  <a16:creationId xmlns:a16="http://schemas.microsoft.com/office/drawing/2014/main" id="{174B95B7-B8A1-380A-6033-415BFF5AE8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46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7" name="Freeform 38">
              <a:extLst>
                <a:ext uri="{FF2B5EF4-FFF2-40B4-BE49-F238E27FC236}">
                  <a16:creationId xmlns:a16="http://schemas.microsoft.com/office/drawing/2014/main" id="{07C080B3-3F99-FFC3-0A67-96AB63A7EF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62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8" name="Freeform 39">
              <a:extLst>
                <a:ext uri="{FF2B5EF4-FFF2-40B4-BE49-F238E27FC236}">
                  <a16:creationId xmlns:a16="http://schemas.microsoft.com/office/drawing/2014/main" id="{3644D772-B43D-443D-C12A-71B315DAC4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57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3" name="Freihandform: Form 65">
            <a:extLst>
              <a:ext uri="{FF2B5EF4-FFF2-40B4-BE49-F238E27FC236}">
                <a16:creationId xmlns:a16="http://schemas.microsoft.com/office/drawing/2014/main" id="{3017B2BB-F60E-DBB3-3E6E-0F90D29F0B30}"/>
              </a:ext>
            </a:extLst>
          </p:cNvPr>
          <p:cNvSpPr/>
          <p:nvPr userDrawn="1"/>
        </p:nvSpPr>
        <p:spPr bwMode="gray">
          <a:xfrm>
            <a:off x="11310044" y="1823409"/>
            <a:ext cx="880369" cy="4661342"/>
          </a:xfrm>
          <a:custGeom>
            <a:avLst/>
            <a:gdLst>
              <a:gd name="connsiteX0" fmla="*/ 878151 w 880369"/>
              <a:gd name="connsiteY0" fmla="*/ 0 h 4661342"/>
              <a:gd name="connsiteX1" fmla="*/ 880369 w 880369"/>
              <a:gd name="connsiteY1" fmla="*/ 0 h 4661342"/>
              <a:gd name="connsiteX2" fmla="*/ 880369 w 880369"/>
              <a:gd name="connsiteY2" fmla="*/ 4661342 h 4661342"/>
              <a:gd name="connsiteX3" fmla="*/ 0 w 880369"/>
              <a:gd name="connsiteY3" fmla="*/ 4661342 h 4661342"/>
              <a:gd name="connsiteX4" fmla="*/ 754832 w 880369"/>
              <a:gd name="connsiteY4" fmla="*/ 654597 h 4661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0369" h="4661342">
                <a:moveTo>
                  <a:pt x="878151" y="0"/>
                </a:moveTo>
                <a:lnTo>
                  <a:pt x="880369" y="0"/>
                </a:lnTo>
                <a:lnTo>
                  <a:pt x="880369" y="4661342"/>
                </a:lnTo>
                <a:lnTo>
                  <a:pt x="0" y="4661342"/>
                </a:lnTo>
                <a:lnTo>
                  <a:pt x="754832" y="654597"/>
                </a:lnTo>
                <a:close/>
              </a:path>
            </a:pathLst>
          </a:custGeom>
          <a:gradFill flip="none" rotWithShape="1">
            <a:gsLst>
              <a:gs pos="60000">
                <a:srgbClr val="80488C"/>
              </a:gs>
              <a:gs pos="9000">
                <a:srgbClr val="277BC4"/>
              </a:gs>
              <a:gs pos="95000">
                <a:srgbClr val="D51C58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182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-1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rallelogramm 10">
            <a:extLst>
              <a:ext uri="{FF2B5EF4-FFF2-40B4-BE49-F238E27FC236}">
                <a16:creationId xmlns:a16="http://schemas.microsoft.com/office/drawing/2014/main" id="{F3D4918D-0444-4784-AE8F-BCB9228932C0}"/>
              </a:ext>
            </a:extLst>
          </p:cNvPr>
          <p:cNvSpPr/>
          <p:nvPr userDrawn="1"/>
        </p:nvSpPr>
        <p:spPr bwMode="gray">
          <a:xfrm>
            <a:off x="4657648" y="-4354"/>
            <a:ext cx="7538706" cy="6862354"/>
          </a:xfrm>
          <a:custGeom>
            <a:avLst/>
            <a:gdLst>
              <a:gd name="connsiteX0" fmla="*/ 0 w 7759002"/>
              <a:gd name="connsiteY0" fmla="*/ 6858000 h 6858000"/>
              <a:gd name="connsiteX1" fmla="*/ 1307409 w 7759002"/>
              <a:gd name="connsiteY1" fmla="*/ 0 h 6858000"/>
              <a:gd name="connsiteX2" fmla="*/ 7759002 w 7759002"/>
              <a:gd name="connsiteY2" fmla="*/ 0 h 6858000"/>
              <a:gd name="connsiteX3" fmla="*/ 6451593 w 7759002"/>
              <a:gd name="connsiteY3" fmla="*/ 6858000 h 6858000"/>
              <a:gd name="connsiteX4" fmla="*/ 0 w 7759002"/>
              <a:gd name="connsiteY4" fmla="*/ 6858000 h 6858000"/>
              <a:gd name="connsiteX0" fmla="*/ 0 w 7759002"/>
              <a:gd name="connsiteY0" fmla="*/ 6862354 h 6862354"/>
              <a:gd name="connsiteX1" fmla="*/ 1307409 w 7759002"/>
              <a:gd name="connsiteY1" fmla="*/ 4354 h 6862354"/>
              <a:gd name="connsiteX2" fmla="*/ 7538706 w 7759002"/>
              <a:gd name="connsiteY2" fmla="*/ 0 h 6862354"/>
              <a:gd name="connsiteX3" fmla="*/ 7759002 w 7759002"/>
              <a:gd name="connsiteY3" fmla="*/ 4354 h 6862354"/>
              <a:gd name="connsiteX4" fmla="*/ 6451593 w 7759002"/>
              <a:gd name="connsiteY4" fmla="*/ 6862354 h 6862354"/>
              <a:gd name="connsiteX5" fmla="*/ 0 w 7759002"/>
              <a:gd name="connsiteY5" fmla="*/ 6862354 h 6862354"/>
              <a:gd name="connsiteX0" fmla="*/ 0 w 7759002"/>
              <a:gd name="connsiteY0" fmla="*/ 6862354 h 6862354"/>
              <a:gd name="connsiteX1" fmla="*/ 1307409 w 7759002"/>
              <a:gd name="connsiteY1" fmla="*/ 4354 h 6862354"/>
              <a:gd name="connsiteX2" fmla="*/ 7538706 w 7759002"/>
              <a:gd name="connsiteY2" fmla="*/ 0 h 6862354"/>
              <a:gd name="connsiteX3" fmla="*/ 7759002 w 7759002"/>
              <a:gd name="connsiteY3" fmla="*/ 4354 h 6862354"/>
              <a:gd name="connsiteX4" fmla="*/ 7534352 w 7759002"/>
              <a:gd name="connsiteY4" fmla="*/ 1166948 h 6862354"/>
              <a:gd name="connsiteX5" fmla="*/ 6451593 w 7759002"/>
              <a:gd name="connsiteY5" fmla="*/ 6862354 h 6862354"/>
              <a:gd name="connsiteX6" fmla="*/ 0 w 7759002"/>
              <a:gd name="connsiteY6" fmla="*/ 6862354 h 6862354"/>
              <a:gd name="connsiteX0" fmla="*/ 0 w 7538706"/>
              <a:gd name="connsiteY0" fmla="*/ 6862354 h 6862354"/>
              <a:gd name="connsiteX1" fmla="*/ 1307409 w 7538706"/>
              <a:gd name="connsiteY1" fmla="*/ 4354 h 6862354"/>
              <a:gd name="connsiteX2" fmla="*/ 7538706 w 7538706"/>
              <a:gd name="connsiteY2" fmla="*/ 0 h 6862354"/>
              <a:gd name="connsiteX3" fmla="*/ 7534352 w 7538706"/>
              <a:gd name="connsiteY3" fmla="*/ 1166948 h 6862354"/>
              <a:gd name="connsiteX4" fmla="*/ 6451593 w 7538706"/>
              <a:gd name="connsiteY4" fmla="*/ 6862354 h 6862354"/>
              <a:gd name="connsiteX5" fmla="*/ 0 w 7538706"/>
              <a:gd name="connsiteY5" fmla="*/ 6862354 h 6862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38706" h="6862354">
                <a:moveTo>
                  <a:pt x="0" y="6862354"/>
                </a:moveTo>
                <a:lnTo>
                  <a:pt x="1307409" y="4354"/>
                </a:lnTo>
                <a:lnTo>
                  <a:pt x="7538706" y="0"/>
                </a:lnTo>
                <a:cubicBezTo>
                  <a:pt x="7537255" y="388983"/>
                  <a:pt x="7535803" y="777965"/>
                  <a:pt x="7534352" y="1166948"/>
                </a:cubicBezTo>
                <a:lnTo>
                  <a:pt x="6451593" y="6862354"/>
                </a:lnTo>
                <a:lnTo>
                  <a:pt x="0" y="6862354"/>
                </a:lnTo>
                <a:close/>
              </a:path>
            </a:pathLst>
          </a:custGeom>
          <a:gradFill>
            <a:gsLst>
              <a:gs pos="76000">
                <a:srgbClr val="7C5598"/>
              </a:gs>
              <a:gs pos="0">
                <a:srgbClr val="01B9FD"/>
              </a:gs>
              <a:gs pos="100000">
                <a:srgbClr val="CA1D5B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de-DE" sz="1800" b="0" i="0" u="none" baseline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71" name="Bildplatzhalter 70">
            <a:extLst>
              <a:ext uri="{FF2B5EF4-FFF2-40B4-BE49-F238E27FC236}">
                <a16:creationId xmlns:a16="http://schemas.microsoft.com/office/drawing/2014/main" id="{1A38380F-B6A4-45C8-ABB5-B2FDBC4B22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-1" y="0"/>
            <a:ext cx="12190415" cy="6858000"/>
          </a:xfrm>
          <a:custGeom>
            <a:avLst/>
            <a:gdLst>
              <a:gd name="connsiteX0" fmla="*/ 12190414 w 12190415"/>
              <a:gd name="connsiteY0" fmla="*/ 1186729 h 6858000"/>
              <a:gd name="connsiteX1" fmla="*/ 12190414 w 12190415"/>
              <a:gd name="connsiteY1" fmla="*/ 6858000 h 6858000"/>
              <a:gd name="connsiteX2" fmla="*/ 11239726 w 12190415"/>
              <a:gd name="connsiteY2" fmla="*/ 6858000 h 6858000"/>
              <a:gd name="connsiteX3" fmla="*/ 11109243 w 12190415"/>
              <a:gd name="connsiteY3" fmla="*/ 6858000 h 6858000"/>
              <a:gd name="connsiteX4" fmla="*/ 12190414 w 12190415"/>
              <a:gd name="connsiteY4" fmla="*/ 0 h 6858000"/>
              <a:gd name="connsiteX5" fmla="*/ 12190415 w 12190415"/>
              <a:gd name="connsiteY5" fmla="*/ 0 h 6858000"/>
              <a:gd name="connsiteX6" fmla="*/ 12190415 w 12190415"/>
              <a:gd name="connsiteY6" fmla="*/ 1186724 h 6858000"/>
              <a:gd name="connsiteX7" fmla="*/ 12190414 w 12190415"/>
              <a:gd name="connsiteY7" fmla="*/ 1186729 h 6858000"/>
              <a:gd name="connsiteX8" fmla="*/ 950687 w 12190415"/>
              <a:gd name="connsiteY8" fmla="*/ 0 h 6858000"/>
              <a:gd name="connsiteX9" fmla="*/ 1613984 w 12190415"/>
              <a:gd name="connsiteY9" fmla="*/ 0 h 6858000"/>
              <a:gd name="connsiteX10" fmla="*/ 5965059 w 12190415"/>
              <a:gd name="connsiteY10" fmla="*/ 0 h 6858000"/>
              <a:gd name="connsiteX11" fmla="*/ 4657650 w 12190415"/>
              <a:gd name="connsiteY11" fmla="*/ 6858000 h 6858000"/>
              <a:gd name="connsiteX12" fmla="*/ 1613984 w 12190415"/>
              <a:gd name="connsiteY12" fmla="*/ 6858000 h 6858000"/>
              <a:gd name="connsiteX13" fmla="*/ 0 w 12190415"/>
              <a:gd name="connsiteY13" fmla="*/ 6858000 h 6858000"/>
              <a:gd name="connsiteX14" fmla="*/ 0 w 12190415"/>
              <a:gd name="connsiteY14" fmla="*/ 50463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0415" h="6858000">
                <a:moveTo>
                  <a:pt x="12190414" y="1186729"/>
                </a:moveTo>
                <a:lnTo>
                  <a:pt x="12190414" y="6858000"/>
                </a:lnTo>
                <a:lnTo>
                  <a:pt x="11239726" y="6858000"/>
                </a:lnTo>
                <a:lnTo>
                  <a:pt x="11109243" y="6858000"/>
                </a:lnTo>
                <a:close/>
                <a:moveTo>
                  <a:pt x="12190414" y="0"/>
                </a:moveTo>
                <a:lnTo>
                  <a:pt x="12190415" y="0"/>
                </a:lnTo>
                <a:lnTo>
                  <a:pt x="12190415" y="1186724"/>
                </a:lnTo>
                <a:lnTo>
                  <a:pt x="12190414" y="1186729"/>
                </a:lnTo>
                <a:close/>
                <a:moveTo>
                  <a:pt x="950687" y="0"/>
                </a:moveTo>
                <a:lnTo>
                  <a:pt x="1613984" y="0"/>
                </a:lnTo>
                <a:lnTo>
                  <a:pt x="5965059" y="0"/>
                </a:lnTo>
                <a:lnTo>
                  <a:pt x="4657650" y="6858000"/>
                </a:lnTo>
                <a:lnTo>
                  <a:pt x="1613984" y="6858000"/>
                </a:lnTo>
                <a:lnTo>
                  <a:pt x="0" y="6858000"/>
                </a:lnTo>
                <a:lnTo>
                  <a:pt x="0" y="504637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14" name="Freihandform: Form 13">
            <a:extLst>
              <a:ext uri="{FF2B5EF4-FFF2-40B4-BE49-F238E27FC236}">
                <a16:creationId xmlns:a16="http://schemas.microsoft.com/office/drawing/2014/main" id="{2288459F-DCB6-4C0D-A41A-C175E89BC2B3}"/>
              </a:ext>
            </a:extLst>
          </p:cNvPr>
          <p:cNvSpPr/>
          <p:nvPr userDrawn="1"/>
        </p:nvSpPr>
        <p:spPr bwMode="gray">
          <a:xfrm rot="10800000">
            <a:off x="-1" y="0"/>
            <a:ext cx="950685" cy="5034591"/>
          </a:xfrm>
          <a:custGeom>
            <a:avLst/>
            <a:gdLst>
              <a:gd name="connsiteX0" fmla="*/ 948467 w 950685"/>
              <a:gd name="connsiteY0" fmla="*/ 0 h 5034591"/>
              <a:gd name="connsiteX1" fmla="*/ 950685 w 950685"/>
              <a:gd name="connsiteY1" fmla="*/ 0 h 5034591"/>
              <a:gd name="connsiteX2" fmla="*/ 950685 w 950685"/>
              <a:gd name="connsiteY2" fmla="*/ 5034591 h 5034591"/>
              <a:gd name="connsiteX3" fmla="*/ 0 w 950685"/>
              <a:gd name="connsiteY3" fmla="*/ 5034591 h 5034591"/>
              <a:gd name="connsiteX4" fmla="*/ 2 w 950685"/>
              <a:gd name="connsiteY4" fmla="*/ 5034579 h 5034591"/>
              <a:gd name="connsiteX5" fmla="*/ 825148 w 950685"/>
              <a:gd name="connsiteY5" fmla="*/ 654597 h 50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0685" h="5034591">
                <a:moveTo>
                  <a:pt x="948467" y="0"/>
                </a:moveTo>
                <a:lnTo>
                  <a:pt x="950685" y="0"/>
                </a:lnTo>
                <a:lnTo>
                  <a:pt x="950685" y="5034591"/>
                </a:lnTo>
                <a:lnTo>
                  <a:pt x="0" y="5034591"/>
                </a:lnTo>
                <a:lnTo>
                  <a:pt x="2" y="5034579"/>
                </a:lnTo>
                <a:lnTo>
                  <a:pt x="825148" y="65459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pic>
        <p:nvPicPr>
          <p:cNvPr id="27" name="Picture 2">
            <a:extLst>
              <a:ext uri="{FF2B5EF4-FFF2-40B4-BE49-F238E27FC236}">
                <a16:creationId xmlns:a16="http://schemas.microsoft.com/office/drawing/2014/main" id="{7072CCE5-DB8C-4AD8-AA77-C9DCB6CF206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Subtitle 2">
            <a:extLst>
              <a:ext uri="{FF2B5EF4-FFF2-40B4-BE49-F238E27FC236}">
                <a16:creationId xmlns:a16="http://schemas.microsoft.com/office/drawing/2014/main" id="{43A7F2F0-6C6F-4721-A2BE-EFC57882D28C}"/>
              </a:ext>
            </a:extLst>
          </p:cNvPr>
          <p:cNvSpPr>
            <a:spLocks noGrp="1"/>
          </p:cNvSpPr>
          <p:nvPr>
            <p:ph type="subTitle" idx="13"/>
          </p:nvPr>
        </p:nvSpPr>
        <p:spPr bwMode="gray">
          <a:xfrm>
            <a:off x="6309461" y="1138299"/>
            <a:ext cx="4901442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4" name="Inhaltsplatzhalter 6">
            <a:extLst>
              <a:ext uri="{FF2B5EF4-FFF2-40B4-BE49-F238E27FC236}">
                <a16:creationId xmlns:a16="http://schemas.microsoft.com/office/drawing/2014/main" id="{8F354190-0FAA-49D8-8039-97078E2918C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09461" y="1732751"/>
            <a:ext cx="4901442" cy="4751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270000" indent="-270000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2pPr>
            <a:lvl3pPr marL="540000" indent="-270000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3pPr>
            <a:lvl4pPr marL="810000" indent="-270000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4pPr>
            <a:lvl5pPr marL="1080000" indent="-270000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1E20369-E540-0631-0E15-A8F69F7A1DE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309461" y="132067"/>
            <a:ext cx="4901442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3DDE5CA7-EB77-84F9-A035-3815260C3864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732963" y="163513"/>
            <a:ext cx="2246312" cy="139700"/>
            <a:chOff x="6131" y="103"/>
            <a:chExt cx="1415" cy="88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172A8933-B6A3-9E2D-B8DD-11E1684E9E9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131" y="103"/>
              <a:ext cx="1415" cy="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3074EF5A-7187-7DEE-9210-D6EB7E11E6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00" y="105"/>
              <a:ext cx="65" cy="67"/>
            </a:xfrm>
            <a:custGeom>
              <a:avLst/>
              <a:gdLst>
                <a:gd name="T0" fmla="*/ 14 w 65"/>
                <a:gd name="T1" fmla="*/ 0 h 67"/>
                <a:gd name="T2" fmla="*/ 22 w 65"/>
                <a:gd name="T3" fmla="*/ 0 h 67"/>
                <a:gd name="T4" fmla="*/ 16 w 65"/>
                <a:gd name="T5" fmla="*/ 30 h 67"/>
                <a:gd name="T6" fmla="*/ 51 w 65"/>
                <a:gd name="T7" fmla="*/ 30 h 67"/>
                <a:gd name="T8" fmla="*/ 57 w 65"/>
                <a:gd name="T9" fmla="*/ 0 h 67"/>
                <a:gd name="T10" fmla="*/ 65 w 65"/>
                <a:gd name="T11" fmla="*/ 0 h 67"/>
                <a:gd name="T12" fmla="*/ 51 w 65"/>
                <a:gd name="T13" fmla="*/ 67 h 67"/>
                <a:gd name="T14" fmla="*/ 44 w 65"/>
                <a:gd name="T15" fmla="*/ 67 h 67"/>
                <a:gd name="T16" fmla="*/ 49 w 65"/>
                <a:gd name="T17" fmla="*/ 37 h 67"/>
                <a:gd name="T18" fmla="*/ 15 w 65"/>
                <a:gd name="T19" fmla="*/ 37 h 67"/>
                <a:gd name="T20" fmla="*/ 8 w 65"/>
                <a:gd name="T21" fmla="*/ 67 h 67"/>
                <a:gd name="T22" fmla="*/ 0 w 65"/>
                <a:gd name="T23" fmla="*/ 67 h 67"/>
                <a:gd name="T24" fmla="*/ 14 w 65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5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1" y="30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51" y="67"/>
                  </a:lnTo>
                  <a:lnTo>
                    <a:pt x="44" y="67"/>
                  </a:lnTo>
                  <a:lnTo>
                    <a:pt x="49" y="37"/>
                  </a:lnTo>
                  <a:lnTo>
                    <a:pt x="15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6A0B38B8-4577-6805-6F84-143A8A3B3C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367" y="123"/>
              <a:ext cx="44" cy="50"/>
            </a:xfrm>
            <a:custGeom>
              <a:avLst/>
              <a:gdLst>
                <a:gd name="T0" fmla="*/ 0 w 38"/>
                <a:gd name="T1" fmla="*/ 26 h 43"/>
                <a:gd name="T2" fmla="*/ 23 w 38"/>
                <a:gd name="T3" fmla="*/ 0 h 43"/>
                <a:gd name="T4" fmla="*/ 38 w 38"/>
                <a:gd name="T5" fmla="*/ 15 h 43"/>
                <a:gd name="T6" fmla="*/ 37 w 38"/>
                <a:gd name="T7" fmla="*/ 22 h 43"/>
                <a:gd name="T8" fmla="*/ 7 w 38"/>
                <a:gd name="T9" fmla="*/ 22 h 43"/>
                <a:gd name="T10" fmla="*/ 7 w 38"/>
                <a:gd name="T11" fmla="*/ 26 h 43"/>
                <a:gd name="T12" fmla="*/ 19 w 38"/>
                <a:gd name="T13" fmla="*/ 37 h 43"/>
                <a:gd name="T14" fmla="*/ 32 w 38"/>
                <a:gd name="T15" fmla="*/ 34 h 43"/>
                <a:gd name="T16" fmla="*/ 31 w 38"/>
                <a:gd name="T17" fmla="*/ 41 h 43"/>
                <a:gd name="T18" fmla="*/ 18 w 38"/>
                <a:gd name="T19" fmla="*/ 43 h 43"/>
                <a:gd name="T20" fmla="*/ 0 w 38"/>
                <a:gd name="T21" fmla="*/ 26 h 43"/>
                <a:gd name="T22" fmla="*/ 9 w 38"/>
                <a:gd name="T23" fmla="*/ 17 h 43"/>
                <a:gd name="T24" fmla="*/ 31 w 38"/>
                <a:gd name="T25" fmla="*/ 17 h 43"/>
                <a:gd name="T26" fmla="*/ 31 w 38"/>
                <a:gd name="T27" fmla="*/ 15 h 43"/>
                <a:gd name="T28" fmla="*/ 23 w 38"/>
                <a:gd name="T29" fmla="*/ 6 h 43"/>
                <a:gd name="T30" fmla="*/ 9 w 38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8" h="43">
                  <a:moveTo>
                    <a:pt x="0" y="26"/>
                  </a:moveTo>
                  <a:cubicBezTo>
                    <a:pt x="0" y="14"/>
                    <a:pt x="9" y="0"/>
                    <a:pt x="23" y="0"/>
                  </a:cubicBezTo>
                  <a:cubicBezTo>
                    <a:pt x="32" y="0"/>
                    <a:pt x="38" y="6"/>
                    <a:pt x="38" y="15"/>
                  </a:cubicBezTo>
                  <a:cubicBezTo>
                    <a:pt x="38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3" y="43"/>
                    <a:pt x="18" y="43"/>
                  </a:cubicBezTo>
                  <a:cubicBezTo>
                    <a:pt x="7" y="43"/>
                    <a:pt x="0" y="37"/>
                    <a:pt x="0" y="26"/>
                  </a:cubicBezTo>
                  <a:close/>
                  <a:moveTo>
                    <a:pt x="9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8" y="6"/>
                    <a:pt x="23" y="6"/>
                  </a:cubicBezTo>
                  <a:cubicBezTo>
                    <a:pt x="16" y="6"/>
                    <a:pt x="11" y="11"/>
                    <a:pt x="9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D9445EE-64A0-6BBA-4222-5D66774988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15" y="123"/>
              <a:ext cx="44" cy="50"/>
            </a:xfrm>
            <a:custGeom>
              <a:avLst/>
              <a:gdLst>
                <a:gd name="T0" fmla="*/ 0 w 39"/>
                <a:gd name="T1" fmla="*/ 32 h 43"/>
                <a:gd name="T2" fmla="*/ 15 w 39"/>
                <a:gd name="T3" fmla="*/ 18 h 43"/>
                <a:gd name="T4" fmla="*/ 30 w 39"/>
                <a:gd name="T5" fmla="*/ 17 h 43"/>
                <a:gd name="T6" fmla="*/ 30 w 39"/>
                <a:gd name="T7" fmla="*/ 14 h 43"/>
                <a:gd name="T8" fmla="*/ 21 w 39"/>
                <a:gd name="T9" fmla="*/ 5 h 43"/>
                <a:gd name="T10" fmla="*/ 8 w 39"/>
                <a:gd name="T11" fmla="*/ 8 h 43"/>
                <a:gd name="T12" fmla="*/ 9 w 39"/>
                <a:gd name="T13" fmla="*/ 2 h 43"/>
                <a:gd name="T14" fmla="*/ 22 w 39"/>
                <a:gd name="T15" fmla="*/ 0 h 43"/>
                <a:gd name="T16" fmla="*/ 37 w 39"/>
                <a:gd name="T17" fmla="*/ 15 h 43"/>
                <a:gd name="T18" fmla="*/ 33 w 39"/>
                <a:gd name="T19" fmla="*/ 34 h 43"/>
                <a:gd name="T20" fmla="*/ 31 w 39"/>
                <a:gd name="T21" fmla="*/ 42 h 43"/>
                <a:gd name="T22" fmla="*/ 25 w 39"/>
                <a:gd name="T23" fmla="*/ 42 h 43"/>
                <a:gd name="T24" fmla="*/ 26 w 39"/>
                <a:gd name="T25" fmla="*/ 34 h 43"/>
                <a:gd name="T26" fmla="*/ 26 w 39"/>
                <a:gd name="T27" fmla="*/ 34 h 43"/>
                <a:gd name="T28" fmla="*/ 12 w 39"/>
                <a:gd name="T29" fmla="*/ 43 h 43"/>
                <a:gd name="T30" fmla="*/ 0 w 39"/>
                <a:gd name="T31" fmla="*/ 32 h 43"/>
                <a:gd name="T32" fmla="*/ 28 w 39"/>
                <a:gd name="T33" fmla="*/ 25 h 43"/>
                <a:gd name="T34" fmla="*/ 29 w 39"/>
                <a:gd name="T35" fmla="*/ 22 h 43"/>
                <a:gd name="T36" fmla="*/ 16 w 39"/>
                <a:gd name="T37" fmla="*/ 23 h 43"/>
                <a:gd name="T38" fmla="*/ 6 w 39"/>
                <a:gd name="T39" fmla="*/ 31 h 43"/>
                <a:gd name="T40" fmla="*/ 14 w 39"/>
                <a:gd name="T41" fmla="*/ 37 h 43"/>
                <a:gd name="T42" fmla="*/ 28 w 39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9" h="43">
                  <a:moveTo>
                    <a:pt x="0" y="32"/>
                  </a:moveTo>
                  <a:cubicBezTo>
                    <a:pt x="0" y="24"/>
                    <a:pt x="6" y="19"/>
                    <a:pt x="15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2" y="8"/>
                    <a:pt x="28" y="5"/>
                    <a:pt x="21" y="5"/>
                  </a:cubicBezTo>
                  <a:cubicBezTo>
                    <a:pt x="17" y="5"/>
                    <a:pt x="13" y="6"/>
                    <a:pt x="8" y="8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13" y="1"/>
                    <a:pt x="17" y="0"/>
                    <a:pt x="22" y="0"/>
                  </a:cubicBezTo>
                  <a:cubicBezTo>
                    <a:pt x="33" y="0"/>
                    <a:pt x="39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2" y="37"/>
                    <a:pt x="31" y="39"/>
                    <a:pt x="31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9"/>
                    <a:pt x="25" y="37"/>
                    <a:pt x="26" y="34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3" y="40"/>
                    <a:pt x="17" y="43"/>
                    <a:pt x="12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8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0" y="24"/>
                    <a:pt x="6" y="27"/>
                    <a:pt x="6" y="31"/>
                  </a:cubicBezTo>
                  <a:cubicBezTo>
                    <a:pt x="6" y="35"/>
                    <a:pt x="9" y="37"/>
                    <a:pt x="14" y="37"/>
                  </a:cubicBezTo>
                  <a:cubicBezTo>
                    <a:pt x="21" y="37"/>
                    <a:pt x="26" y="32"/>
                    <a:pt x="28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450EB287-3E83-ED3B-854B-3ECF601228E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63" y="105"/>
              <a:ext cx="21" cy="67"/>
            </a:xfrm>
            <a:custGeom>
              <a:avLst/>
              <a:gdLst>
                <a:gd name="T0" fmla="*/ 2 w 19"/>
                <a:gd name="T1" fmla="*/ 46 h 57"/>
                <a:gd name="T2" fmla="*/ 12 w 19"/>
                <a:gd name="T3" fmla="*/ 0 h 57"/>
                <a:gd name="T4" fmla="*/ 19 w 19"/>
                <a:gd name="T5" fmla="*/ 0 h 57"/>
                <a:gd name="T6" fmla="*/ 9 w 19"/>
                <a:gd name="T7" fmla="*/ 46 h 57"/>
                <a:gd name="T8" fmla="*/ 12 w 19"/>
                <a:gd name="T9" fmla="*/ 51 h 57"/>
                <a:gd name="T10" fmla="*/ 16 w 19"/>
                <a:gd name="T11" fmla="*/ 51 h 57"/>
                <a:gd name="T12" fmla="*/ 15 w 19"/>
                <a:gd name="T13" fmla="*/ 57 h 57"/>
                <a:gd name="T14" fmla="*/ 10 w 19"/>
                <a:gd name="T15" fmla="*/ 57 h 57"/>
                <a:gd name="T16" fmla="*/ 2 w 19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2B28EB8C-7A65-F768-5958-1838153F78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89" y="110"/>
              <a:ext cx="27" cy="62"/>
            </a:xfrm>
            <a:custGeom>
              <a:avLst/>
              <a:gdLst>
                <a:gd name="T0" fmla="*/ 2 w 24"/>
                <a:gd name="T1" fmla="*/ 42 h 53"/>
                <a:gd name="T2" fmla="*/ 7 w 24"/>
                <a:gd name="T3" fmla="*/ 17 h 53"/>
                <a:gd name="T4" fmla="*/ 0 w 24"/>
                <a:gd name="T5" fmla="*/ 17 h 53"/>
                <a:gd name="T6" fmla="*/ 1 w 24"/>
                <a:gd name="T7" fmla="*/ 12 h 53"/>
                <a:gd name="T8" fmla="*/ 8 w 24"/>
                <a:gd name="T9" fmla="*/ 12 h 53"/>
                <a:gd name="T10" fmla="*/ 11 w 24"/>
                <a:gd name="T11" fmla="*/ 0 h 53"/>
                <a:gd name="T12" fmla="*/ 18 w 24"/>
                <a:gd name="T13" fmla="*/ 0 h 53"/>
                <a:gd name="T14" fmla="*/ 15 w 24"/>
                <a:gd name="T15" fmla="*/ 12 h 53"/>
                <a:gd name="T16" fmla="*/ 24 w 24"/>
                <a:gd name="T17" fmla="*/ 12 h 53"/>
                <a:gd name="T18" fmla="*/ 23 w 24"/>
                <a:gd name="T19" fmla="*/ 17 h 53"/>
                <a:gd name="T20" fmla="*/ 14 w 24"/>
                <a:gd name="T21" fmla="*/ 17 h 53"/>
                <a:gd name="T22" fmla="*/ 8 w 24"/>
                <a:gd name="T23" fmla="*/ 43 h 53"/>
                <a:gd name="T24" fmla="*/ 13 w 24"/>
                <a:gd name="T25" fmla="*/ 47 h 53"/>
                <a:gd name="T26" fmla="*/ 16 w 24"/>
                <a:gd name="T27" fmla="*/ 47 h 53"/>
                <a:gd name="T28" fmla="*/ 15 w 24"/>
                <a:gd name="T29" fmla="*/ 53 h 53"/>
                <a:gd name="T30" fmla="*/ 11 w 24"/>
                <a:gd name="T31" fmla="*/ 53 h 53"/>
                <a:gd name="T32" fmla="*/ 2 w 24"/>
                <a:gd name="T33" fmla="*/ 4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53">
                  <a:moveTo>
                    <a:pt x="2" y="42"/>
                  </a:moveTo>
                  <a:cubicBezTo>
                    <a:pt x="7" y="17"/>
                    <a:pt x="7" y="17"/>
                    <a:pt x="7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6"/>
                    <a:pt x="9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4" y="53"/>
                    <a:pt x="12" y="53"/>
                    <a:pt x="11" y="53"/>
                  </a:cubicBezTo>
                  <a:cubicBezTo>
                    <a:pt x="4" y="53"/>
                    <a:pt x="0" y="49"/>
                    <a:pt x="2" y="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113B53F4-FD90-3B80-0DF1-C477465D71E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16" y="105"/>
              <a:ext cx="47" cy="67"/>
            </a:xfrm>
            <a:custGeom>
              <a:avLst/>
              <a:gdLst>
                <a:gd name="T0" fmla="*/ 12 w 41"/>
                <a:gd name="T1" fmla="*/ 0 h 57"/>
                <a:gd name="T2" fmla="*/ 19 w 41"/>
                <a:gd name="T3" fmla="*/ 0 h 57"/>
                <a:gd name="T4" fmla="*/ 15 w 41"/>
                <a:gd name="T5" fmla="*/ 16 h 57"/>
                <a:gd name="T6" fmla="*/ 13 w 41"/>
                <a:gd name="T7" fmla="*/ 24 h 57"/>
                <a:gd name="T8" fmla="*/ 13 w 41"/>
                <a:gd name="T9" fmla="*/ 24 h 57"/>
                <a:gd name="T10" fmla="*/ 28 w 41"/>
                <a:gd name="T11" fmla="*/ 15 h 57"/>
                <a:gd name="T12" fmla="*/ 39 w 41"/>
                <a:gd name="T13" fmla="*/ 30 h 57"/>
                <a:gd name="T14" fmla="*/ 33 w 41"/>
                <a:gd name="T15" fmla="*/ 57 h 57"/>
                <a:gd name="T16" fmla="*/ 26 w 41"/>
                <a:gd name="T17" fmla="*/ 57 h 57"/>
                <a:gd name="T18" fmla="*/ 32 w 41"/>
                <a:gd name="T19" fmla="*/ 30 h 57"/>
                <a:gd name="T20" fmla="*/ 26 w 41"/>
                <a:gd name="T21" fmla="*/ 21 h 57"/>
                <a:gd name="T22" fmla="*/ 11 w 41"/>
                <a:gd name="T23" fmla="*/ 34 h 57"/>
                <a:gd name="T24" fmla="*/ 7 w 41"/>
                <a:gd name="T25" fmla="*/ 57 h 57"/>
                <a:gd name="T26" fmla="*/ 0 w 41"/>
                <a:gd name="T27" fmla="*/ 57 h 57"/>
                <a:gd name="T28" fmla="*/ 12 w 41"/>
                <a:gd name="T2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" h="57">
                  <a:moveTo>
                    <a:pt x="12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8"/>
                    <a:pt x="14" y="21"/>
                    <a:pt x="13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6" y="19"/>
                    <a:pt x="22" y="15"/>
                    <a:pt x="28" y="15"/>
                  </a:cubicBezTo>
                  <a:cubicBezTo>
                    <a:pt x="36" y="15"/>
                    <a:pt x="41" y="20"/>
                    <a:pt x="39" y="30"/>
                  </a:cubicBezTo>
                  <a:cubicBezTo>
                    <a:pt x="33" y="57"/>
                    <a:pt x="33" y="57"/>
                    <a:pt x="33" y="57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34" y="24"/>
                    <a:pt x="31" y="21"/>
                    <a:pt x="26" y="21"/>
                  </a:cubicBezTo>
                  <a:cubicBezTo>
                    <a:pt x="20" y="21"/>
                    <a:pt x="13" y="26"/>
                    <a:pt x="11" y="34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0" y="57"/>
                    <a:pt x="0" y="57"/>
                    <a:pt x="0" y="57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F14ED3F8-1F69-DE29-4CDA-2E3E4CAF33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96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9FA6BB24-CB33-A193-9369-A3965F4DA2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24" y="123"/>
              <a:ext cx="45" cy="50"/>
            </a:xfrm>
            <a:custGeom>
              <a:avLst/>
              <a:gdLst>
                <a:gd name="T0" fmla="*/ 0 w 39"/>
                <a:gd name="T1" fmla="*/ 27 h 43"/>
                <a:gd name="T2" fmla="*/ 23 w 39"/>
                <a:gd name="T3" fmla="*/ 0 h 43"/>
                <a:gd name="T4" fmla="*/ 39 w 39"/>
                <a:gd name="T5" fmla="*/ 15 h 43"/>
                <a:gd name="T6" fmla="*/ 16 w 39"/>
                <a:gd name="T7" fmla="*/ 43 h 43"/>
                <a:gd name="T8" fmla="*/ 0 w 39"/>
                <a:gd name="T9" fmla="*/ 27 h 43"/>
                <a:gd name="T10" fmla="*/ 32 w 39"/>
                <a:gd name="T11" fmla="*/ 16 h 43"/>
                <a:gd name="T12" fmla="*/ 23 w 39"/>
                <a:gd name="T13" fmla="*/ 6 h 43"/>
                <a:gd name="T14" fmla="*/ 7 w 39"/>
                <a:gd name="T15" fmla="*/ 27 h 43"/>
                <a:gd name="T16" fmla="*/ 16 w 39"/>
                <a:gd name="T17" fmla="*/ 37 h 43"/>
                <a:gd name="T18" fmla="*/ 32 w 39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9" y="6"/>
                    <a:pt x="39" y="15"/>
                  </a:cubicBezTo>
                  <a:cubicBezTo>
                    <a:pt x="39" y="27"/>
                    <a:pt x="31" y="43"/>
                    <a:pt x="16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B4D39312-BFC4-DCFF-FADD-58EB6C3F7C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74" y="123"/>
              <a:ext cx="33" cy="49"/>
            </a:xfrm>
            <a:custGeom>
              <a:avLst/>
              <a:gdLst>
                <a:gd name="T0" fmla="*/ 8 w 29"/>
                <a:gd name="T1" fmla="*/ 1 h 42"/>
                <a:gd name="T2" fmla="*/ 15 w 29"/>
                <a:gd name="T3" fmla="*/ 1 h 42"/>
                <a:gd name="T4" fmla="*/ 13 w 29"/>
                <a:gd name="T5" fmla="*/ 9 h 42"/>
                <a:gd name="T6" fmla="*/ 13 w 29"/>
                <a:gd name="T7" fmla="*/ 9 h 42"/>
                <a:gd name="T8" fmla="*/ 29 w 29"/>
                <a:gd name="T9" fmla="*/ 0 h 42"/>
                <a:gd name="T10" fmla="*/ 27 w 29"/>
                <a:gd name="T11" fmla="*/ 7 h 42"/>
                <a:gd name="T12" fmla="*/ 11 w 29"/>
                <a:gd name="T13" fmla="*/ 18 h 42"/>
                <a:gd name="T14" fmla="*/ 6 w 29"/>
                <a:gd name="T15" fmla="*/ 42 h 42"/>
                <a:gd name="T16" fmla="*/ 0 w 29"/>
                <a:gd name="T17" fmla="*/ 42 h 42"/>
                <a:gd name="T18" fmla="*/ 8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8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4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3"/>
                    <a:pt x="23" y="0"/>
                    <a:pt x="29" y="0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18" y="7"/>
                    <a:pt x="13" y="11"/>
                    <a:pt x="11" y="18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B6F14C72-CCA3-BEF4-50E9-CFDD54B020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731" y="123"/>
              <a:ext cx="46" cy="50"/>
            </a:xfrm>
            <a:custGeom>
              <a:avLst/>
              <a:gdLst>
                <a:gd name="T0" fmla="*/ 0 w 40"/>
                <a:gd name="T1" fmla="*/ 32 h 43"/>
                <a:gd name="T2" fmla="*/ 16 w 40"/>
                <a:gd name="T3" fmla="*/ 18 h 43"/>
                <a:gd name="T4" fmla="*/ 30 w 40"/>
                <a:gd name="T5" fmla="*/ 17 h 43"/>
                <a:gd name="T6" fmla="*/ 31 w 40"/>
                <a:gd name="T7" fmla="*/ 14 h 43"/>
                <a:gd name="T8" fmla="*/ 22 w 40"/>
                <a:gd name="T9" fmla="*/ 5 h 43"/>
                <a:gd name="T10" fmla="*/ 8 w 40"/>
                <a:gd name="T11" fmla="*/ 8 h 43"/>
                <a:gd name="T12" fmla="*/ 10 w 40"/>
                <a:gd name="T13" fmla="*/ 2 h 43"/>
                <a:gd name="T14" fmla="*/ 23 w 40"/>
                <a:gd name="T15" fmla="*/ 0 h 43"/>
                <a:gd name="T16" fmla="*/ 37 w 40"/>
                <a:gd name="T17" fmla="*/ 15 h 43"/>
                <a:gd name="T18" fmla="*/ 33 w 40"/>
                <a:gd name="T19" fmla="*/ 34 h 43"/>
                <a:gd name="T20" fmla="*/ 32 w 40"/>
                <a:gd name="T21" fmla="*/ 42 h 43"/>
                <a:gd name="T22" fmla="*/ 25 w 40"/>
                <a:gd name="T23" fmla="*/ 42 h 43"/>
                <a:gd name="T24" fmla="*/ 27 w 40"/>
                <a:gd name="T25" fmla="*/ 34 h 43"/>
                <a:gd name="T26" fmla="*/ 27 w 40"/>
                <a:gd name="T27" fmla="*/ 34 h 43"/>
                <a:gd name="T28" fmla="*/ 13 w 40"/>
                <a:gd name="T29" fmla="*/ 43 h 43"/>
                <a:gd name="T30" fmla="*/ 0 w 40"/>
                <a:gd name="T31" fmla="*/ 32 h 43"/>
                <a:gd name="T32" fmla="*/ 29 w 40"/>
                <a:gd name="T33" fmla="*/ 25 h 43"/>
                <a:gd name="T34" fmla="*/ 29 w 40"/>
                <a:gd name="T35" fmla="*/ 22 h 43"/>
                <a:gd name="T36" fmla="*/ 17 w 40"/>
                <a:gd name="T37" fmla="*/ 23 h 43"/>
                <a:gd name="T38" fmla="*/ 7 w 40"/>
                <a:gd name="T39" fmla="*/ 31 h 43"/>
                <a:gd name="T40" fmla="*/ 14 w 40"/>
                <a:gd name="T41" fmla="*/ 37 h 43"/>
                <a:gd name="T42" fmla="*/ 29 w 40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0" h="43">
                  <a:moveTo>
                    <a:pt x="0" y="32"/>
                  </a:moveTo>
                  <a:cubicBezTo>
                    <a:pt x="0" y="24"/>
                    <a:pt x="7" y="19"/>
                    <a:pt x="16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2" y="8"/>
                    <a:pt x="29" y="5"/>
                    <a:pt x="22" y="5"/>
                  </a:cubicBezTo>
                  <a:cubicBezTo>
                    <a:pt x="18" y="5"/>
                    <a:pt x="14" y="6"/>
                    <a:pt x="8" y="8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4" y="1"/>
                    <a:pt x="18" y="0"/>
                    <a:pt x="23" y="0"/>
                  </a:cubicBezTo>
                  <a:cubicBezTo>
                    <a:pt x="34" y="0"/>
                    <a:pt x="40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3" y="37"/>
                    <a:pt x="32" y="39"/>
                    <a:pt x="32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39"/>
                    <a:pt x="26" y="37"/>
                    <a:pt x="27" y="34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4" y="40"/>
                    <a:pt x="18" y="43"/>
                    <a:pt x="13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9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1" y="24"/>
                    <a:pt x="7" y="27"/>
                    <a:pt x="7" y="31"/>
                  </a:cubicBezTo>
                  <a:cubicBezTo>
                    <a:pt x="7" y="35"/>
                    <a:pt x="10" y="37"/>
                    <a:pt x="14" y="37"/>
                  </a:cubicBezTo>
                  <a:cubicBezTo>
                    <a:pt x="22" y="37"/>
                    <a:pt x="27" y="32"/>
                    <a:pt x="29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F9476C69-E574-5E29-088F-401D00F6E78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80" y="105"/>
              <a:ext cx="20" cy="67"/>
            </a:xfrm>
            <a:custGeom>
              <a:avLst/>
              <a:gdLst>
                <a:gd name="T0" fmla="*/ 2 w 18"/>
                <a:gd name="T1" fmla="*/ 46 h 57"/>
                <a:gd name="T2" fmla="*/ 12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6 w 18"/>
                <a:gd name="T11" fmla="*/ 51 h 57"/>
                <a:gd name="T12" fmla="*/ 15 w 18"/>
                <a:gd name="T13" fmla="*/ 57 h 57"/>
                <a:gd name="T14" fmla="*/ 10 w 18"/>
                <a:gd name="T15" fmla="*/ 57 h 57"/>
                <a:gd name="T16" fmla="*/ 2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CF9C814E-9646-CA7B-8FBA-F86BD1C5EB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04" y="105"/>
              <a:ext cx="20" cy="67"/>
            </a:xfrm>
            <a:custGeom>
              <a:avLst/>
              <a:gdLst>
                <a:gd name="T0" fmla="*/ 1 w 18"/>
                <a:gd name="T1" fmla="*/ 46 h 57"/>
                <a:gd name="T2" fmla="*/ 11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5 w 18"/>
                <a:gd name="T11" fmla="*/ 51 h 57"/>
                <a:gd name="T12" fmla="*/ 14 w 18"/>
                <a:gd name="T13" fmla="*/ 57 h 57"/>
                <a:gd name="T14" fmla="*/ 10 w 18"/>
                <a:gd name="T15" fmla="*/ 57 h 57"/>
                <a:gd name="T16" fmla="*/ 1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1" y="46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50"/>
                    <a:pt x="9" y="51"/>
                    <a:pt x="12" y="51"/>
                  </a:cubicBezTo>
                  <a:cubicBezTo>
                    <a:pt x="13" y="51"/>
                    <a:pt x="14" y="51"/>
                    <a:pt x="15" y="51"/>
                  </a:cubicBezTo>
                  <a:cubicBezTo>
                    <a:pt x="14" y="57"/>
                    <a:pt x="14" y="57"/>
                    <a:pt x="14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3" y="57"/>
                    <a:pt x="0" y="53"/>
                    <a:pt x="1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31F1E26A-A2CA-9ECF-AD4C-C9E3856438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25" y="162"/>
              <a:ext cx="16" cy="25"/>
            </a:xfrm>
            <a:custGeom>
              <a:avLst/>
              <a:gdLst>
                <a:gd name="T0" fmla="*/ 8 w 14"/>
                <a:gd name="T1" fmla="*/ 9 h 22"/>
                <a:gd name="T2" fmla="*/ 5 w 14"/>
                <a:gd name="T3" fmla="*/ 4 h 22"/>
                <a:gd name="T4" fmla="*/ 9 w 14"/>
                <a:gd name="T5" fmla="*/ 0 h 22"/>
                <a:gd name="T6" fmla="*/ 14 w 14"/>
                <a:gd name="T7" fmla="*/ 4 h 22"/>
                <a:gd name="T8" fmla="*/ 13 w 14"/>
                <a:gd name="T9" fmla="*/ 8 h 22"/>
                <a:gd name="T10" fmla="*/ 5 w 14"/>
                <a:gd name="T11" fmla="*/ 22 h 22"/>
                <a:gd name="T12" fmla="*/ 0 w 14"/>
                <a:gd name="T13" fmla="*/ 22 h 22"/>
                <a:gd name="T14" fmla="*/ 8 w 14"/>
                <a:gd name="T15" fmla="*/ 9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22">
                  <a:moveTo>
                    <a:pt x="8" y="9"/>
                  </a:moveTo>
                  <a:cubicBezTo>
                    <a:pt x="6" y="8"/>
                    <a:pt x="5" y="6"/>
                    <a:pt x="5" y="4"/>
                  </a:cubicBezTo>
                  <a:cubicBezTo>
                    <a:pt x="5" y="2"/>
                    <a:pt x="7" y="0"/>
                    <a:pt x="9" y="0"/>
                  </a:cubicBezTo>
                  <a:cubicBezTo>
                    <a:pt x="12" y="0"/>
                    <a:pt x="14" y="2"/>
                    <a:pt x="14" y="4"/>
                  </a:cubicBezTo>
                  <a:cubicBezTo>
                    <a:pt x="14" y="5"/>
                    <a:pt x="14" y="6"/>
                    <a:pt x="13" y="8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lnTo>
                    <a:pt x="8" y="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85EFAEB0-E7E1-AC6F-DEE7-10535FE0AA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80" y="105"/>
              <a:ext cx="64" cy="67"/>
            </a:xfrm>
            <a:custGeom>
              <a:avLst/>
              <a:gdLst>
                <a:gd name="T0" fmla="*/ 14 w 64"/>
                <a:gd name="T1" fmla="*/ 0 h 67"/>
                <a:gd name="T2" fmla="*/ 22 w 64"/>
                <a:gd name="T3" fmla="*/ 0 h 67"/>
                <a:gd name="T4" fmla="*/ 16 w 64"/>
                <a:gd name="T5" fmla="*/ 30 h 67"/>
                <a:gd name="T6" fmla="*/ 50 w 64"/>
                <a:gd name="T7" fmla="*/ 30 h 67"/>
                <a:gd name="T8" fmla="*/ 56 w 64"/>
                <a:gd name="T9" fmla="*/ 0 h 67"/>
                <a:gd name="T10" fmla="*/ 64 w 64"/>
                <a:gd name="T11" fmla="*/ 0 h 67"/>
                <a:gd name="T12" fmla="*/ 50 w 64"/>
                <a:gd name="T13" fmla="*/ 67 h 67"/>
                <a:gd name="T14" fmla="*/ 42 w 64"/>
                <a:gd name="T15" fmla="*/ 67 h 67"/>
                <a:gd name="T16" fmla="*/ 49 w 64"/>
                <a:gd name="T17" fmla="*/ 37 h 67"/>
                <a:gd name="T18" fmla="*/ 14 w 64"/>
                <a:gd name="T19" fmla="*/ 37 h 67"/>
                <a:gd name="T20" fmla="*/ 8 w 64"/>
                <a:gd name="T21" fmla="*/ 67 h 67"/>
                <a:gd name="T22" fmla="*/ 0 w 64"/>
                <a:gd name="T23" fmla="*/ 67 h 67"/>
                <a:gd name="T24" fmla="*/ 14 w 64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0" y="30"/>
                  </a:lnTo>
                  <a:lnTo>
                    <a:pt x="56" y="0"/>
                  </a:lnTo>
                  <a:lnTo>
                    <a:pt x="64" y="0"/>
                  </a:lnTo>
                  <a:lnTo>
                    <a:pt x="50" y="67"/>
                  </a:lnTo>
                  <a:lnTo>
                    <a:pt x="42" y="67"/>
                  </a:lnTo>
                  <a:lnTo>
                    <a:pt x="49" y="37"/>
                  </a:lnTo>
                  <a:lnTo>
                    <a:pt x="14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C7C8E89F-CE45-E869-4AA1-CFCE601FDF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45" y="124"/>
              <a:ext cx="46" cy="49"/>
            </a:xfrm>
            <a:custGeom>
              <a:avLst/>
              <a:gdLst>
                <a:gd name="T0" fmla="*/ 2 w 41"/>
                <a:gd name="T1" fmla="*/ 27 h 42"/>
                <a:gd name="T2" fmla="*/ 8 w 41"/>
                <a:gd name="T3" fmla="*/ 0 h 42"/>
                <a:gd name="T4" fmla="*/ 15 w 41"/>
                <a:gd name="T5" fmla="*/ 0 h 42"/>
                <a:gd name="T6" fmla="*/ 9 w 41"/>
                <a:gd name="T7" fmla="*/ 26 h 42"/>
                <a:gd name="T8" fmla="*/ 15 w 41"/>
                <a:gd name="T9" fmla="*/ 36 h 42"/>
                <a:gd name="T10" fmla="*/ 29 w 41"/>
                <a:gd name="T11" fmla="*/ 23 h 42"/>
                <a:gd name="T12" fmla="*/ 34 w 41"/>
                <a:gd name="T13" fmla="*/ 0 h 42"/>
                <a:gd name="T14" fmla="*/ 41 w 41"/>
                <a:gd name="T15" fmla="*/ 0 h 42"/>
                <a:gd name="T16" fmla="*/ 32 w 41"/>
                <a:gd name="T17" fmla="*/ 41 h 42"/>
                <a:gd name="T18" fmla="*/ 26 w 41"/>
                <a:gd name="T19" fmla="*/ 41 h 42"/>
                <a:gd name="T20" fmla="*/ 28 w 41"/>
                <a:gd name="T21" fmla="*/ 32 h 42"/>
                <a:gd name="T22" fmla="*/ 28 w 41"/>
                <a:gd name="T23" fmla="*/ 32 h 42"/>
                <a:gd name="T24" fmla="*/ 13 w 41"/>
                <a:gd name="T25" fmla="*/ 42 h 42"/>
                <a:gd name="T26" fmla="*/ 2 w 41"/>
                <a:gd name="T27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1" h="42">
                  <a:moveTo>
                    <a:pt x="2" y="27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7" y="32"/>
                    <a:pt x="10" y="36"/>
                    <a:pt x="15" y="36"/>
                  </a:cubicBezTo>
                  <a:cubicBezTo>
                    <a:pt x="21" y="36"/>
                    <a:pt x="28" y="31"/>
                    <a:pt x="29" y="23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38"/>
                    <a:pt x="27" y="35"/>
                    <a:pt x="28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4" y="38"/>
                    <a:pt x="19" y="42"/>
                    <a:pt x="13" y="42"/>
                  </a:cubicBezTo>
                  <a:cubicBezTo>
                    <a:pt x="4" y="42"/>
                    <a:pt x="0" y="36"/>
                    <a:pt x="2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DD31CB01-AD5D-453A-B32E-C357A1831C1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94" y="123"/>
              <a:ext cx="47" cy="49"/>
            </a:xfrm>
            <a:custGeom>
              <a:avLst/>
              <a:gdLst>
                <a:gd name="T0" fmla="*/ 9 w 42"/>
                <a:gd name="T1" fmla="*/ 1 h 42"/>
                <a:gd name="T2" fmla="*/ 15 w 42"/>
                <a:gd name="T3" fmla="*/ 1 h 42"/>
                <a:gd name="T4" fmla="*/ 13 w 42"/>
                <a:gd name="T5" fmla="*/ 9 h 42"/>
                <a:gd name="T6" fmla="*/ 13 w 42"/>
                <a:gd name="T7" fmla="*/ 9 h 42"/>
                <a:gd name="T8" fmla="*/ 29 w 42"/>
                <a:gd name="T9" fmla="*/ 0 h 42"/>
                <a:gd name="T10" fmla="*/ 39 w 42"/>
                <a:gd name="T11" fmla="*/ 15 h 42"/>
                <a:gd name="T12" fmla="*/ 33 w 42"/>
                <a:gd name="T13" fmla="*/ 42 h 42"/>
                <a:gd name="T14" fmla="*/ 26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39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3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8" name="Freeform 21">
              <a:extLst>
                <a:ext uri="{FF2B5EF4-FFF2-40B4-BE49-F238E27FC236}">
                  <a16:creationId xmlns:a16="http://schemas.microsoft.com/office/drawing/2014/main" id="{D3D4F046-4F2E-1449-7CB7-5CFCC7760F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42" y="123"/>
              <a:ext cx="54" cy="68"/>
            </a:xfrm>
            <a:custGeom>
              <a:avLst/>
              <a:gdLst>
                <a:gd name="T0" fmla="*/ 0 w 47"/>
                <a:gd name="T1" fmla="*/ 56 h 58"/>
                <a:gd name="T2" fmla="*/ 1 w 47"/>
                <a:gd name="T3" fmla="*/ 50 h 58"/>
                <a:gd name="T4" fmla="*/ 14 w 47"/>
                <a:gd name="T5" fmla="*/ 52 h 58"/>
                <a:gd name="T6" fmla="*/ 32 w 47"/>
                <a:gd name="T7" fmla="*/ 40 h 58"/>
                <a:gd name="T8" fmla="*/ 34 w 47"/>
                <a:gd name="T9" fmla="*/ 33 h 58"/>
                <a:gd name="T10" fmla="*/ 34 w 47"/>
                <a:gd name="T11" fmla="*/ 33 h 58"/>
                <a:gd name="T12" fmla="*/ 19 w 47"/>
                <a:gd name="T13" fmla="*/ 41 h 58"/>
                <a:gd name="T14" fmla="*/ 5 w 47"/>
                <a:gd name="T15" fmla="*/ 26 h 58"/>
                <a:gd name="T16" fmla="*/ 26 w 47"/>
                <a:gd name="T17" fmla="*/ 0 h 58"/>
                <a:gd name="T18" fmla="*/ 39 w 47"/>
                <a:gd name="T19" fmla="*/ 9 h 58"/>
                <a:gd name="T20" fmla="*/ 39 w 47"/>
                <a:gd name="T21" fmla="*/ 9 h 58"/>
                <a:gd name="T22" fmla="*/ 40 w 47"/>
                <a:gd name="T23" fmla="*/ 1 h 58"/>
                <a:gd name="T24" fmla="*/ 47 w 47"/>
                <a:gd name="T25" fmla="*/ 1 h 58"/>
                <a:gd name="T26" fmla="*/ 38 w 47"/>
                <a:gd name="T27" fmla="*/ 41 h 58"/>
                <a:gd name="T28" fmla="*/ 14 w 47"/>
                <a:gd name="T29" fmla="*/ 58 h 58"/>
                <a:gd name="T30" fmla="*/ 0 w 47"/>
                <a:gd name="T31" fmla="*/ 56 h 58"/>
                <a:gd name="T32" fmla="*/ 36 w 47"/>
                <a:gd name="T33" fmla="*/ 15 h 58"/>
                <a:gd name="T34" fmla="*/ 27 w 47"/>
                <a:gd name="T35" fmla="*/ 6 h 58"/>
                <a:gd name="T36" fmla="*/ 12 w 47"/>
                <a:gd name="T37" fmla="*/ 25 h 58"/>
                <a:gd name="T38" fmla="*/ 21 w 47"/>
                <a:gd name="T39" fmla="*/ 36 h 58"/>
                <a:gd name="T40" fmla="*/ 36 w 47"/>
                <a:gd name="T41" fmla="*/ 1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" h="58">
                  <a:moveTo>
                    <a:pt x="0" y="56"/>
                  </a:moveTo>
                  <a:cubicBezTo>
                    <a:pt x="1" y="50"/>
                    <a:pt x="1" y="50"/>
                    <a:pt x="1" y="50"/>
                  </a:cubicBezTo>
                  <a:cubicBezTo>
                    <a:pt x="5" y="52"/>
                    <a:pt x="9" y="52"/>
                    <a:pt x="14" y="52"/>
                  </a:cubicBezTo>
                  <a:cubicBezTo>
                    <a:pt x="24" y="52"/>
                    <a:pt x="30" y="48"/>
                    <a:pt x="32" y="40"/>
                  </a:cubicBezTo>
                  <a:cubicBezTo>
                    <a:pt x="32" y="38"/>
                    <a:pt x="33" y="35"/>
                    <a:pt x="34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0" y="38"/>
                    <a:pt x="24" y="41"/>
                    <a:pt x="19" y="41"/>
                  </a:cubicBezTo>
                  <a:cubicBezTo>
                    <a:pt x="10" y="41"/>
                    <a:pt x="5" y="35"/>
                    <a:pt x="5" y="26"/>
                  </a:cubicBezTo>
                  <a:cubicBezTo>
                    <a:pt x="5" y="14"/>
                    <a:pt x="12" y="0"/>
                    <a:pt x="26" y="0"/>
                  </a:cubicBezTo>
                  <a:cubicBezTo>
                    <a:pt x="32" y="0"/>
                    <a:pt x="38" y="3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40" y="4"/>
                    <a:pt x="40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6" y="53"/>
                    <a:pt x="27" y="58"/>
                    <a:pt x="14" y="58"/>
                  </a:cubicBezTo>
                  <a:cubicBezTo>
                    <a:pt x="8" y="58"/>
                    <a:pt x="4" y="57"/>
                    <a:pt x="0" y="56"/>
                  </a:cubicBezTo>
                  <a:close/>
                  <a:moveTo>
                    <a:pt x="36" y="15"/>
                  </a:moveTo>
                  <a:cubicBezTo>
                    <a:pt x="36" y="9"/>
                    <a:pt x="33" y="6"/>
                    <a:pt x="27" y="6"/>
                  </a:cubicBezTo>
                  <a:cubicBezTo>
                    <a:pt x="17" y="6"/>
                    <a:pt x="12" y="16"/>
                    <a:pt x="12" y="25"/>
                  </a:cubicBezTo>
                  <a:cubicBezTo>
                    <a:pt x="12" y="32"/>
                    <a:pt x="15" y="36"/>
                    <a:pt x="21" y="36"/>
                  </a:cubicBezTo>
                  <a:cubicBezTo>
                    <a:pt x="31" y="36"/>
                    <a:pt x="36" y="25"/>
                    <a:pt x="36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AAE86762-4913-29C5-4AB0-6A25D8E6FE0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02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7 w 37"/>
                <a:gd name="T7" fmla="*/ 22 h 43"/>
                <a:gd name="T8" fmla="*/ 7 w 37"/>
                <a:gd name="T9" fmla="*/ 22 h 43"/>
                <a:gd name="T10" fmla="*/ 7 w 37"/>
                <a:gd name="T11" fmla="*/ 26 h 43"/>
                <a:gd name="T12" fmla="*/ 19 w 37"/>
                <a:gd name="T13" fmla="*/ 37 h 43"/>
                <a:gd name="T14" fmla="*/ 32 w 37"/>
                <a:gd name="T15" fmla="*/ 34 h 43"/>
                <a:gd name="T16" fmla="*/ 31 w 37"/>
                <a:gd name="T17" fmla="*/ 41 h 43"/>
                <a:gd name="T18" fmla="*/ 18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2" y="43"/>
                    <a:pt x="18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1" y="11"/>
                    <a:pt x="8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0" name="Freeform 23">
              <a:extLst>
                <a:ext uri="{FF2B5EF4-FFF2-40B4-BE49-F238E27FC236}">
                  <a16:creationId xmlns:a16="http://schemas.microsoft.com/office/drawing/2014/main" id="{4294F680-D6A3-1799-7BEA-AEE684CB6F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49" y="123"/>
              <a:ext cx="33" cy="49"/>
            </a:xfrm>
            <a:custGeom>
              <a:avLst/>
              <a:gdLst>
                <a:gd name="T0" fmla="*/ 9 w 29"/>
                <a:gd name="T1" fmla="*/ 1 h 42"/>
                <a:gd name="T2" fmla="*/ 16 w 29"/>
                <a:gd name="T3" fmla="*/ 1 h 42"/>
                <a:gd name="T4" fmla="*/ 13 w 29"/>
                <a:gd name="T5" fmla="*/ 9 h 42"/>
                <a:gd name="T6" fmla="*/ 14 w 29"/>
                <a:gd name="T7" fmla="*/ 9 h 42"/>
                <a:gd name="T8" fmla="*/ 29 w 29"/>
                <a:gd name="T9" fmla="*/ 0 h 42"/>
                <a:gd name="T10" fmla="*/ 28 w 29"/>
                <a:gd name="T11" fmla="*/ 7 h 42"/>
                <a:gd name="T12" fmla="*/ 12 w 29"/>
                <a:gd name="T13" fmla="*/ 18 h 42"/>
                <a:gd name="T14" fmla="*/ 7 w 29"/>
                <a:gd name="T15" fmla="*/ 42 h 42"/>
                <a:gd name="T16" fmla="*/ 0 w 29"/>
                <a:gd name="T17" fmla="*/ 42 h 42"/>
                <a:gd name="T18" fmla="*/ 9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3" y="0"/>
                    <a:pt x="29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1" name="Freeform 24">
              <a:extLst>
                <a:ext uri="{FF2B5EF4-FFF2-40B4-BE49-F238E27FC236}">
                  <a16:creationId xmlns:a16="http://schemas.microsoft.com/office/drawing/2014/main" id="{2A61777E-0272-7674-66F7-D37695D664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11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2" name="Freeform 25">
              <a:extLst>
                <a:ext uri="{FF2B5EF4-FFF2-40B4-BE49-F238E27FC236}">
                  <a16:creationId xmlns:a16="http://schemas.microsoft.com/office/drawing/2014/main" id="{48F5FC8F-4CA2-DDF5-C31D-BBBDD611CF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39" y="123"/>
              <a:ext cx="43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2 w 38"/>
                <a:gd name="T11" fmla="*/ 16 h 43"/>
                <a:gd name="T12" fmla="*/ 23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2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3" name="Freeform 26">
              <a:extLst>
                <a:ext uri="{FF2B5EF4-FFF2-40B4-BE49-F238E27FC236}">
                  <a16:creationId xmlns:a16="http://schemas.microsoft.com/office/drawing/2014/main" id="{6A0B9892-233C-1DEC-E3B5-4016614C27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88" y="123"/>
              <a:ext cx="34" cy="49"/>
            </a:xfrm>
            <a:custGeom>
              <a:avLst/>
              <a:gdLst>
                <a:gd name="T0" fmla="*/ 9 w 30"/>
                <a:gd name="T1" fmla="*/ 1 h 42"/>
                <a:gd name="T2" fmla="*/ 16 w 30"/>
                <a:gd name="T3" fmla="*/ 1 h 42"/>
                <a:gd name="T4" fmla="*/ 14 w 30"/>
                <a:gd name="T5" fmla="*/ 9 h 42"/>
                <a:gd name="T6" fmla="*/ 14 w 30"/>
                <a:gd name="T7" fmla="*/ 9 h 42"/>
                <a:gd name="T8" fmla="*/ 30 w 30"/>
                <a:gd name="T9" fmla="*/ 0 h 42"/>
                <a:gd name="T10" fmla="*/ 28 w 30"/>
                <a:gd name="T11" fmla="*/ 7 h 42"/>
                <a:gd name="T12" fmla="*/ 12 w 30"/>
                <a:gd name="T13" fmla="*/ 18 h 42"/>
                <a:gd name="T14" fmla="*/ 7 w 30"/>
                <a:gd name="T15" fmla="*/ 42 h 42"/>
                <a:gd name="T16" fmla="*/ 0 w 30"/>
                <a:gd name="T17" fmla="*/ 42 h 42"/>
                <a:gd name="T18" fmla="*/ 9 w 30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4" y="0"/>
                    <a:pt x="30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4" name="Freeform 27">
              <a:extLst>
                <a:ext uri="{FF2B5EF4-FFF2-40B4-BE49-F238E27FC236}">
                  <a16:creationId xmlns:a16="http://schemas.microsoft.com/office/drawing/2014/main" id="{AEFCF90B-9260-584C-ABAE-D2DD60B514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45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7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7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D5F4881B-ADA1-DD5D-2A70-DE7A8AF57C0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99" y="123"/>
              <a:ext cx="44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1 w 38"/>
                <a:gd name="T11" fmla="*/ 16 h 43"/>
                <a:gd name="T12" fmla="*/ 22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1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5" y="43"/>
                    <a:pt x="0" y="37"/>
                    <a:pt x="0" y="27"/>
                  </a:cubicBezTo>
                  <a:close/>
                  <a:moveTo>
                    <a:pt x="31" y="16"/>
                  </a:moveTo>
                  <a:cubicBezTo>
                    <a:pt x="31" y="9"/>
                    <a:pt x="28" y="6"/>
                    <a:pt x="22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7" y="37"/>
                    <a:pt x="31" y="23"/>
                    <a:pt x="31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6" name="Freeform 29">
              <a:extLst>
                <a:ext uri="{FF2B5EF4-FFF2-40B4-BE49-F238E27FC236}">
                  <a16:creationId xmlns:a16="http://schemas.microsoft.com/office/drawing/2014/main" id="{F58D8CF8-80E9-1039-BA3D-598950CFFE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48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7" name="Freeform 30">
              <a:extLst>
                <a:ext uri="{FF2B5EF4-FFF2-40B4-BE49-F238E27FC236}">
                  <a16:creationId xmlns:a16="http://schemas.microsoft.com/office/drawing/2014/main" id="{E4B7F096-F1CE-5D91-9CEC-7710190ADF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503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6 w 37"/>
                <a:gd name="T7" fmla="*/ 22 h 43"/>
                <a:gd name="T8" fmla="*/ 7 w 37"/>
                <a:gd name="T9" fmla="*/ 22 h 43"/>
                <a:gd name="T10" fmla="*/ 6 w 37"/>
                <a:gd name="T11" fmla="*/ 26 h 43"/>
                <a:gd name="T12" fmla="*/ 18 w 37"/>
                <a:gd name="T13" fmla="*/ 37 h 43"/>
                <a:gd name="T14" fmla="*/ 32 w 37"/>
                <a:gd name="T15" fmla="*/ 34 h 43"/>
                <a:gd name="T16" fmla="*/ 30 w 37"/>
                <a:gd name="T17" fmla="*/ 41 h 43"/>
                <a:gd name="T18" fmla="*/ 17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4"/>
                    <a:pt x="6" y="25"/>
                    <a:pt x="6" y="26"/>
                  </a:cubicBezTo>
                  <a:cubicBezTo>
                    <a:pt x="6" y="33"/>
                    <a:pt x="11" y="37"/>
                    <a:pt x="18" y="37"/>
                  </a:cubicBezTo>
                  <a:cubicBezTo>
                    <a:pt x="23" y="37"/>
                    <a:pt x="26" y="36"/>
                    <a:pt x="32" y="34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26" y="42"/>
                    <a:pt x="22" y="43"/>
                    <a:pt x="17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0" y="11"/>
                    <a:pt x="8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8" name="Freeform 31">
              <a:extLst>
                <a:ext uri="{FF2B5EF4-FFF2-40B4-BE49-F238E27FC236}">
                  <a16:creationId xmlns:a16="http://schemas.microsoft.com/office/drawing/2014/main" id="{0ACE54DA-5AD2-37A4-2930-347614FF42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25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9" name="Freeform 32">
              <a:extLst>
                <a:ext uri="{FF2B5EF4-FFF2-40B4-BE49-F238E27FC236}">
                  <a16:creationId xmlns:a16="http://schemas.microsoft.com/office/drawing/2014/main" id="{3A83E2CB-39E2-183B-ED14-638977C136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30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0" name="Freeform 33">
              <a:extLst>
                <a:ext uri="{FF2B5EF4-FFF2-40B4-BE49-F238E27FC236}">
                  <a16:creationId xmlns:a16="http://schemas.microsoft.com/office/drawing/2014/main" id="{6CB16A12-2BA7-FBCB-C6F8-7B0510FC3D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78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1" name="Freeform 34">
              <a:extLst>
                <a:ext uri="{FF2B5EF4-FFF2-40B4-BE49-F238E27FC236}">
                  <a16:creationId xmlns:a16="http://schemas.microsoft.com/office/drawing/2014/main" id="{7B9D4B89-73E0-0894-662E-2E3F8D74A3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" y="105"/>
              <a:ext cx="21" cy="67"/>
            </a:xfrm>
            <a:custGeom>
              <a:avLst/>
              <a:gdLst>
                <a:gd name="T0" fmla="*/ 15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5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5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2" name="Freeform 35">
              <a:extLst>
                <a:ext uri="{FF2B5EF4-FFF2-40B4-BE49-F238E27FC236}">
                  <a16:creationId xmlns:a16="http://schemas.microsoft.com/office/drawing/2014/main" id="{D1EBEBDC-C603-2718-428E-C37265384A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09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3" name="Freeform 36">
              <a:extLst>
                <a:ext uri="{FF2B5EF4-FFF2-40B4-BE49-F238E27FC236}">
                  <a16:creationId xmlns:a16="http://schemas.microsoft.com/office/drawing/2014/main" id="{571DC3C0-0AEA-7819-0A2D-2B5E30A510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41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4" name="Freeform 37">
              <a:extLst>
                <a:ext uri="{FF2B5EF4-FFF2-40B4-BE49-F238E27FC236}">
                  <a16:creationId xmlns:a16="http://schemas.microsoft.com/office/drawing/2014/main" id="{051FD6CA-9ACF-4C97-E811-ADDC1C9D8A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46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5" name="Freeform 38">
              <a:extLst>
                <a:ext uri="{FF2B5EF4-FFF2-40B4-BE49-F238E27FC236}">
                  <a16:creationId xmlns:a16="http://schemas.microsoft.com/office/drawing/2014/main" id="{B60A9390-1768-6C9D-D271-526ECD1287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62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6" name="Freeform 39">
              <a:extLst>
                <a:ext uri="{FF2B5EF4-FFF2-40B4-BE49-F238E27FC236}">
                  <a16:creationId xmlns:a16="http://schemas.microsoft.com/office/drawing/2014/main" id="{84D7D747-EC78-4045-A449-0D0CB66248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57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690569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-1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rallelogramm 10">
            <a:extLst>
              <a:ext uri="{FF2B5EF4-FFF2-40B4-BE49-F238E27FC236}">
                <a16:creationId xmlns:a16="http://schemas.microsoft.com/office/drawing/2014/main" id="{F3D4918D-0444-4784-AE8F-BCB9228932C0}"/>
              </a:ext>
            </a:extLst>
          </p:cNvPr>
          <p:cNvSpPr/>
          <p:nvPr userDrawn="1"/>
        </p:nvSpPr>
        <p:spPr bwMode="gray">
          <a:xfrm>
            <a:off x="4657648" y="-4354"/>
            <a:ext cx="7538706" cy="6862354"/>
          </a:xfrm>
          <a:custGeom>
            <a:avLst/>
            <a:gdLst>
              <a:gd name="connsiteX0" fmla="*/ 0 w 7759002"/>
              <a:gd name="connsiteY0" fmla="*/ 6858000 h 6858000"/>
              <a:gd name="connsiteX1" fmla="*/ 1307409 w 7759002"/>
              <a:gd name="connsiteY1" fmla="*/ 0 h 6858000"/>
              <a:gd name="connsiteX2" fmla="*/ 7759002 w 7759002"/>
              <a:gd name="connsiteY2" fmla="*/ 0 h 6858000"/>
              <a:gd name="connsiteX3" fmla="*/ 6451593 w 7759002"/>
              <a:gd name="connsiteY3" fmla="*/ 6858000 h 6858000"/>
              <a:gd name="connsiteX4" fmla="*/ 0 w 7759002"/>
              <a:gd name="connsiteY4" fmla="*/ 6858000 h 6858000"/>
              <a:gd name="connsiteX0" fmla="*/ 0 w 7759002"/>
              <a:gd name="connsiteY0" fmla="*/ 6862354 h 6862354"/>
              <a:gd name="connsiteX1" fmla="*/ 1307409 w 7759002"/>
              <a:gd name="connsiteY1" fmla="*/ 4354 h 6862354"/>
              <a:gd name="connsiteX2" fmla="*/ 7538706 w 7759002"/>
              <a:gd name="connsiteY2" fmla="*/ 0 h 6862354"/>
              <a:gd name="connsiteX3" fmla="*/ 7759002 w 7759002"/>
              <a:gd name="connsiteY3" fmla="*/ 4354 h 6862354"/>
              <a:gd name="connsiteX4" fmla="*/ 6451593 w 7759002"/>
              <a:gd name="connsiteY4" fmla="*/ 6862354 h 6862354"/>
              <a:gd name="connsiteX5" fmla="*/ 0 w 7759002"/>
              <a:gd name="connsiteY5" fmla="*/ 6862354 h 6862354"/>
              <a:gd name="connsiteX0" fmla="*/ 0 w 7759002"/>
              <a:gd name="connsiteY0" fmla="*/ 6862354 h 6862354"/>
              <a:gd name="connsiteX1" fmla="*/ 1307409 w 7759002"/>
              <a:gd name="connsiteY1" fmla="*/ 4354 h 6862354"/>
              <a:gd name="connsiteX2" fmla="*/ 7538706 w 7759002"/>
              <a:gd name="connsiteY2" fmla="*/ 0 h 6862354"/>
              <a:gd name="connsiteX3" fmla="*/ 7759002 w 7759002"/>
              <a:gd name="connsiteY3" fmla="*/ 4354 h 6862354"/>
              <a:gd name="connsiteX4" fmla="*/ 7534352 w 7759002"/>
              <a:gd name="connsiteY4" fmla="*/ 1166948 h 6862354"/>
              <a:gd name="connsiteX5" fmla="*/ 6451593 w 7759002"/>
              <a:gd name="connsiteY5" fmla="*/ 6862354 h 6862354"/>
              <a:gd name="connsiteX6" fmla="*/ 0 w 7759002"/>
              <a:gd name="connsiteY6" fmla="*/ 6862354 h 6862354"/>
              <a:gd name="connsiteX0" fmla="*/ 0 w 7538706"/>
              <a:gd name="connsiteY0" fmla="*/ 6862354 h 6862354"/>
              <a:gd name="connsiteX1" fmla="*/ 1307409 w 7538706"/>
              <a:gd name="connsiteY1" fmla="*/ 4354 h 6862354"/>
              <a:gd name="connsiteX2" fmla="*/ 7538706 w 7538706"/>
              <a:gd name="connsiteY2" fmla="*/ 0 h 6862354"/>
              <a:gd name="connsiteX3" fmla="*/ 7534352 w 7538706"/>
              <a:gd name="connsiteY3" fmla="*/ 1166948 h 6862354"/>
              <a:gd name="connsiteX4" fmla="*/ 6451593 w 7538706"/>
              <a:gd name="connsiteY4" fmla="*/ 6862354 h 6862354"/>
              <a:gd name="connsiteX5" fmla="*/ 0 w 7538706"/>
              <a:gd name="connsiteY5" fmla="*/ 6862354 h 6862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38706" h="6862354">
                <a:moveTo>
                  <a:pt x="0" y="6862354"/>
                </a:moveTo>
                <a:lnTo>
                  <a:pt x="1307409" y="4354"/>
                </a:lnTo>
                <a:lnTo>
                  <a:pt x="7538706" y="0"/>
                </a:lnTo>
                <a:cubicBezTo>
                  <a:pt x="7537255" y="388983"/>
                  <a:pt x="7535803" y="777965"/>
                  <a:pt x="7534352" y="1166948"/>
                </a:cubicBezTo>
                <a:lnTo>
                  <a:pt x="6451593" y="6862354"/>
                </a:lnTo>
                <a:lnTo>
                  <a:pt x="0" y="6862354"/>
                </a:lnTo>
                <a:close/>
              </a:path>
            </a:pathLst>
          </a:custGeom>
          <a:gradFill flip="none" rotWithShape="1">
            <a:gsLst>
              <a:gs pos="40000">
                <a:srgbClr val="1487A4"/>
              </a:gs>
              <a:gs pos="5000">
                <a:srgbClr val="007BBF"/>
              </a:gs>
              <a:gs pos="65000">
                <a:srgbClr val="40A476"/>
              </a:gs>
              <a:gs pos="100000">
                <a:schemeClr val="accent4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de-DE" b="0" i="0" u="none" baseline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71" name="Bildplatzhalter 70">
            <a:extLst>
              <a:ext uri="{FF2B5EF4-FFF2-40B4-BE49-F238E27FC236}">
                <a16:creationId xmlns:a16="http://schemas.microsoft.com/office/drawing/2014/main" id="{1A38380F-B6A4-45C8-ABB5-B2FDBC4B22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-1" y="0"/>
            <a:ext cx="12190415" cy="6858000"/>
          </a:xfrm>
          <a:custGeom>
            <a:avLst/>
            <a:gdLst>
              <a:gd name="connsiteX0" fmla="*/ 12190414 w 12190415"/>
              <a:gd name="connsiteY0" fmla="*/ 1186729 h 6858000"/>
              <a:gd name="connsiteX1" fmla="*/ 12190414 w 12190415"/>
              <a:gd name="connsiteY1" fmla="*/ 6858000 h 6858000"/>
              <a:gd name="connsiteX2" fmla="*/ 11239726 w 12190415"/>
              <a:gd name="connsiteY2" fmla="*/ 6858000 h 6858000"/>
              <a:gd name="connsiteX3" fmla="*/ 11109243 w 12190415"/>
              <a:gd name="connsiteY3" fmla="*/ 6858000 h 6858000"/>
              <a:gd name="connsiteX4" fmla="*/ 12190414 w 12190415"/>
              <a:gd name="connsiteY4" fmla="*/ 0 h 6858000"/>
              <a:gd name="connsiteX5" fmla="*/ 12190415 w 12190415"/>
              <a:gd name="connsiteY5" fmla="*/ 0 h 6858000"/>
              <a:gd name="connsiteX6" fmla="*/ 12190415 w 12190415"/>
              <a:gd name="connsiteY6" fmla="*/ 1186724 h 6858000"/>
              <a:gd name="connsiteX7" fmla="*/ 12190414 w 12190415"/>
              <a:gd name="connsiteY7" fmla="*/ 1186729 h 6858000"/>
              <a:gd name="connsiteX8" fmla="*/ 950687 w 12190415"/>
              <a:gd name="connsiteY8" fmla="*/ 0 h 6858000"/>
              <a:gd name="connsiteX9" fmla="*/ 1613984 w 12190415"/>
              <a:gd name="connsiteY9" fmla="*/ 0 h 6858000"/>
              <a:gd name="connsiteX10" fmla="*/ 5965059 w 12190415"/>
              <a:gd name="connsiteY10" fmla="*/ 0 h 6858000"/>
              <a:gd name="connsiteX11" fmla="*/ 4657650 w 12190415"/>
              <a:gd name="connsiteY11" fmla="*/ 6858000 h 6858000"/>
              <a:gd name="connsiteX12" fmla="*/ 1613984 w 12190415"/>
              <a:gd name="connsiteY12" fmla="*/ 6858000 h 6858000"/>
              <a:gd name="connsiteX13" fmla="*/ 0 w 12190415"/>
              <a:gd name="connsiteY13" fmla="*/ 6858000 h 6858000"/>
              <a:gd name="connsiteX14" fmla="*/ 0 w 12190415"/>
              <a:gd name="connsiteY14" fmla="*/ 50463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0415" h="6858000">
                <a:moveTo>
                  <a:pt x="12190414" y="1186729"/>
                </a:moveTo>
                <a:lnTo>
                  <a:pt x="12190414" y="6858000"/>
                </a:lnTo>
                <a:lnTo>
                  <a:pt x="11239726" y="6858000"/>
                </a:lnTo>
                <a:lnTo>
                  <a:pt x="11109243" y="6858000"/>
                </a:lnTo>
                <a:close/>
                <a:moveTo>
                  <a:pt x="12190414" y="0"/>
                </a:moveTo>
                <a:lnTo>
                  <a:pt x="12190415" y="0"/>
                </a:lnTo>
                <a:lnTo>
                  <a:pt x="12190415" y="1186724"/>
                </a:lnTo>
                <a:lnTo>
                  <a:pt x="12190414" y="1186729"/>
                </a:lnTo>
                <a:close/>
                <a:moveTo>
                  <a:pt x="950687" y="0"/>
                </a:moveTo>
                <a:lnTo>
                  <a:pt x="1613984" y="0"/>
                </a:lnTo>
                <a:lnTo>
                  <a:pt x="5965059" y="0"/>
                </a:lnTo>
                <a:lnTo>
                  <a:pt x="4657650" y="6858000"/>
                </a:lnTo>
                <a:lnTo>
                  <a:pt x="1613984" y="6858000"/>
                </a:lnTo>
                <a:lnTo>
                  <a:pt x="0" y="6858000"/>
                </a:lnTo>
                <a:lnTo>
                  <a:pt x="0" y="504637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14" name="Freihandform: Form 13">
            <a:extLst>
              <a:ext uri="{FF2B5EF4-FFF2-40B4-BE49-F238E27FC236}">
                <a16:creationId xmlns:a16="http://schemas.microsoft.com/office/drawing/2014/main" id="{2288459F-DCB6-4C0D-A41A-C175E89BC2B3}"/>
              </a:ext>
            </a:extLst>
          </p:cNvPr>
          <p:cNvSpPr/>
          <p:nvPr userDrawn="1"/>
        </p:nvSpPr>
        <p:spPr bwMode="gray">
          <a:xfrm rot="10800000">
            <a:off x="-1" y="0"/>
            <a:ext cx="950685" cy="5034591"/>
          </a:xfrm>
          <a:custGeom>
            <a:avLst/>
            <a:gdLst>
              <a:gd name="connsiteX0" fmla="*/ 948467 w 950685"/>
              <a:gd name="connsiteY0" fmla="*/ 0 h 5034591"/>
              <a:gd name="connsiteX1" fmla="*/ 950685 w 950685"/>
              <a:gd name="connsiteY1" fmla="*/ 0 h 5034591"/>
              <a:gd name="connsiteX2" fmla="*/ 950685 w 950685"/>
              <a:gd name="connsiteY2" fmla="*/ 5034591 h 5034591"/>
              <a:gd name="connsiteX3" fmla="*/ 0 w 950685"/>
              <a:gd name="connsiteY3" fmla="*/ 5034591 h 5034591"/>
              <a:gd name="connsiteX4" fmla="*/ 2 w 950685"/>
              <a:gd name="connsiteY4" fmla="*/ 5034579 h 5034591"/>
              <a:gd name="connsiteX5" fmla="*/ 825148 w 950685"/>
              <a:gd name="connsiteY5" fmla="*/ 654597 h 50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0685" h="5034591">
                <a:moveTo>
                  <a:pt x="948467" y="0"/>
                </a:moveTo>
                <a:lnTo>
                  <a:pt x="950685" y="0"/>
                </a:lnTo>
                <a:lnTo>
                  <a:pt x="950685" y="5034591"/>
                </a:lnTo>
                <a:lnTo>
                  <a:pt x="0" y="5034591"/>
                </a:lnTo>
                <a:lnTo>
                  <a:pt x="2" y="5034579"/>
                </a:lnTo>
                <a:lnTo>
                  <a:pt x="825148" y="65459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pic>
        <p:nvPicPr>
          <p:cNvPr id="27" name="Picture 2">
            <a:extLst>
              <a:ext uri="{FF2B5EF4-FFF2-40B4-BE49-F238E27FC236}">
                <a16:creationId xmlns:a16="http://schemas.microsoft.com/office/drawing/2014/main" id="{7072CCE5-DB8C-4AD8-AA77-C9DCB6CF206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Subtitle 2">
            <a:extLst>
              <a:ext uri="{FF2B5EF4-FFF2-40B4-BE49-F238E27FC236}">
                <a16:creationId xmlns:a16="http://schemas.microsoft.com/office/drawing/2014/main" id="{43A7F2F0-6C6F-4721-A2BE-EFC57882D28C}"/>
              </a:ext>
            </a:extLst>
          </p:cNvPr>
          <p:cNvSpPr>
            <a:spLocks noGrp="1"/>
          </p:cNvSpPr>
          <p:nvPr>
            <p:ph type="subTitle" idx="13"/>
          </p:nvPr>
        </p:nvSpPr>
        <p:spPr bwMode="gray">
          <a:xfrm>
            <a:off x="6309461" y="1138299"/>
            <a:ext cx="4901442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4" name="Inhaltsplatzhalter 6">
            <a:extLst>
              <a:ext uri="{FF2B5EF4-FFF2-40B4-BE49-F238E27FC236}">
                <a16:creationId xmlns:a16="http://schemas.microsoft.com/office/drawing/2014/main" id="{8F354190-0FAA-49D8-8039-97078E2918C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09461" y="1732751"/>
            <a:ext cx="4901442" cy="4751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270000" indent="-270000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2pPr>
            <a:lvl3pPr marL="540000" indent="-270000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3pPr>
            <a:lvl4pPr marL="810000" indent="-270000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4pPr>
            <a:lvl5pPr marL="1080000" indent="-270000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1E20369-E540-0631-0E15-A8F69F7A1DE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309461" y="132067"/>
            <a:ext cx="4901442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3DDE5CA7-EB77-84F9-A035-3815260C3864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732963" y="163513"/>
            <a:ext cx="2246312" cy="139700"/>
            <a:chOff x="6131" y="103"/>
            <a:chExt cx="1415" cy="88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172A8933-B6A3-9E2D-B8DD-11E1684E9E9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131" y="103"/>
              <a:ext cx="1415" cy="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3074EF5A-7187-7DEE-9210-D6EB7E11E6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00" y="105"/>
              <a:ext cx="65" cy="67"/>
            </a:xfrm>
            <a:custGeom>
              <a:avLst/>
              <a:gdLst>
                <a:gd name="T0" fmla="*/ 14 w 65"/>
                <a:gd name="T1" fmla="*/ 0 h 67"/>
                <a:gd name="T2" fmla="*/ 22 w 65"/>
                <a:gd name="T3" fmla="*/ 0 h 67"/>
                <a:gd name="T4" fmla="*/ 16 w 65"/>
                <a:gd name="T5" fmla="*/ 30 h 67"/>
                <a:gd name="T6" fmla="*/ 51 w 65"/>
                <a:gd name="T7" fmla="*/ 30 h 67"/>
                <a:gd name="T8" fmla="*/ 57 w 65"/>
                <a:gd name="T9" fmla="*/ 0 h 67"/>
                <a:gd name="T10" fmla="*/ 65 w 65"/>
                <a:gd name="T11" fmla="*/ 0 h 67"/>
                <a:gd name="T12" fmla="*/ 51 w 65"/>
                <a:gd name="T13" fmla="*/ 67 h 67"/>
                <a:gd name="T14" fmla="*/ 44 w 65"/>
                <a:gd name="T15" fmla="*/ 67 h 67"/>
                <a:gd name="T16" fmla="*/ 49 w 65"/>
                <a:gd name="T17" fmla="*/ 37 h 67"/>
                <a:gd name="T18" fmla="*/ 15 w 65"/>
                <a:gd name="T19" fmla="*/ 37 h 67"/>
                <a:gd name="T20" fmla="*/ 8 w 65"/>
                <a:gd name="T21" fmla="*/ 67 h 67"/>
                <a:gd name="T22" fmla="*/ 0 w 65"/>
                <a:gd name="T23" fmla="*/ 67 h 67"/>
                <a:gd name="T24" fmla="*/ 14 w 65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5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1" y="30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51" y="67"/>
                  </a:lnTo>
                  <a:lnTo>
                    <a:pt x="44" y="67"/>
                  </a:lnTo>
                  <a:lnTo>
                    <a:pt x="49" y="37"/>
                  </a:lnTo>
                  <a:lnTo>
                    <a:pt x="15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6A0B38B8-4577-6805-6F84-143A8A3B3C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367" y="123"/>
              <a:ext cx="44" cy="50"/>
            </a:xfrm>
            <a:custGeom>
              <a:avLst/>
              <a:gdLst>
                <a:gd name="T0" fmla="*/ 0 w 38"/>
                <a:gd name="T1" fmla="*/ 26 h 43"/>
                <a:gd name="T2" fmla="*/ 23 w 38"/>
                <a:gd name="T3" fmla="*/ 0 h 43"/>
                <a:gd name="T4" fmla="*/ 38 w 38"/>
                <a:gd name="T5" fmla="*/ 15 h 43"/>
                <a:gd name="T6" fmla="*/ 37 w 38"/>
                <a:gd name="T7" fmla="*/ 22 h 43"/>
                <a:gd name="T8" fmla="*/ 7 w 38"/>
                <a:gd name="T9" fmla="*/ 22 h 43"/>
                <a:gd name="T10" fmla="*/ 7 w 38"/>
                <a:gd name="T11" fmla="*/ 26 h 43"/>
                <a:gd name="T12" fmla="*/ 19 w 38"/>
                <a:gd name="T13" fmla="*/ 37 h 43"/>
                <a:gd name="T14" fmla="*/ 32 w 38"/>
                <a:gd name="T15" fmla="*/ 34 h 43"/>
                <a:gd name="T16" fmla="*/ 31 w 38"/>
                <a:gd name="T17" fmla="*/ 41 h 43"/>
                <a:gd name="T18" fmla="*/ 18 w 38"/>
                <a:gd name="T19" fmla="*/ 43 h 43"/>
                <a:gd name="T20" fmla="*/ 0 w 38"/>
                <a:gd name="T21" fmla="*/ 26 h 43"/>
                <a:gd name="T22" fmla="*/ 9 w 38"/>
                <a:gd name="T23" fmla="*/ 17 h 43"/>
                <a:gd name="T24" fmla="*/ 31 w 38"/>
                <a:gd name="T25" fmla="*/ 17 h 43"/>
                <a:gd name="T26" fmla="*/ 31 w 38"/>
                <a:gd name="T27" fmla="*/ 15 h 43"/>
                <a:gd name="T28" fmla="*/ 23 w 38"/>
                <a:gd name="T29" fmla="*/ 6 h 43"/>
                <a:gd name="T30" fmla="*/ 9 w 38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8" h="43">
                  <a:moveTo>
                    <a:pt x="0" y="26"/>
                  </a:moveTo>
                  <a:cubicBezTo>
                    <a:pt x="0" y="14"/>
                    <a:pt x="9" y="0"/>
                    <a:pt x="23" y="0"/>
                  </a:cubicBezTo>
                  <a:cubicBezTo>
                    <a:pt x="32" y="0"/>
                    <a:pt x="38" y="6"/>
                    <a:pt x="38" y="15"/>
                  </a:cubicBezTo>
                  <a:cubicBezTo>
                    <a:pt x="38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3" y="43"/>
                    <a:pt x="18" y="43"/>
                  </a:cubicBezTo>
                  <a:cubicBezTo>
                    <a:pt x="7" y="43"/>
                    <a:pt x="0" y="37"/>
                    <a:pt x="0" y="26"/>
                  </a:cubicBezTo>
                  <a:close/>
                  <a:moveTo>
                    <a:pt x="9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8" y="6"/>
                    <a:pt x="23" y="6"/>
                  </a:cubicBezTo>
                  <a:cubicBezTo>
                    <a:pt x="16" y="6"/>
                    <a:pt x="11" y="11"/>
                    <a:pt x="9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D9445EE-64A0-6BBA-4222-5D66774988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15" y="123"/>
              <a:ext cx="44" cy="50"/>
            </a:xfrm>
            <a:custGeom>
              <a:avLst/>
              <a:gdLst>
                <a:gd name="T0" fmla="*/ 0 w 39"/>
                <a:gd name="T1" fmla="*/ 32 h 43"/>
                <a:gd name="T2" fmla="*/ 15 w 39"/>
                <a:gd name="T3" fmla="*/ 18 h 43"/>
                <a:gd name="T4" fmla="*/ 30 w 39"/>
                <a:gd name="T5" fmla="*/ 17 h 43"/>
                <a:gd name="T6" fmla="*/ 30 w 39"/>
                <a:gd name="T7" fmla="*/ 14 h 43"/>
                <a:gd name="T8" fmla="*/ 21 w 39"/>
                <a:gd name="T9" fmla="*/ 5 h 43"/>
                <a:gd name="T10" fmla="*/ 8 w 39"/>
                <a:gd name="T11" fmla="*/ 8 h 43"/>
                <a:gd name="T12" fmla="*/ 9 w 39"/>
                <a:gd name="T13" fmla="*/ 2 h 43"/>
                <a:gd name="T14" fmla="*/ 22 w 39"/>
                <a:gd name="T15" fmla="*/ 0 h 43"/>
                <a:gd name="T16" fmla="*/ 37 w 39"/>
                <a:gd name="T17" fmla="*/ 15 h 43"/>
                <a:gd name="T18" fmla="*/ 33 w 39"/>
                <a:gd name="T19" fmla="*/ 34 h 43"/>
                <a:gd name="T20" fmla="*/ 31 w 39"/>
                <a:gd name="T21" fmla="*/ 42 h 43"/>
                <a:gd name="T22" fmla="*/ 25 w 39"/>
                <a:gd name="T23" fmla="*/ 42 h 43"/>
                <a:gd name="T24" fmla="*/ 26 w 39"/>
                <a:gd name="T25" fmla="*/ 34 h 43"/>
                <a:gd name="T26" fmla="*/ 26 w 39"/>
                <a:gd name="T27" fmla="*/ 34 h 43"/>
                <a:gd name="T28" fmla="*/ 12 w 39"/>
                <a:gd name="T29" fmla="*/ 43 h 43"/>
                <a:gd name="T30" fmla="*/ 0 w 39"/>
                <a:gd name="T31" fmla="*/ 32 h 43"/>
                <a:gd name="T32" fmla="*/ 28 w 39"/>
                <a:gd name="T33" fmla="*/ 25 h 43"/>
                <a:gd name="T34" fmla="*/ 29 w 39"/>
                <a:gd name="T35" fmla="*/ 22 h 43"/>
                <a:gd name="T36" fmla="*/ 16 w 39"/>
                <a:gd name="T37" fmla="*/ 23 h 43"/>
                <a:gd name="T38" fmla="*/ 6 w 39"/>
                <a:gd name="T39" fmla="*/ 31 h 43"/>
                <a:gd name="T40" fmla="*/ 14 w 39"/>
                <a:gd name="T41" fmla="*/ 37 h 43"/>
                <a:gd name="T42" fmla="*/ 28 w 39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9" h="43">
                  <a:moveTo>
                    <a:pt x="0" y="32"/>
                  </a:moveTo>
                  <a:cubicBezTo>
                    <a:pt x="0" y="24"/>
                    <a:pt x="6" y="19"/>
                    <a:pt x="15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2" y="8"/>
                    <a:pt x="28" y="5"/>
                    <a:pt x="21" y="5"/>
                  </a:cubicBezTo>
                  <a:cubicBezTo>
                    <a:pt x="17" y="5"/>
                    <a:pt x="13" y="6"/>
                    <a:pt x="8" y="8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13" y="1"/>
                    <a:pt x="17" y="0"/>
                    <a:pt x="22" y="0"/>
                  </a:cubicBezTo>
                  <a:cubicBezTo>
                    <a:pt x="33" y="0"/>
                    <a:pt x="39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2" y="37"/>
                    <a:pt x="31" y="39"/>
                    <a:pt x="31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9"/>
                    <a:pt x="25" y="37"/>
                    <a:pt x="26" y="34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3" y="40"/>
                    <a:pt x="17" y="43"/>
                    <a:pt x="12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8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0" y="24"/>
                    <a:pt x="6" y="27"/>
                    <a:pt x="6" y="31"/>
                  </a:cubicBezTo>
                  <a:cubicBezTo>
                    <a:pt x="6" y="35"/>
                    <a:pt x="9" y="37"/>
                    <a:pt x="14" y="37"/>
                  </a:cubicBezTo>
                  <a:cubicBezTo>
                    <a:pt x="21" y="37"/>
                    <a:pt x="26" y="32"/>
                    <a:pt x="28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450EB287-3E83-ED3B-854B-3ECF601228E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63" y="105"/>
              <a:ext cx="21" cy="67"/>
            </a:xfrm>
            <a:custGeom>
              <a:avLst/>
              <a:gdLst>
                <a:gd name="T0" fmla="*/ 2 w 19"/>
                <a:gd name="T1" fmla="*/ 46 h 57"/>
                <a:gd name="T2" fmla="*/ 12 w 19"/>
                <a:gd name="T3" fmla="*/ 0 h 57"/>
                <a:gd name="T4" fmla="*/ 19 w 19"/>
                <a:gd name="T5" fmla="*/ 0 h 57"/>
                <a:gd name="T6" fmla="*/ 9 w 19"/>
                <a:gd name="T7" fmla="*/ 46 h 57"/>
                <a:gd name="T8" fmla="*/ 12 w 19"/>
                <a:gd name="T9" fmla="*/ 51 h 57"/>
                <a:gd name="T10" fmla="*/ 16 w 19"/>
                <a:gd name="T11" fmla="*/ 51 h 57"/>
                <a:gd name="T12" fmla="*/ 15 w 19"/>
                <a:gd name="T13" fmla="*/ 57 h 57"/>
                <a:gd name="T14" fmla="*/ 10 w 19"/>
                <a:gd name="T15" fmla="*/ 57 h 57"/>
                <a:gd name="T16" fmla="*/ 2 w 19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2B28EB8C-7A65-F768-5958-1838153F78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89" y="110"/>
              <a:ext cx="27" cy="62"/>
            </a:xfrm>
            <a:custGeom>
              <a:avLst/>
              <a:gdLst>
                <a:gd name="T0" fmla="*/ 2 w 24"/>
                <a:gd name="T1" fmla="*/ 42 h 53"/>
                <a:gd name="T2" fmla="*/ 7 w 24"/>
                <a:gd name="T3" fmla="*/ 17 h 53"/>
                <a:gd name="T4" fmla="*/ 0 w 24"/>
                <a:gd name="T5" fmla="*/ 17 h 53"/>
                <a:gd name="T6" fmla="*/ 1 w 24"/>
                <a:gd name="T7" fmla="*/ 12 h 53"/>
                <a:gd name="T8" fmla="*/ 8 w 24"/>
                <a:gd name="T9" fmla="*/ 12 h 53"/>
                <a:gd name="T10" fmla="*/ 11 w 24"/>
                <a:gd name="T11" fmla="*/ 0 h 53"/>
                <a:gd name="T12" fmla="*/ 18 w 24"/>
                <a:gd name="T13" fmla="*/ 0 h 53"/>
                <a:gd name="T14" fmla="*/ 15 w 24"/>
                <a:gd name="T15" fmla="*/ 12 h 53"/>
                <a:gd name="T16" fmla="*/ 24 w 24"/>
                <a:gd name="T17" fmla="*/ 12 h 53"/>
                <a:gd name="T18" fmla="*/ 23 w 24"/>
                <a:gd name="T19" fmla="*/ 17 h 53"/>
                <a:gd name="T20" fmla="*/ 14 w 24"/>
                <a:gd name="T21" fmla="*/ 17 h 53"/>
                <a:gd name="T22" fmla="*/ 8 w 24"/>
                <a:gd name="T23" fmla="*/ 43 h 53"/>
                <a:gd name="T24" fmla="*/ 13 w 24"/>
                <a:gd name="T25" fmla="*/ 47 h 53"/>
                <a:gd name="T26" fmla="*/ 16 w 24"/>
                <a:gd name="T27" fmla="*/ 47 h 53"/>
                <a:gd name="T28" fmla="*/ 15 w 24"/>
                <a:gd name="T29" fmla="*/ 53 h 53"/>
                <a:gd name="T30" fmla="*/ 11 w 24"/>
                <a:gd name="T31" fmla="*/ 53 h 53"/>
                <a:gd name="T32" fmla="*/ 2 w 24"/>
                <a:gd name="T33" fmla="*/ 4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53">
                  <a:moveTo>
                    <a:pt x="2" y="42"/>
                  </a:moveTo>
                  <a:cubicBezTo>
                    <a:pt x="7" y="17"/>
                    <a:pt x="7" y="17"/>
                    <a:pt x="7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6"/>
                    <a:pt x="9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4" y="53"/>
                    <a:pt x="12" y="53"/>
                    <a:pt x="11" y="53"/>
                  </a:cubicBezTo>
                  <a:cubicBezTo>
                    <a:pt x="4" y="53"/>
                    <a:pt x="0" y="49"/>
                    <a:pt x="2" y="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113B53F4-FD90-3B80-0DF1-C477465D71E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16" y="105"/>
              <a:ext cx="47" cy="67"/>
            </a:xfrm>
            <a:custGeom>
              <a:avLst/>
              <a:gdLst>
                <a:gd name="T0" fmla="*/ 12 w 41"/>
                <a:gd name="T1" fmla="*/ 0 h 57"/>
                <a:gd name="T2" fmla="*/ 19 w 41"/>
                <a:gd name="T3" fmla="*/ 0 h 57"/>
                <a:gd name="T4" fmla="*/ 15 w 41"/>
                <a:gd name="T5" fmla="*/ 16 h 57"/>
                <a:gd name="T6" fmla="*/ 13 w 41"/>
                <a:gd name="T7" fmla="*/ 24 h 57"/>
                <a:gd name="T8" fmla="*/ 13 w 41"/>
                <a:gd name="T9" fmla="*/ 24 h 57"/>
                <a:gd name="T10" fmla="*/ 28 w 41"/>
                <a:gd name="T11" fmla="*/ 15 h 57"/>
                <a:gd name="T12" fmla="*/ 39 w 41"/>
                <a:gd name="T13" fmla="*/ 30 h 57"/>
                <a:gd name="T14" fmla="*/ 33 w 41"/>
                <a:gd name="T15" fmla="*/ 57 h 57"/>
                <a:gd name="T16" fmla="*/ 26 w 41"/>
                <a:gd name="T17" fmla="*/ 57 h 57"/>
                <a:gd name="T18" fmla="*/ 32 w 41"/>
                <a:gd name="T19" fmla="*/ 30 h 57"/>
                <a:gd name="T20" fmla="*/ 26 w 41"/>
                <a:gd name="T21" fmla="*/ 21 h 57"/>
                <a:gd name="T22" fmla="*/ 11 w 41"/>
                <a:gd name="T23" fmla="*/ 34 h 57"/>
                <a:gd name="T24" fmla="*/ 7 w 41"/>
                <a:gd name="T25" fmla="*/ 57 h 57"/>
                <a:gd name="T26" fmla="*/ 0 w 41"/>
                <a:gd name="T27" fmla="*/ 57 h 57"/>
                <a:gd name="T28" fmla="*/ 12 w 41"/>
                <a:gd name="T2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" h="57">
                  <a:moveTo>
                    <a:pt x="12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8"/>
                    <a:pt x="14" y="21"/>
                    <a:pt x="13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6" y="19"/>
                    <a:pt x="22" y="15"/>
                    <a:pt x="28" y="15"/>
                  </a:cubicBezTo>
                  <a:cubicBezTo>
                    <a:pt x="36" y="15"/>
                    <a:pt x="41" y="20"/>
                    <a:pt x="39" y="30"/>
                  </a:cubicBezTo>
                  <a:cubicBezTo>
                    <a:pt x="33" y="57"/>
                    <a:pt x="33" y="57"/>
                    <a:pt x="33" y="57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34" y="24"/>
                    <a:pt x="31" y="21"/>
                    <a:pt x="26" y="21"/>
                  </a:cubicBezTo>
                  <a:cubicBezTo>
                    <a:pt x="20" y="21"/>
                    <a:pt x="13" y="26"/>
                    <a:pt x="11" y="34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0" y="57"/>
                    <a:pt x="0" y="57"/>
                    <a:pt x="0" y="57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F14ED3F8-1F69-DE29-4CDA-2E3E4CAF33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96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9FA6BB24-CB33-A193-9369-A3965F4DA2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24" y="123"/>
              <a:ext cx="45" cy="50"/>
            </a:xfrm>
            <a:custGeom>
              <a:avLst/>
              <a:gdLst>
                <a:gd name="T0" fmla="*/ 0 w 39"/>
                <a:gd name="T1" fmla="*/ 27 h 43"/>
                <a:gd name="T2" fmla="*/ 23 w 39"/>
                <a:gd name="T3" fmla="*/ 0 h 43"/>
                <a:gd name="T4" fmla="*/ 39 w 39"/>
                <a:gd name="T5" fmla="*/ 15 h 43"/>
                <a:gd name="T6" fmla="*/ 16 w 39"/>
                <a:gd name="T7" fmla="*/ 43 h 43"/>
                <a:gd name="T8" fmla="*/ 0 w 39"/>
                <a:gd name="T9" fmla="*/ 27 h 43"/>
                <a:gd name="T10" fmla="*/ 32 w 39"/>
                <a:gd name="T11" fmla="*/ 16 h 43"/>
                <a:gd name="T12" fmla="*/ 23 w 39"/>
                <a:gd name="T13" fmla="*/ 6 h 43"/>
                <a:gd name="T14" fmla="*/ 7 w 39"/>
                <a:gd name="T15" fmla="*/ 27 h 43"/>
                <a:gd name="T16" fmla="*/ 16 w 39"/>
                <a:gd name="T17" fmla="*/ 37 h 43"/>
                <a:gd name="T18" fmla="*/ 32 w 39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9" y="6"/>
                    <a:pt x="39" y="15"/>
                  </a:cubicBezTo>
                  <a:cubicBezTo>
                    <a:pt x="39" y="27"/>
                    <a:pt x="31" y="43"/>
                    <a:pt x="16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B4D39312-BFC4-DCFF-FADD-58EB6C3F7C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74" y="123"/>
              <a:ext cx="33" cy="49"/>
            </a:xfrm>
            <a:custGeom>
              <a:avLst/>
              <a:gdLst>
                <a:gd name="T0" fmla="*/ 8 w 29"/>
                <a:gd name="T1" fmla="*/ 1 h 42"/>
                <a:gd name="T2" fmla="*/ 15 w 29"/>
                <a:gd name="T3" fmla="*/ 1 h 42"/>
                <a:gd name="T4" fmla="*/ 13 w 29"/>
                <a:gd name="T5" fmla="*/ 9 h 42"/>
                <a:gd name="T6" fmla="*/ 13 w 29"/>
                <a:gd name="T7" fmla="*/ 9 h 42"/>
                <a:gd name="T8" fmla="*/ 29 w 29"/>
                <a:gd name="T9" fmla="*/ 0 h 42"/>
                <a:gd name="T10" fmla="*/ 27 w 29"/>
                <a:gd name="T11" fmla="*/ 7 h 42"/>
                <a:gd name="T12" fmla="*/ 11 w 29"/>
                <a:gd name="T13" fmla="*/ 18 h 42"/>
                <a:gd name="T14" fmla="*/ 6 w 29"/>
                <a:gd name="T15" fmla="*/ 42 h 42"/>
                <a:gd name="T16" fmla="*/ 0 w 29"/>
                <a:gd name="T17" fmla="*/ 42 h 42"/>
                <a:gd name="T18" fmla="*/ 8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8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4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3"/>
                    <a:pt x="23" y="0"/>
                    <a:pt x="29" y="0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18" y="7"/>
                    <a:pt x="13" y="11"/>
                    <a:pt x="11" y="18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B6F14C72-CCA3-BEF4-50E9-CFDD54B020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731" y="123"/>
              <a:ext cx="46" cy="50"/>
            </a:xfrm>
            <a:custGeom>
              <a:avLst/>
              <a:gdLst>
                <a:gd name="T0" fmla="*/ 0 w 40"/>
                <a:gd name="T1" fmla="*/ 32 h 43"/>
                <a:gd name="T2" fmla="*/ 16 w 40"/>
                <a:gd name="T3" fmla="*/ 18 h 43"/>
                <a:gd name="T4" fmla="*/ 30 w 40"/>
                <a:gd name="T5" fmla="*/ 17 h 43"/>
                <a:gd name="T6" fmla="*/ 31 w 40"/>
                <a:gd name="T7" fmla="*/ 14 h 43"/>
                <a:gd name="T8" fmla="*/ 22 w 40"/>
                <a:gd name="T9" fmla="*/ 5 h 43"/>
                <a:gd name="T10" fmla="*/ 8 w 40"/>
                <a:gd name="T11" fmla="*/ 8 h 43"/>
                <a:gd name="T12" fmla="*/ 10 w 40"/>
                <a:gd name="T13" fmla="*/ 2 h 43"/>
                <a:gd name="T14" fmla="*/ 23 w 40"/>
                <a:gd name="T15" fmla="*/ 0 h 43"/>
                <a:gd name="T16" fmla="*/ 37 w 40"/>
                <a:gd name="T17" fmla="*/ 15 h 43"/>
                <a:gd name="T18" fmla="*/ 33 w 40"/>
                <a:gd name="T19" fmla="*/ 34 h 43"/>
                <a:gd name="T20" fmla="*/ 32 w 40"/>
                <a:gd name="T21" fmla="*/ 42 h 43"/>
                <a:gd name="T22" fmla="*/ 25 w 40"/>
                <a:gd name="T23" fmla="*/ 42 h 43"/>
                <a:gd name="T24" fmla="*/ 27 w 40"/>
                <a:gd name="T25" fmla="*/ 34 h 43"/>
                <a:gd name="T26" fmla="*/ 27 w 40"/>
                <a:gd name="T27" fmla="*/ 34 h 43"/>
                <a:gd name="T28" fmla="*/ 13 w 40"/>
                <a:gd name="T29" fmla="*/ 43 h 43"/>
                <a:gd name="T30" fmla="*/ 0 w 40"/>
                <a:gd name="T31" fmla="*/ 32 h 43"/>
                <a:gd name="T32" fmla="*/ 29 w 40"/>
                <a:gd name="T33" fmla="*/ 25 h 43"/>
                <a:gd name="T34" fmla="*/ 29 w 40"/>
                <a:gd name="T35" fmla="*/ 22 h 43"/>
                <a:gd name="T36" fmla="*/ 17 w 40"/>
                <a:gd name="T37" fmla="*/ 23 h 43"/>
                <a:gd name="T38" fmla="*/ 7 w 40"/>
                <a:gd name="T39" fmla="*/ 31 h 43"/>
                <a:gd name="T40" fmla="*/ 14 w 40"/>
                <a:gd name="T41" fmla="*/ 37 h 43"/>
                <a:gd name="T42" fmla="*/ 29 w 40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0" h="43">
                  <a:moveTo>
                    <a:pt x="0" y="32"/>
                  </a:moveTo>
                  <a:cubicBezTo>
                    <a:pt x="0" y="24"/>
                    <a:pt x="7" y="19"/>
                    <a:pt x="16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2" y="8"/>
                    <a:pt x="29" y="5"/>
                    <a:pt x="22" y="5"/>
                  </a:cubicBezTo>
                  <a:cubicBezTo>
                    <a:pt x="18" y="5"/>
                    <a:pt x="14" y="6"/>
                    <a:pt x="8" y="8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4" y="1"/>
                    <a:pt x="18" y="0"/>
                    <a:pt x="23" y="0"/>
                  </a:cubicBezTo>
                  <a:cubicBezTo>
                    <a:pt x="34" y="0"/>
                    <a:pt x="40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3" y="37"/>
                    <a:pt x="32" y="39"/>
                    <a:pt x="32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39"/>
                    <a:pt x="26" y="37"/>
                    <a:pt x="27" y="34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4" y="40"/>
                    <a:pt x="18" y="43"/>
                    <a:pt x="13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9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1" y="24"/>
                    <a:pt x="7" y="27"/>
                    <a:pt x="7" y="31"/>
                  </a:cubicBezTo>
                  <a:cubicBezTo>
                    <a:pt x="7" y="35"/>
                    <a:pt x="10" y="37"/>
                    <a:pt x="14" y="37"/>
                  </a:cubicBezTo>
                  <a:cubicBezTo>
                    <a:pt x="22" y="37"/>
                    <a:pt x="27" y="32"/>
                    <a:pt x="29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F9476C69-E574-5E29-088F-401D00F6E78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80" y="105"/>
              <a:ext cx="20" cy="67"/>
            </a:xfrm>
            <a:custGeom>
              <a:avLst/>
              <a:gdLst>
                <a:gd name="T0" fmla="*/ 2 w 18"/>
                <a:gd name="T1" fmla="*/ 46 h 57"/>
                <a:gd name="T2" fmla="*/ 12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6 w 18"/>
                <a:gd name="T11" fmla="*/ 51 h 57"/>
                <a:gd name="T12" fmla="*/ 15 w 18"/>
                <a:gd name="T13" fmla="*/ 57 h 57"/>
                <a:gd name="T14" fmla="*/ 10 w 18"/>
                <a:gd name="T15" fmla="*/ 57 h 57"/>
                <a:gd name="T16" fmla="*/ 2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CF9C814E-9646-CA7B-8FBA-F86BD1C5EB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04" y="105"/>
              <a:ext cx="20" cy="67"/>
            </a:xfrm>
            <a:custGeom>
              <a:avLst/>
              <a:gdLst>
                <a:gd name="T0" fmla="*/ 1 w 18"/>
                <a:gd name="T1" fmla="*/ 46 h 57"/>
                <a:gd name="T2" fmla="*/ 11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5 w 18"/>
                <a:gd name="T11" fmla="*/ 51 h 57"/>
                <a:gd name="T12" fmla="*/ 14 w 18"/>
                <a:gd name="T13" fmla="*/ 57 h 57"/>
                <a:gd name="T14" fmla="*/ 10 w 18"/>
                <a:gd name="T15" fmla="*/ 57 h 57"/>
                <a:gd name="T16" fmla="*/ 1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1" y="46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50"/>
                    <a:pt x="9" y="51"/>
                    <a:pt x="12" y="51"/>
                  </a:cubicBezTo>
                  <a:cubicBezTo>
                    <a:pt x="13" y="51"/>
                    <a:pt x="14" y="51"/>
                    <a:pt x="15" y="51"/>
                  </a:cubicBezTo>
                  <a:cubicBezTo>
                    <a:pt x="14" y="57"/>
                    <a:pt x="14" y="57"/>
                    <a:pt x="14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3" y="57"/>
                    <a:pt x="0" y="53"/>
                    <a:pt x="1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31F1E26A-A2CA-9ECF-AD4C-C9E3856438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25" y="162"/>
              <a:ext cx="16" cy="25"/>
            </a:xfrm>
            <a:custGeom>
              <a:avLst/>
              <a:gdLst>
                <a:gd name="T0" fmla="*/ 8 w 14"/>
                <a:gd name="T1" fmla="*/ 9 h 22"/>
                <a:gd name="T2" fmla="*/ 5 w 14"/>
                <a:gd name="T3" fmla="*/ 4 h 22"/>
                <a:gd name="T4" fmla="*/ 9 w 14"/>
                <a:gd name="T5" fmla="*/ 0 h 22"/>
                <a:gd name="T6" fmla="*/ 14 w 14"/>
                <a:gd name="T7" fmla="*/ 4 h 22"/>
                <a:gd name="T8" fmla="*/ 13 w 14"/>
                <a:gd name="T9" fmla="*/ 8 h 22"/>
                <a:gd name="T10" fmla="*/ 5 w 14"/>
                <a:gd name="T11" fmla="*/ 22 h 22"/>
                <a:gd name="T12" fmla="*/ 0 w 14"/>
                <a:gd name="T13" fmla="*/ 22 h 22"/>
                <a:gd name="T14" fmla="*/ 8 w 14"/>
                <a:gd name="T15" fmla="*/ 9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22">
                  <a:moveTo>
                    <a:pt x="8" y="9"/>
                  </a:moveTo>
                  <a:cubicBezTo>
                    <a:pt x="6" y="8"/>
                    <a:pt x="5" y="6"/>
                    <a:pt x="5" y="4"/>
                  </a:cubicBezTo>
                  <a:cubicBezTo>
                    <a:pt x="5" y="2"/>
                    <a:pt x="7" y="0"/>
                    <a:pt x="9" y="0"/>
                  </a:cubicBezTo>
                  <a:cubicBezTo>
                    <a:pt x="12" y="0"/>
                    <a:pt x="14" y="2"/>
                    <a:pt x="14" y="4"/>
                  </a:cubicBezTo>
                  <a:cubicBezTo>
                    <a:pt x="14" y="5"/>
                    <a:pt x="14" y="6"/>
                    <a:pt x="13" y="8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lnTo>
                    <a:pt x="8" y="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85EFAEB0-E7E1-AC6F-DEE7-10535FE0AA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80" y="105"/>
              <a:ext cx="64" cy="67"/>
            </a:xfrm>
            <a:custGeom>
              <a:avLst/>
              <a:gdLst>
                <a:gd name="T0" fmla="*/ 14 w 64"/>
                <a:gd name="T1" fmla="*/ 0 h 67"/>
                <a:gd name="T2" fmla="*/ 22 w 64"/>
                <a:gd name="T3" fmla="*/ 0 h 67"/>
                <a:gd name="T4" fmla="*/ 16 w 64"/>
                <a:gd name="T5" fmla="*/ 30 h 67"/>
                <a:gd name="T6" fmla="*/ 50 w 64"/>
                <a:gd name="T7" fmla="*/ 30 h 67"/>
                <a:gd name="T8" fmla="*/ 56 w 64"/>
                <a:gd name="T9" fmla="*/ 0 h 67"/>
                <a:gd name="T10" fmla="*/ 64 w 64"/>
                <a:gd name="T11" fmla="*/ 0 h 67"/>
                <a:gd name="T12" fmla="*/ 50 w 64"/>
                <a:gd name="T13" fmla="*/ 67 h 67"/>
                <a:gd name="T14" fmla="*/ 42 w 64"/>
                <a:gd name="T15" fmla="*/ 67 h 67"/>
                <a:gd name="T16" fmla="*/ 49 w 64"/>
                <a:gd name="T17" fmla="*/ 37 h 67"/>
                <a:gd name="T18" fmla="*/ 14 w 64"/>
                <a:gd name="T19" fmla="*/ 37 h 67"/>
                <a:gd name="T20" fmla="*/ 8 w 64"/>
                <a:gd name="T21" fmla="*/ 67 h 67"/>
                <a:gd name="T22" fmla="*/ 0 w 64"/>
                <a:gd name="T23" fmla="*/ 67 h 67"/>
                <a:gd name="T24" fmla="*/ 14 w 64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0" y="30"/>
                  </a:lnTo>
                  <a:lnTo>
                    <a:pt x="56" y="0"/>
                  </a:lnTo>
                  <a:lnTo>
                    <a:pt x="64" y="0"/>
                  </a:lnTo>
                  <a:lnTo>
                    <a:pt x="50" y="67"/>
                  </a:lnTo>
                  <a:lnTo>
                    <a:pt x="42" y="67"/>
                  </a:lnTo>
                  <a:lnTo>
                    <a:pt x="49" y="37"/>
                  </a:lnTo>
                  <a:lnTo>
                    <a:pt x="14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C7C8E89F-CE45-E869-4AA1-CFCE601FDF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45" y="124"/>
              <a:ext cx="46" cy="49"/>
            </a:xfrm>
            <a:custGeom>
              <a:avLst/>
              <a:gdLst>
                <a:gd name="T0" fmla="*/ 2 w 41"/>
                <a:gd name="T1" fmla="*/ 27 h 42"/>
                <a:gd name="T2" fmla="*/ 8 w 41"/>
                <a:gd name="T3" fmla="*/ 0 h 42"/>
                <a:gd name="T4" fmla="*/ 15 w 41"/>
                <a:gd name="T5" fmla="*/ 0 h 42"/>
                <a:gd name="T6" fmla="*/ 9 w 41"/>
                <a:gd name="T7" fmla="*/ 26 h 42"/>
                <a:gd name="T8" fmla="*/ 15 w 41"/>
                <a:gd name="T9" fmla="*/ 36 h 42"/>
                <a:gd name="T10" fmla="*/ 29 w 41"/>
                <a:gd name="T11" fmla="*/ 23 h 42"/>
                <a:gd name="T12" fmla="*/ 34 w 41"/>
                <a:gd name="T13" fmla="*/ 0 h 42"/>
                <a:gd name="T14" fmla="*/ 41 w 41"/>
                <a:gd name="T15" fmla="*/ 0 h 42"/>
                <a:gd name="T16" fmla="*/ 32 w 41"/>
                <a:gd name="T17" fmla="*/ 41 h 42"/>
                <a:gd name="T18" fmla="*/ 26 w 41"/>
                <a:gd name="T19" fmla="*/ 41 h 42"/>
                <a:gd name="T20" fmla="*/ 28 w 41"/>
                <a:gd name="T21" fmla="*/ 32 h 42"/>
                <a:gd name="T22" fmla="*/ 28 w 41"/>
                <a:gd name="T23" fmla="*/ 32 h 42"/>
                <a:gd name="T24" fmla="*/ 13 w 41"/>
                <a:gd name="T25" fmla="*/ 42 h 42"/>
                <a:gd name="T26" fmla="*/ 2 w 41"/>
                <a:gd name="T27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1" h="42">
                  <a:moveTo>
                    <a:pt x="2" y="27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7" y="32"/>
                    <a:pt x="10" y="36"/>
                    <a:pt x="15" y="36"/>
                  </a:cubicBezTo>
                  <a:cubicBezTo>
                    <a:pt x="21" y="36"/>
                    <a:pt x="28" y="31"/>
                    <a:pt x="29" y="23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38"/>
                    <a:pt x="27" y="35"/>
                    <a:pt x="28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4" y="38"/>
                    <a:pt x="19" y="42"/>
                    <a:pt x="13" y="42"/>
                  </a:cubicBezTo>
                  <a:cubicBezTo>
                    <a:pt x="4" y="42"/>
                    <a:pt x="0" y="36"/>
                    <a:pt x="2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DD31CB01-AD5D-453A-B32E-C357A1831C1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94" y="123"/>
              <a:ext cx="47" cy="49"/>
            </a:xfrm>
            <a:custGeom>
              <a:avLst/>
              <a:gdLst>
                <a:gd name="T0" fmla="*/ 9 w 42"/>
                <a:gd name="T1" fmla="*/ 1 h 42"/>
                <a:gd name="T2" fmla="*/ 15 w 42"/>
                <a:gd name="T3" fmla="*/ 1 h 42"/>
                <a:gd name="T4" fmla="*/ 13 w 42"/>
                <a:gd name="T5" fmla="*/ 9 h 42"/>
                <a:gd name="T6" fmla="*/ 13 w 42"/>
                <a:gd name="T7" fmla="*/ 9 h 42"/>
                <a:gd name="T8" fmla="*/ 29 w 42"/>
                <a:gd name="T9" fmla="*/ 0 h 42"/>
                <a:gd name="T10" fmla="*/ 39 w 42"/>
                <a:gd name="T11" fmla="*/ 15 h 42"/>
                <a:gd name="T12" fmla="*/ 33 w 42"/>
                <a:gd name="T13" fmla="*/ 42 h 42"/>
                <a:gd name="T14" fmla="*/ 26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39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3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8" name="Freeform 21">
              <a:extLst>
                <a:ext uri="{FF2B5EF4-FFF2-40B4-BE49-F238E27FC236}">
                  <a16:creationId xmlns:a16="http://schemas.microsoft.com/office/drawing/2014/main" id="{D3D4F046-4F2E-1449-7CB7-5CFCC7760F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42" y="123"/>
              <a:ext cx="54" cy="68"/>
            </a:xfrm>
            <a:custGeom>
              <a:avLst/>
              <a:gdLst>
                <a:gd name="T0" fmla="*/ 0 w 47"/>
                <a:gd name="T1" fmla="*/ 56 h 58"/>
                <a:gd name="T2" fmla="*/ 1 w 47"/>
                <a:gd name="T3" fmla="*/ 50 h 58"/>
                <a:gd name="T4" fmla="*/ 14 w 47"/>
                <a:gd name="T5" fmla="*/ 52 h 58"/>
                <a:gd name="T6" fmla="*/ 32 w 47"/>
                <a:gd name="T7" fmla="*/ 40 h 58"/>
                <a:gd name="T8" fmla="*/ 34 w 47"/>
                <a:gd name="T9" fmla="*/ 33 h 58"/>
                <a:gd name="T10" fmla="*/ 34 w 47"/>
                <a:gd name="T11" fmla="*/ 33 h 58"/>
                <a:gd name="T12" fmla="*/ 19 w 47"/>
                <a:gd name="T13" fmla="*/ 41 h 58"/>
                <a:gd name="T14" fmla="*/ 5 w 47"/>
                <a:gd name="T15" fmla="*/ 26 h 58"/>
                <a:gd name="T16" fmla="*/ 26 w 47"/>
                <a:gd name="T17" fmla="*/ 0 h 58"/>
                <a:gd name="T18" fmla="*/ 39 w 47"/>
                <a:gd name="T19" fmla="*/ 9 h 58"/>
                <a:gd name="T20" fmla="*/ 39 w 47"/>
                <a:gd name="T21" fmla="*/ 9 h 58"/>
                <a:gd name="T22" fmla="*/ 40 w 47"/>
                <a:gd name="T23" fmla="*/ 1 h 58"/>
                <a:gd name="T24" fmla="*/ 47 w 47"/>
                <a:gd name="T25" fmla="*/ 1 h 58"/>
                <a:gd name="T26" fmla="*/ 38 w 47"/>
                <a:gd name="T27" fmla="*/ 41 h 58"/>
                <a:gd name="T28" fmla="*/ 14 w 47"/>
                <a:gd name="T29" fmla="*/ 58 h 58"/>
                <a:gd name="T30" fmla="*/ 0 w 47"/>
                <a:gd name="T31" fmla="*/ 56 h 58"/>
                <a:gd name="T32" fmla="*/ 36 w 47"/>
                <a:gd name="T33" fmla="*/ 15 h 58"/>
                <a:gd name="T34" fmla="*/ 27 w 47"/>
                <a:gd name="T35" fmla="*/ 6 h 58"/>
                <a:gd name="T36" fmla="*/ 12 w 47"/>
                <a:gd name="T37" fmla="*/ 25 h 58"/>
                <a:gd name="T38" fmla="*/ 21 w 47"/>
                <a:gd name="T39" fmla="*/ 36 h 58"/>
                <a:gd name="T40" fmla="*/ 36 w 47"/>
                <a:gd name="T41" fmla="*/ 1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" h="58">
                  <a:moveTo>
                    <a:pt x="0" y="56"/>
                  </a:moveTo>
                  <a:cubicBezTo>
                    <a:pt x="1" y="50"/>
                    <a:pt x="1" y="50"/>
                    <a:pt x="1" y="50"/>
                  </a:cubicBezTo>
                  <a:cubicBezTo>
                    <a:pt x="5" y="52"/>
                    <a:pt x="9" y="52"/>
                    <a:pt x="14" y="52"/>
                  </a:cubicBezTo>
                  <a:cubicBezTo>
                    <a:pt x="24" y="52"/>
                    <a:pt x="30" y="48"/>
                    <a:pt x="32" y="40"/>
                  </a:cubicBezTo>
                  <a:cubicBezTo>
                    <a:pt x="32" y="38"/>
                    <a:pt x="33" y="35"/>
                    <a:pt x="34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0" y="38"/>
                    <a:pt x="24" y="41"/>
                    <a:pt x="19" y="41"/>
                  </a:cubicBezTo>
                  <a:cubicBezTo>
                    <a:pt x="10" y="41"/>
                    <a:pt x="5" y="35"/>
                    <a:pt x="5" y="26"/>
                  </a:cubicBezTo>
                  <a:cubicBezTo>
                    <a:pt x="5" y="14"/>
                    <a:pt x="12" y="0"/>
                    <a:pt x="26" y="0"/>
                  </a:cubicBezTo>
                  <a:cubicBezTo>
                    <a:pt x="32" y="0"/>
                    <a:pt x="38" y="3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40" y="4"/>
                    <a:pt x="40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6" y="53"/>
                    <a:pt x="27" y="58"/>
                    <a:pt x="14" y="58"/>
                  </a:cubicBezTo>
                  <a:cubicBezTo>
                    <a:pt x="8" y="58"/>
                    <a:pt x="4" y="57"/>
                    <a:pt x="0" y="56"/>
                  </a:cubicBezTo>
                  <a:close/>
                  <a:moveTo>
                    <a:pt x="36" y="15"/>
                  </a:moveTo>
                  <a:cubicBezTo>
                    <a:pt x="36" y="9"/>
                    <a:pt x="33" y="6"/>
                    <a:pt x="27" y="6"/>
                  </a:cubicBezTo>
                  <a:cubicBezTo>
                    <a:pt x="17" y="6"/>
                    <a:pt x="12" y="16"/>
                    <a:pt x="12" y="25"/>
                  </a:cubicBezTo>
                  <a:cubicBezTo>
                    <a:pt x="12" y="32"/>
                    <a:pt x="15" y="36"/>
                    <a:pt x="21" y="36"/>
                  </a:cubicBezTo>
                  <a:cubicBezTo>
                    <a:pt x="31" y="36"/>
                    <a:pt x="36" y="25"/>
                    <a:pt x="36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AAE86762-4913-29C5-4AB0-6A25D8E6FE0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02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7 w 37"/>
                <a:gd name="T7" fmla="*/ 22 h 43"/>
                <a:gd name="T8" fmla="*/ 7 w 37"/>
                <a:gd name="T9" fmla="*/ 22 h 43"/>
                <a:gd name="T10" fmla="*/ 7 w 37"/>
                <a:gd name="T11" fmla="*/ 26 h 43"/>
                <a:gd name="T12" fmla="*/ 19 w 37"/>
                <a:gd name="T13" fmla="*/ 37 h 43"/>
                <a:gd name="T14" fmla="*/ 32 w 37"/>
                <a:gd name="T15" fmla="*/ 34 h 43"/>
                <a:gd name="T16" fmla="*/ 31 w 37"/>
                <a:gd name="T17" fmla="*/ 41 h 43"/>
                <a:gd name="T18" fmla="*/ 18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2" y="43"/>
                    <a:pt x="18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1" y="11"/>
                    <a:pt x="8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0" name="Freeform 23">
              <a:extLst>
                <a:ext uri="{FF2B5EF4-FFF2-40B4-BE49-F238E27FC236}">
                  <a16:creationId xmlns:a16="http://schemas.microsoft.com/office/drawing/2014/main" id="{4294F680-D6A3-1799-7BEA-AEE684CB6F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49" y="123"/>
              <a:ext cx="33" cy="49"/>
            </a:xfrm>
            <a:custGeom>
              <a:avLst/>
              <a:gdLst>
                <a:gd name="T0" fmla="*/ 9 w 29"/>
                <a:gd name="T1" fmla="*/ 1 h 42"/>
                <a:gd name="T2" fmla="*/ 16 w 29"/>
                <a:gd name="T3" fmla="*/ 1 h 42"/>
                <a:gd name="T4" fmla="*/ 13 w 29"/>
                <a:gd name="T5" fmla="*/ 9 h 42"/>
                <a:gd name="T6" fmla="*/ 14 w 29"/>
                <a:gd name="T7" fmla="*/ 9 h 42"/>
                <a:gd name="T8" fmla="*/ 29 w 29"/>
                <a:gd name="T9" fmla="*/ 0 h 42"/>
                <a:gd name="T10" fmla="*/ 28 w 29"/>
                <a:gd name="T11" fmla="*/ 7 h 42"/>
                <a:gd name="T12" fmla="*/ 12 w 29"/>
                <a:gd name="T13" fmla="*/ 18 h 42"/>
                <a:gd name="T14" fmla="*/ 7 w 29"/>
                <a:gd name="T15" fmla="*/ 42 h 42"/>
                <a:gd name="T16" fmla="*/ 0 w 29"/>
                <a:gd name="T17" fmla="*/ 42 h 42"/>
                <a:gd name="T18" fmla="*/ 9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3" y="0"/>
                    <a:pt x="29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1" name="Freeform 24">
              <a:extLst>
                <a:ext uri="{FF2B5EF4-FFF2-40B4-BE49-F238E27FC236}">
                  <a16:creationId xmlns:a16="http://schemas.microsoft.com/office/drawing/2014/main" id="{2A61777E-0272-7674-66F7-D37695D664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11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2" name="Freeform 25">
              <a:extLst>
                <a:ext uri="{FF2B5EF4-FFF2-40B4-BE49-F238E27FC236}">
                  <a16:creationId xmlns:a16="http://schemas.microsoft.com/office/drawing/2014/main" id="{48F5FC8F-4CA2-DDF5-C31D-BBBDD611CF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39" y="123"/>
              <a:ext cx="43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2 w 38"/>
                <a:gd name="T11" fmla="*/ 16 h 43"/>
                <a:gd name="T12" fmla="*/ 23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2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3" name="Freeform 26">
              <a:extLst>
                <a:ext uri="{FF2B5EF4-FFF2-40B4-BE49-F238E27FC236}">
                  <a16:creationId xmlns:a16="http://schemas.microsoft.com/office/drawing/2014/main" id="{6A0B9892-233C-1DEC-E3B5-4016614C27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88" y="123"/>
              <a:ext cx="34" cy="49"/>
            </a:xfrm>
            <a:custGeom>
              <a:avLst/>
              <a:gdLst>
                <a:gd name="T0" fmla="*/ 9 w 30"/>
                <a:gd name="T1" fmla="*/ 1 h 42"/>
                <a:gd name="T2" fmla="*/ 16 w 30"/>
                <a:gd name="T3" fmla="*/ 1 h 42"/>
                <a:gd name="T4" fmla="*/ 14 w 30"/>
                <a:gd name="T5" fmla="*/ 9 h 42"/>
                <a:gd name="T6" fmla="*/ 14 w 30"/>
                <a:gd name="T7" fmla="*/ 9 h 42"/>
                <a:gd name="T8" fmla="*/ 30 w 30"/>
                <a:gd name="T9" fmla="*/ 0 h 42"/>
                <a:gd name="T10" fmla="*/ 28 w 30"/>
                <a:gd name="T11" fmla="*/ 7 h 42"/>
                <a:gd name="T12" fmla="*/ 12 w 30"/>
                <a:gd name="T13" fmla="*/ 18 h 42"/>
                <a:gd name="T14" fmla="*/ 7 w 30"/>
                <a:gd name="T15" fmla="*/ 42 h 42"/>
                <a:gd name="T16" fmla="*/ 0 w 30"/>
                <a:gd name="T17" fmla="*/ 42 h 42"/>
                <a:gd name="T18" fmla="*/ 9 w 30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4" y="0"/>
                    <a:pt x="30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4" name="Freeform 27">
              <a:extLst>
                <a:ext uri="{FF2B5EF4-FFF2-40B4-BE49-F238E27FC236}">
                  <a16:creationId xmlns:a16="http://schemas.microsoft.com/office/drawing/2014/main" id="{AEFCF90B-9260-584C-ABAE-D2DD60B514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45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7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7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D5F4881B-ADA1-DD5D-2A70-DE7A8AF57C0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99" y="123"/>
              <a:ext cx="44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1 w 38"/>
                <a:gd name="T11" fmla="*/ 16 h 43"/>
                <a:gd name="T12" fmla="*/ 22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1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5" y="43"/>
                    <a:pt x="0" y="37"/>
                    <a:pt x="0" y="27"/>
                  </a:cubicBezTo>
                  <a:close/>
                  <a:moveTo>
                    <a:pt x="31" y="16"/>
                  </a:moveTo>
                  <a:cubicBezTo>
                    <a:pt x="31" y="9"/>
                    <a:pt x="28" y="6"/>
                    <a:pt x="22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7" y="37"/>
                    <a:pt x="31" y="23"/>
                    <a:pt x="31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6" name="Freeform 29">
              <a:extLst>
                <a:ext uri="{FF2B5EF4-FFF2-40B4-BE49-F238E27FC236}">
                  <a16:creationId xmlns:a16="http://schemas.microsoft.com/office/drawing/2014/main" id="{F58D8CF8-80E9-1039-BA3D-598950CFFE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48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7" name="Freeform 30">
              <a:extLst>
                <a:ext uri="{FF2B5EF4-FFF2-40B4-BE49-F238E27FC236}">
                  <a16:creationId xmlns:a16="http://schemas.microsoft.com/office/drawing/2014/main" id="{E4B7F096-F1CE-5D91-9CEC-7710190ADF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503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6 w 37"/>
                <a:gd name="T7" fmla="*/ 22 h 43"/>
                <a:gd name="T8" fmla="*/ 7 w 37"/>
                <a:gd name="T9" fmla="*/ 22 h 43"/>
                <a:gd name="T10" fmla="*/ 6 w 37"/>
                <a:gd name="T11" fmla="*/ 26 h 43"/>
                <a:gd name="T12" fmla="*/ 18 w 37"/>
                <a:gd name="T13" fmla="*/ 37 h 43"/>
                <a:gd name="T14" fmla="*/ 32 w 37"/>
                <a:gd name="T15" fmla="*/ 34 h 43"/>
                <a:gd name="T16" fmla="*/ 30 w 37"/>
                <a:gd name="T17" fmla="*/ 41 h 43"/>
                <a:gd name="T18" fmla="*/ 17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4"/>
                    <a:pt x="6" y="25"/>
                    <a:pt x="6" y="26"/>
                  </a:cubicBezTo>
                  <a:cubicBezTo>
                    <a:pt x="6" y="33"/>
                    <a:pt x="11" y="37"/>
                    <a:pt x="18" y="37"/>
                  </a:cubicBezTo>
                  <a:cubicBezTo>
                    <a:pt x="23" y="37"/>
                    <a:pt x="26" y="36"/>
                    <a:pt x="32" y="34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26" y="42"/>
                    <a:pt x="22" y="43"/>
                    <a:pt x="17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0" y="11"/>
                    <a:pt x="8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8" name="Freeform 31">
              <a:extLst>
                <a:ext uri="{FF2B5EF4-FFF2-40B4-BE49-F238E27FC236}">
                  <a16:creationId xmlns:a16="http://schemas.microsoft.com/office/drawing/2014/main" id="{0ACE54DA-5AD2-37A4-2930-347614FF42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25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9" name="Freeform 32">
              <a:extLst>
                <a:ext uri="{FF2B5EF4-FFF2-40B4-BE49-F238E27FC236}">
                  <a16:creationId xmlns:a16="http://schemas.microsoft.com/office/drawing/2014/main" id="{3A83E2CB-39E2-183B-ED14-638977C136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30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0" name="Freeform 33">
              <a:extLst>
                <a:ext uri="{FF2B5EF4-FFF2-40B4-BE49-F238E27FC236}">
                  <a16:creationId xmlns:a16="http://schemas.microsoft.com/office/drawing/2014/main" id="{6CB16A12-2BA7-FBCB-C6F8-7B0510FC3D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78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1" name="Freeform 34">
              <a:extLst>
                <a:ext uri="{FF2B5EF4-FFF2-40B4-BE49-F238E27FC236}">
                  <a16:creationId xmlns:a16="http://schemas.microsoft.com/office/drawing/2014/main" id="{7B9D4B89-73E0-0894-662E-2E3F8D74A3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" y="105"/>
              <a:ext cx="21" cy="67"/>
            </a:xfrm>
            <a:custGeom>
              <a:avLst/>
              <a:gdLst>
                <a:gd name="T0" fmla="*/ 15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5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5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2" name="Freeform 35">
              <a:extLst>
                <a:ext uri="{FF2B5EF4-FFF2-40B4-BE49-F238E27FC236}">
                  <a16:creationId xmlns:a16="http://schemas.microsoft.com/office/drawing/2014/main" id="{D1EBEBDC-C603-2718-428E-C37265384A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09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3" name="Freeform 36">
              <a:extLst>
                <a:ext uri="{FF2B5EF4-FFF2-40B4-BE49-F238E27FC236}">
                  <a16:creationId xmlns:a16="http://schemas.microsoft.com/office/drawing/2014/main" id="{571DC3C0-0AEA-7819-0A2D-2B5E30A510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41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4" name="Freeform 37">
              <a:extLst>
                <a:ext uri="{FF2B5EF4-FFF2-40B4-BE49-F238E27FC236}">
                  <a16:creationId xmlns:a16="http://schemas.microsoft.com/office/drawing/2014/main" id="{051FD6CA-9ACF-4C97-E811-ADDC1C9D8A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46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5" name="Freeform 38">
              <a:extLst>
                <a:ext uri="{FF2B5EF4-FFF2-40B4-BE49-F238E27FC236}">
                  <a16:creationId xmlns:a16="http://schemas.microsoft.com/office/drawing/2014/main" id="{B60A9390-1768-6C9D-D271-526ECD1287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62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6" name="Freeform 39">
              <a:extLst>
                <a:ext uri="{FF2B5EF4-FFF2-40B4-BE49-F238E27FC236}">
                  <a16:creationId xmlns:a16="http://schemas.microsoft.com/office/drawing/2014/main" id="{84D7D747-EC78-4045-A449-0D0CB66248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57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43155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-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Bildplatzhalter 64">
            <a:extLst>
              <a:ext uri="{FF2B5EF4-FFF2-40B4-BE49-F238E27FC236}">
                <a16:creationId xmlns:a16="http://schemas.microsoft.com/office/drawing/2014/main" id="{2D11EEBA-9F22-4B0B-976A-1EBB254BD2C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415742" y="0"/>
            <a:ext cx="3082526" cy="4534614"/>
          </a:xfrm>
          <a:custGeom>
            <a:avLst/>
            <a:gdLst>
              <a:gd name="connsiteX0" fmla="*/ 854661 w 3082526"/>
              <a:gd name="connsiteY0" fmla="*/ 0 h 4534614"/>
              <a:gd name="connsiteX1" fmla="*/ 3082526 w 3082526"/>
              <a:gd name="connsiteY1" fmla="*/ 0 h 4534614"/>
              <a:gd name="connsiteX2" fmla="*/ 2227865 w 3082526"/>
              <a:gd name="connsiteY2" fmla="*/ 4534614 h 4534614"/>
              <a:gd name="connsiteX3" fmla="*/ 0 w 3082526"/>
              <a:gd name="connsiteY3" fmla="*/ 4534614 h 4534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2526" h="4534614">
                <a:moveTo>
                  <a:pt x="854661" y="0"/>
                </a:moveTo>
                <a:lnTo>
                  <a:pt x="3082526" y="0"/>
                </a:lnTo>
                <a:lnTo>
                  <a:pt x="2227865" y="4534614"/>
                </a:lnTo>
                <a:lnTo>
                  <a:pt x="0" y="453461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icon to</a:t>
            </a:r>
            <a:br>
              <a:rPr lang="en-US" dirty="0"/>
            </a:br>
            <a:r>
              <a:rPr lang="en-US" dirty="0"/>
              <a:t>add image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1" y="1138299"/>
            <a:ext cx="5222130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1" y="1732751"/>
            <a:ext cx="5222129" cy="475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67" name="Bildplatzhalter 66">
            <a:extLst>
              <a:ext uri="{FF2B5EF4-FFF2-40B4-BE49-F238E27FC236}">
                <a16:creationId xmlns:a16="http://schemas.microsoft.com/office/drawing/2014/main" id="{0DA0F498-71AB-4D26-8AD0-B54032AD662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8445521" y="1950136"/>
            <a:ext cx="3082526" cy="4534614"/>
          </a:xfrm>
          <a:custGeom>
            <a:avLst/>
            <a:gdLst>
              <a:gd name="connsiteX0" fmla="*/ 854661 w 3082526"/>
              <a:gd name="connsiteY0" fmla="*/ 0 h 4534614"/>
              <a:gd name="connsiteX1" fmla="*/ 3082526 w 3082526"/>
              <a:gd name="connsiteY1" fmla="*/ 0 h 4534614"/>
              <a:gd name="connsiteX2" fmla="*/ 2227865 w 3082526"/>
              <a:gd name="connsiteY2" fmla="*/ 4534614 h 4534614"/>
              <a:gd name="connsiteX3" fmla="*/ 0 w 3082526"/>
              <a:gd name="connsiteY3" fmla="*/ 4534614 h 4534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2526" h="4534614">
                <a:moveTo>
                  <a:pt x="854661" y="0"/>
                </a:moveTo>
                <a:lnTo>
                  <a:pt x="3082526" y="0"/>
                </a:lnTo>
                <a:lnTo>
                  <a:pt x="2227865" y="4534614"/>
                </a:lnTo>
                <a:lnTo>
                  <a:pt x="0" y="453461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de-DE" dirty="0"/>
              <a:t>Click icon to</a:t>
            </a:r>
            <a:br>
              <a:rPr lang="de-DE" dirty="0"/>
            </a:br>
            <a:r>
              <a:rPr lang="de-DE" dirty="0"/>
              <a:t>add image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AE5F6FA-7166-5957-A1AB-06C532A7A414}"/>
              </a:ext>
            </a:extLst>
          </p:cNvPr>
          <p:cNvSpPr>
            <a:spLocks noGrp="1" noChangeAspect="1"/>
          </p:cNvSpPr>
          <p:nvPr>
            <p:ph type="title"/>
          </p:nvPr>
        </p:nvSpPr>
        <p:spPr bwMode="gray">
          <a:xfrm>
            <a:off x="981821" y="132067"/>
            <a:ext cx="5222129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50114B-B78B-BA45-DEA7-A6BAC5646E9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62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-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66" name="Bildplatzhalter 65">
            <a:extLst>
              <a:ext uri="{FF2B5EF4-FFF2-40B4-BE49-F238E27FC236}">
                <a16:creationId xmlns:a16="http://schemas.microsoft.com/office/drawing/2014/main" id="{CD0A2240-C392-4BBF-9C07-DB30009BDF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984205" y="0"/>
            <a:ext cx="3082526" cy="4534614"/>
          </a:xfrm>
          <a:custGeom>
            <a:avLst/>
            <a:gdLst>
              <a:gd name="connsiteX0" fmla="*/ 854661 w 3082526"/>
              <a:gd name="connsiteY0" fmla="*/ 0 h 4534614"/>
              <a:gd name="connsiteX1" fmla="*/ 3082526 w 3082526"/>
              <a:gd name="connsiteY1" fmla="*/ 0 h 4534614"/>
              <a:gd name="connsiteX2" fmla="*/ 2227865 w 3082526"/>
              <a:gd name="connsiteY2" fmla="*/ 4534614 h 4534614"/>
              <a:gd name="connsiteX3" fmla="*/ 0 w 3082526"/>
              <a:gd name="connsiteY3" fmla="*/ 4534614 h 4534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2526" h="4534614">
                <a:moveTo>
                  <a:pt x="854661" y="0"/>
                </a:moveTo>
                <a:lnTo>
                  <a:pt x="3082526" y="0"/>
                </a:lnTo>
                <a:lnTo>
                  <a:pt x="2227865" y="4534614"/>
                </a:lnTo>
                <a:lnTo>
                  <a:pt x="0" y="453461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Click icon to</a:t>
            </a:r>
            <a:br>
              <a:rPr lang="de-DE" dirty="0"/>
            </a:br>
            <a:r>
              <a:rPr lang="de-DE" dirty="0"/>
              <a:t>add image</a:t>
            </a:r>
          </a:p>
        </p:txBody>
      </p:sp>
      <p:sp>
        <p:nvSpPr>
          <p:cNvPr id="67" name="Bildplatzhalter 66">
            <a:extLst>
              <a:ext uri="{FF2B5EF4-FFF2-40B4-BE49-F238E27FC236}">
                <a16:creationId xmlns:a16="http://schemas.microsoft.com/office/drawing/2014/main" id="{D4979BCF-2924-4858-8E5C-8854D4AF365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012680" y="1959849"/>
            <a:ext cx="3082526" cy="4534614"/>
          </a:xfrm>
          <a:custGeom>
            <a:avLst/>
            <a:gdLst>
              <a:gd name="connsiteX0" fmla="*/ 854661 w 3082526"/>
              <a:gd name="connsiteY0" fmla="*/ 0 h 4534614"/>
              <a:gd name="connsiteX1" fmla="*/ 3082526 w 3082526"/>
              <a:gd name="connsiteY1" fmla="*/ 0 h 4534614"/>
              <a:gd name="connsiteX2" fmla="*/ 2227865 w 3082526"/>
              <a:gd name="connsiteY2" fmla="*/ 4534614 h 4534614"/>
              <a:gd name="connsiteX3" fmla="*/ 0 w 3082526"/>
              <a:gd name="connsiteY3" fmla="*/ 4534614 h 4534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2526" h="4534614">
                <a:moveTo>
                  <a:pt x="854661" y="0"/>
                </a:moveTo>
                <a:lnTo>
                  <a:pt x="3082526" y="0"/>
                </a:lnTo>
                <a:lnTo>
                  <a:pt x="2227865" y="4534614"/>
                </a:lnTo>
                <a:lnTo>
                  <a:pt x="0" y="453461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Click icon to</a:t>
            </a:r>
            <a:br>
              <a:rPr lang="de-DE" dirty="0"/>
            </a:br>
            <a:r>
              <a:rPr lang="de-DE" dirty="0"/>
              <a:t>add image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A1BCCD4-E3E5-E84B-C4EC-A3768537E6B5}"/>
              </a:ext>
            </a:extLst>
          </p:cNvPr>
          <p:cNvSpPr>
            <a:spLocks noGrp="1"/>
          </p:cNvSpPr>
          <p:nvPr>
            <p:ph type="subTitle" idx="13"/>
          </p:nvPr>
        </p:nvSpPr>
        <p:spPr bwMode="gray">
          <a:xfrm>
            <a:off x="6562724" y="1633216"/>
            <a:ext cx="5221290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Inhaltsplatzhalter 6">
            <a:extLst>
              <a:ext uri="{FF2B5EF4-FFF2-40B4-BE49-F238E27FC236}">
                <a16:creationId xmlns:a16="http://schemas.microsoft.com/office/drawing/2014/main" id="{BED3F77E-F4A8-3432-F454-F8DB9DBF4FC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62726" y="2227669"/>
            <a:ext cx="5221288" cy="42570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F3B313F-3EC3-4BBB-8060-A7B7B601291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558989" y="504806"/>
            <a:ext cx="5221291" cy="1036049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0FF6489-9E94-3475-8C2E-5C1EE3DEA95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775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(colo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EDA4978-1698-4FB2-D0F5-033EB216689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10798460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E7729F-1BA3-C16C-A6DD-CC23E2B9E07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235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980282" y="1052513"/>
            <a:ext cx="10800000" cy="5432237"/>
          </a:xfrm>
        </p:spPr>
        <p:txBody>
          <a:bodyPr bIns="0" anchor="ctr"/>
          <a:lstStyle>
            <a:lvl1pPr marL="0" indent="0" algn="l">
              <a:buNone/>
              <a:defRPr sz="6600">
                <a:solidFill>
                  <a:schemeClr val="tx2"/>
                </a:solidFill>
              </a:defRPr>
            </a:lvl1pPr>
            <a:lvl2pPr marL="0" indent="0" algn="l">
              <a:buNone/>
              <a:defRPr sz="6600">
                <a:solidFill>
                  <a:schemeClr val="tx2"/>
                </a:solidFill>
              </a:defRPr>
            </a:lvl2pPr>
            <a:lvl3pPr marL="0" indent="0" algn="l">
              <a:buNone/>
              <a:defRPr sz="6600">
                <a:solidFill>
                  <a:schemeClr val="tx2"/>
                </a:solidFill>
              </a:defRPr>
            </a:lvl3pPr>
            <a:lvl4pPr marL="0" indent="0" algn="l">
              <a:buNone/>
              <a:defRPr sz="6600">
                <a:solidFill>
                  <a:schemeClr val="tx2"/>
                </a:solidFill>
              </a:defRPr>
            </a:lvl4pPr>
            <a:lvl5pPr marL="0" indent="0" algn="l">
              <a:buNone/>
              <a:defRPr sz="6600">
                <a:solidFill>
                  <a:schemeClr val="tx2"/>
                </a:solidFill>
              </a:defRPr>
            </a:lvl5pPr>
            <a:lvl6pPr marL="0" indent="0" algn="l">
              <a:buNone/>
              <a:defRPr sz="6600">
                <a:solidFill>
                  <a:schemeClr val="tx2"/>
                </a:solidFill>
              </a:defRPr>
            </a:lvl6pPr>
            <a:lvl7pPr marL="0" indent="0" algn="l">
              <a:buNone/>
              <a:defRPr sz="6600">
                <a:solidFill>
                  <a:schemeClr val="tx2"/>
                </a:solidFill>
              </a:defRPr>
            </a:lvl7pPr>
            <a:lvl8pPr marL="0" indent="0" algn="l">
              <a:buNone/>
              <a:defRPr sz="6600">
                <a:solidFill>
                  <a:schemeClr val="tx2"/>
                </a:solidFill>
              </a:defRPr>
            </a:lvl8pPr>
            <a:lvl9pPr marL="0" indent="0" algn="l">
              <a:buNone/>
              <a:defRPr sz="66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add your quote here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436EAE9-E0F3-5AD1-121A-F969A1974CA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10798460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E164E1-A43C-54CE-DB18-1DE5321F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06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Quot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Bildplatzhalter 61">
            <a:extLst>
              <a:ext uri="{FF2B5EF4-FFF2-40B4-BE49-F238E27FC236}">
                <a16:creationId xmlns:a16="http://schemas.microsoft.com/office/drawing/2014/main" id="{BD3C61A9-65E7-428B-80D3-5473EA42FD0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0" y="0"/>
            <a:ext cx="12190413" cy="6858000"/>
          </a:xfrm>
          <a:custGeom>
            <a:avLst/>
            <a:gdLst>
              <a:gd name="connsiteX0" fmla="*/ 950687 w 12190413"/>
              <a:gd name="connsiteY0" fmla="*/ 0 h 6858000"/>
              <a:gd name="connsiteX1" fmla="*/ 12190413 w 12190413"/>
              <a:gd name="connsiteY1" fmla="*/ 0 h 6858000"/>
              <a:gd name="connsiteX2" fmla="*/ 12190413 w 12190413"/>
              <a:gd name="connsiteY2" fmla="*/ 1811626 h 6858000"/>
              <a:gd name="connsiteX3" fmla="*/ 11239726 w 12190413"/>
              <a:gd name="connsiteY3" fmla="*/ 6858000 h 6858000"/>
              <a:gd name="connsiteX4" fmla="*/ 0 w 12190413"/>
              <a:gd name="connsiteY4" fmla="*/ 6858000 h 6858000"/>
              <a:gd name="connsiteX5" fmla="*/ 0 w 12190413"/>
              <a:gd name="connsiteY5" fmla="*/ 50463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0413" h="6858000">
                <a:moveTo>
                  <a:pt x="950687" y="0"/>
                </a:moveTo>
                <a:lnTo>
                  <a:pt x="12190413" y="0"/>
                </a:lnTo>
                <a:lnTo>
                  <a:pt x="12190413" y="1811626"/>
                </a:lnTo>
                <a:lnTo>
                  <a:pt x="11239726" y="6858000"/>
                </a:lnTo>
                <a:lnTo>
                  <a:pt x="0" y="6858000"/>
                </a:lnTo>
                <a:lnTo>
                  <a:pt x="0" y="504637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reihandform: Form 19">
            <a:extLst>
              <a:ext uri="{FF2B5EF4-FFF2-40B4-BE49-F238E27FC236}">
                <a16:creationId xmlns:a16="http://schemas.microsoft.com/office/drawing/2014/main" id="{C39C30FB-6CD5-4CE4-8218-A25B9259F9C0}"/>
              </a:ext>
            </a:extLst>
          </p:cNvPr>
          <p:cNvSpPr/>
          <p:nvPr userDrawn="1"/>
        </p:nvSpPr>
        <p:spPr bwMode="gray">
          <a:xfrm>
            <a:off x="11227642" y="1741887"/>
            <a:ext cx="963825" cy="5116113"/>
          </a:xfrm>
          <a:custGeom>
            <a:avLst/>
            <a:gdLst>
              <a:gd name="connsiteX0" fmla="*/ 963825 w 963825"/>
              <a:gd name="connsiteY0" fmla="*/ 0 h 5116113"/>
              <a:gd name="connsiteX1" fmla="*/ 963825 w 963825"/>
              <a:gd name="connsiteY1" fmla="*/ 5116113 h 5116113"/>
              <a:gd name="connsiteX2" fmla="*/ 0 w 963825"/>
              <a:gd name="connsiteY2" fmla="*/ 5116113 h 5116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63825" h="5116113">
                <a:moveTo>
                  <a:pt x="963825" y="0"/>
                </a:moveTo>
                <a:lnTo>
                  <a:pt x="963825" y="5116113"/>
                </a:lnTo>
                <a:lnTo>
                  <a:pt x="0" y="5116113"/>
                </a:lnTo>
                <a:close/>
              </a:path>
            </a:pathLst>
          </a:custGeom>
          <a:solidFill>
            <a:srgbClr val="FF31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14" name="Freihandform: Form 13">
            <a:extLst>
              <a:ext uri="{FF2B5EF4-FFF2-40B4-BE49-F238E27FC236}">
                <a16:creationId xmlns:a16="http://schemas.microsoft.com/office/drawing/2014/main" id="{2288459F-DCB6-4C0D-A41A-C175E89BC2B3}"/>
              </a:ext>
            </a:extLst>
          </p:cNvPr>
          <p:cNvSpPr/>
          <p:nvPr userDrawn="1"/>
        </p:nvSpPr>
        <p:spPr bwMode="gray">
          <a:xfrm rot="10800000">
            <a:off x="-1" y="0"/>
            <a:ext cx="950685" cy="5034591"/>
          </a:xfrm>
          <a:custGeom>
            <a:avLst/>
            <a:gdLst>
              <a:gd name="connsiteX0" fmla="*/ 948467 w 950685"/>
              <a:gd name="connsiteY0" fmla="*/ 0 h 5034591"/>
              <a:gd name="connsiteX1" fmla="*/ 950685 w 950685"/>
              <a:gd name="connsiteY1" fmla="*/ 0 h 5034591"/>
              <a:gd name="connsiteX2" fmla="*/ 950685 w 950685"/>
              <a:gd name="connsiteY2" fmla="*/ 5034591 h 5034591"/>
              <a:gd name="connsiteX3" fmla="*/ 0 w 950685"/>
              <a:gd name="connsiteY3" fmla="*/ 5034591 h 5034591"/>
              <a:gd name="connsiteX4" fmla="*/ 2 w 950685"/>
              <a:gd name="connsiteY4" fmla="*/ 5034579 h 5034591"/>
              <a:gd name="connsiteX5" fmla="*/ 825148 w 950685"/>
              <a:gd name="connsiteY5" fmla="*/ 654597 h 50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0685" h="5034591">
                <a:moveTo>
                  <a:pt x="948467" y="0"/>
                </a:moveTo>
                <a:lnTo>
                  <a:pt x="950685" y="0"/>
                </a:lnTo>
                <a:lnTo>
                  <a:pt x="950685" y="5034591"/>
                </a:lnTo>
                <a:lnTo>
                  <a:pt x="0" y="5034591"/>
                </a:lnTo>
                <a:lnTo>
                  <a:pt x="2" y="5034579"/>
                </a:lnTo>
                <a:lnTo>
                  <a:pt x="825148" y="654597"/>
                </a:lnTo>
                <a:close/>
              </a:path>
            </a:pathLst>
          </a:custGeom>
          <a:solidFill>
            <a:schemeClr val="accent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183CB87-0ABF-470D-A74F-294E38DDF215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2029501" y="2497723"/>
            <a:ext cx="3884447" cy="1855196"/>
          </a:xfrm>
        </p:spPr>
        <p:txBody>
          <a:bodyPr anchor="ctr"/>
          <a:lstStyle>
            <a:lvl1pPr>
              <a:lnSpc>
                <a:spcPct val="85000"/>
              </a:lnSpc>
              <a:defRPr sz="3000" b="0" i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2BC5DF11-21D7-46DE-B763-D132C3C7A108}"/>
              </a:ext>
            </a:extLst>
          </p:cNvPr>
          <p:cNvSpPr>
            <a:spLocks noGrp="1"/>
          </p:cNvSpPr>
          <p:nvPr>
            <p:ph type="subTitle" idx="13"/>
          </p:nvPr>
        </p:nvSpPr>
        <p:spPr bwMode="gray">
          <a:xfrm>
            <a:off x="2029501" y="5351383"/>
            <a:ext cx="3891240" cy="252000"/>
          </a:xfrm>
        </p:spPr>
        <p:txBody>
          <a:bodyPr anchor="t"/>
          <a:lstStyle>
            <a:lvl1pPr marL="0" indent="0" algn="l">
              <a:spcBef>
                <a:spcPts val="30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27" name="Picture 2">
            <a:extLst>
              <a:ext uri="{FF2B5EF4-FFF2-40B4-BE49-F238E27FC236}">
                <a16:creationId xmlns:a16="http://schemas.microsoft.com/office/drawing/2014/main" id="{7072CCE5-DB8C-4AD8-AA77-C9DCB6CF206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Textplatzhalter 63">
            <a:extLst>
              <a:ext uri="{FF2B5EF4-FFF2-40B4-BE49-F238E27FC236}">
                <a16:creationId xmlns:a16="http://schemas.microsoft.com/office/drawing/2014/main" id="{587D0717-70BE-407C-904E-29C3B8AE005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143760" y="4217027"/>
            <a:ext cx="3770188" cy="936631"/>
          </a:xfrm>
        </p:spPr>
        <p:txBody>
          <a:bodyPr/>
          <a:lstStyle>
            <a:lvl1pPr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chemeClr val="accent2">
                    <a:alpha val="50000"/>
                  </a:schemeClr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6415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6" name="Picture Placeholder 14"/>
          <p:cNvSpPr>
            <a:spLocks noGrp="1"/>
          </p:cNvSpPr>
          <p:nvPr>
            <p:ph type="pic" sz="quarter" idx="16"/>
          </p:nvPr>
        </p:nvSpPr>
        <p:spPr bwMode="gray">
          <a:xfrm>
            <a:off x="0" y="0"/>
            <a:ext cx="12190413" cy="6858000"/>
          </a:xfrm>
        </p:spPr>
        <p:txBody>
          <a:bodyPr tIns="540000"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59345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7AB9EC87-5744-4CE7-B7B4-AC9B985FFCD4}"/>
              </a:ext>
            </a:extLst>
          </p:cNvPr>
          <p:cNvSpPr/>
          <p:nvPr userDrawn="1"/>
        </p:nvSpPr>
        <p:spPr bwMode="gray">
          <a:xfrm>
            <a:off x="12700" y="0"/>
            <a:ext cx="12177714" cy="6858001"/>
          </a:xfrm>
          <a:prstGeom prst="rect">
            <a:avLst/>
          </a:prstGeom>
          <a:gradFill flip="none" rotWithShape="1">
            <a:gsLst>
              <a:gs pos="33000">
                <a:srgbClr val="545BA3"/>
              </a:gs>
              <a:gs pos="90000">
                <a:srgbClr val="0091E0"/>
              </a:gs>
              <a:gs pos="0">
                <a:srgbClr val="9A3778"/>
              </a:gs>
            </a:gsLst>
            <a:lin ang="15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pic>
        <p:nvPicPr>
          <p:cNvPr id="14" name="Picture 14" descr="A blue and black gradient&#10;&#10;Description automatically generated">
            <a:extLst>
              <a:ext uri="{FF2B5EF4-FFF2-40B4-BE49-F238E27FC236}">
                <a16:creationId xmlns:a16="http://schemas.microsoft.com/office/drawing/2014/main" id="{52A3C0D2-F175-4E3B-BCB8-0C70805CD73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6560" t="62" r="127" b="62"/>
          <a:stretch/>
        </p:blipFill>
        <p:spPr>
          <a:xfrm>
            <a:off x="-1496060" y="1"/>
            <a:ext cx="5582919" cy="6857999"/>
          </a:xfrm>
          <a:prstGeom prst="parallelogram">
            <a:avLst>
              <a:gd name="adj" fmla="val 24454"/>
            </a:avLst>
          </a:prstGeom>
        </p:spPr>
      </p:pic>
      <p:grpSp>
        <p:nvGrpSpPr>
          <p:cNvPr id="15" name="Graphic 5">
            <a:extLst>
              <a:ext uri="{FF2B5EF4-FFF2-40B4-BE49-F238E27FC236}">
                <a16:creationId xmlns:a16="http://schemas.microsoft.com/office/drawing/2014/main" id="{D51004B3-3242-45DF-8821-382B7AE3D5C7}"/>
              </a:ext>
            </a:extLst>
          </p:cNvPr>
          <p:cNvGrpSpPr/>
          <p:nvPr userDrawn="1"/>
        </p:nvGrpSpPr>
        <p:grpSpPr>
          <a:xfrm>
            <a:off x="365696" y="6326822"/>
            <a:ext cx="954203" cy="175337"/>
            <a:chOff x="4442808" y="6326822"/>
            <a:chExt cx="954203" cy="175337"/>
          </a:xfrm>
          <a:solidFill>
            <a:srgbClr val="FFFFFF"/>
          </a:solidFill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DC0E9B0E-4D82-4A8B-BEBB-D20DE334CB19}"/>
                </a:ext>
              </a:extLst>
            </p:cNvPr>
            <p:cNvSpPr/>
            <p:nvPr/>
          </p:nvSpPr>
          <p:spPr>
            <a:xfrm>
              <a:off x="4442808" y="6326822"/>
              <a:ext cx="106180" cy="138373"/>
            </a:xfrm>
            <a:custGeom>
              <a:avLst/>
              <a:gdLst>
                <a:gd name="connsiteX0" fmla="*/ 24575 w 106180"/>
                <a:gd name="connsiteY0" fmla="*/ 117158 h 138373"/>
                <a:gd name="connsiteX1" fmla="*/ 24384 w 106180"/>
                <a:gd name="connsiteY1" fmla="*/ 117158 h 138373"/>
                <a:gd name="connsiteX2" fmla="*/ 20828 w 106180"/>
                <a:gd name="connsiteY2" fmla="*/ 135699 h 138373"/>
                <a:gd name="connsiteX3" fmla="*/ 0 w 106180"/>
                <a:gd name="connsiteY3" fmla="*/ 135318 h 138373"/>
                <a:gd name="connsiteX4" fmla="*/ 31306 w 106180"/>
                <a:gd name="connsiteY4" fmla="*/ 0 h 138373"/>
                <a:gd name="connsiteX5" fmla="*/ 53150 w 106180"/>
                <a:gd name="connsiteY5" fmla="*/ 381 h 138373"/>
                <a:gd name="connsiteX6" fmla="*/ 45466 w 106180"/>
                <a:gd name="connsiteY6" fmla="*/ 33846 h 138373"/>
                <a:gd name="connsiteX7" fmla="*/ 39243 w 106180"/>
                <a:gd name="connsiteY7" fmla="*/ 54864 h 138373"/>
                <a:gd name="connsiteX8" fmla="*/ 39433 w 106180"/>
                <a:gd name="connsiteY8" fmla="*/ 54864 h 138373"/>
                <a:gd name="connsiteX9" fmla="*/ 73343 w 106180"/>
                <a:gd name="connsiteY9" fmla="*/ 35941 h 138373"/>
                <a:gd name="connsiteX10" fmla="*/ 106172 w 106180"/>
                <a:gd name="connsiteY10" fmla="*/ 74041 h 138373"/>
                <a:gd name="connsiteX11" fmla="*/ 53975 w 106180"/>
                <a:gd name="connsiteY11" fmla="*/ 138367 h 138373"/>
                <a:gd name="connsiteX12" fmla="*/ 24575 w 106180"/>
                <a:gd name="connsiteY12" fmla="*/ 117221 h 138373"/>
                <a:gd name="connsiteX13" fmla="*/ 83820 w 106180"/>
                <a:gd name="connsiteY13" fmla="*/ 76518 h 138373"/>
                <a:gd name="connsiteX14" fmla="*/ 65596 w 106180"/>
                <a:gd name="connsiteY14" fmla="*/ 54356 h 138373"/>
                <a:gd name="connsiteX15" fmla="*/ 32004 w 106180"/>
                <a:gd name="connsiteY15" fmla="*/ 97599 h 138373"/>
                <a:gd name="connsiteX16" fmla="*/ 51308 w 106180"/>
                <a:gd name="connsiteY16" fmla="*/ 119824 h 138373"/>
                <a:gd name="connsiteX17" fmla="*/ 83820 w 106180"/>
                <a:gd name="connsiteY17" fmla="*/ 76581 h 13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6180" h="138373">
                  <a:moveTo>
                    <a:pt x="24575" y="117158"/>
                  </a:moveTo>
                  <a:lnTo>
                    <a:pt x="24384" y="117158"/>
                  </a:lnTo>
                  <a:cubicBezTo>
                    <a:pt x="23749" y="123127"/>
                    <a:pt x="22479" y="129286"/>
                    <a:pt x="20828" y="135699"/>
                  </a:cubicBezTo>
                  <a:lnTo>
                    <a:pt x="0" y="135318"/>
                  </a:lnTo>
                  <a:lnTo>
                    <a:pt x="31306" y="0"/>
                  </a:lnTo>
                  <a:lnTo>
                    <a:pt x="53150" y="381"/>
                  </a:lnTo>
                  <a:lnTo>
                    <a:pt x="45466" y="33846"/>
                  </a:lnTo>
                  <a:cubicBezTo>
                    <a:pt x="43688" y="41466"/>
                    <a:pt x="42164" y="47308"/>
                    <a:pt x="39243" y="54864"/>
                  </a:cubicBezTo>
                  <a:lnTo>
                    <a:pt x="39433" y="54864"/>
                  </a:lnTo>
                  <a:cubicBezTo>
                    <a:pt x="47689" y="41974"/>
                    <a:pt x="60833" y="35687"/>
                    <a:pt x="73343" y="35941"/>
                  </a:cubicBezTo>
                  <a:cubicBezTo>
                    <a:pt x="94361" y="36322"/>
                    <a:pt x="106553" y="51245"/>
                    <a:pt x="106172" y="74041"/>
                  </a:cubicBezTo>
                  <a:cubicBezTo>
                    <a:pt x="105664" y="103823"/>
                    <a:pt x="88710" y="138938"/>
                    <a:pt x="53975" y="138367"/>
                  </a:cubicBezTo>
                  <a:cubicBezTo>
                    <a:pt x="40386" y="138113"/>
                    <a:pt x="27496" y="130747"/>
                    <a:pt x="24575" y="117221"/>
                  </a:cubicBezTo>
                  <a:close/>
                  <a:moveTo>
                    <a:pt x="83820" y="76518"/>
                  </a:moveTo>
                  <a:cubicBezTo>
                    <a:pt x="84074" y="62674"/>
                    <a:pt x="77216" y="54547"/>
                    <a:pt x="65596" y="54356"/>
                  </a:cubicBezTo>
                  <a:cubicBezTo>
                    <a:pt x="43942" y="53975"/>
                    <a:pt x="32322" y="78549"/>
                    <a:pt x="32004" y="97599"/>
                  </a:cubicBezTo>
                  <a:cubicBezTo>
                    <a:pt x="31750" y="111379"/>
                    <a:pt x="39497" y="119571"/>
                    <a:pt x="51308" y="119824"/>
                  </a:cubicBezTo>
                  <a:cubicBezTo>
                    <a:pt x="73343" y="120206"/>
                    <a:pt x="83439" y="95568"/>
                    <a:pt x="83820" y="765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7">
              <a:extLst>
                <a:ext uri="{FF2B5EF4-FFF2-40B4-BE49-F238E27FC236}">
                  <a16:creationId xmlns:a16="http://schemas.microsoft.com/office/drawing/2014/main" id="{DCF88FF7-18F9-4314-A75A-D3C01DD496B1}"/>
                </a:ext>
              </a:extLst>
            </p:cNvPr>
            <p:cNvSpPr/>
            <p:nvPr/>
          </p:nvSpPr>
          <p:spPr>
            <a:xfrm>
              <a:off x="4564411" y="6362685"/>
              <a:ext cx="94749" cy="102258"/>
            </a:xfrm>
            <a:custGeom>
              <a:avLst/>
              <a:gdLst>
                <a:gd name="connsiteX0" fmla="*/ 0 w 94749"/>
                <a:gd name="connsiteY0" fmla="*/ 75897 h 102258"/>
                <a:gd name="connsiteX1" fmla="*/ 36513 w 94749"/>
                <a:gd name="connsiteY1" fmla="*/ 43893 h 102258"/>
                <a:gd name="connsiteX2" fmla="*/ 71183 w 94749"/>
                <a:gd name="connsiteY2" fmla="*/ 40972 h 102258"/>
                <a:gd name="connsiteX3" fmla="*/ 72390 w 94749"/>
                <a:gd name="connsiteY3" fmla="*/ 36082 h 102258"/>
                <a:gd name="connsiteX4" fmla="*/ 53467 w 94749"/>
                <a:gd name="connsiteY4" fmla="*/ 17540 h 102258"/>
                <a:gd name="connsiteX5" fmla="*/ 19114 w 94749"/>
                <a:gd name="connsiteY5" fmla="*/ 23192 h 102258"/>
                <a:gd name="connsiteX6" fmla="*/ 23432 w 94749"/>
                <a:gd name="connsiteY6" fmla="*/ 4459 h 102258"/>
                <a:gd name="connsiteX7" fmla="*/ 55880 w 94749"/>
                <a:gd name="connsiteY7" fmla="*/ 14 h 102258"/>
                <a:gd name="connsiteX8" fmla="*/ 93472 w 94749"/>
                <a:gd name="connsiteY8" fmla="*/ 37606 h 102258"/>
                <a:gd name="connsiteX9" fmla="*/ 82804 w 94749"/>
                <a:gd name="connsiteY9" fmla="*/ 83834 h 102258"/>
                <a:gd name="connsiteX10" fmla="*/ 79820 w 94749"/>
                <a:gd name="connsiteY10" fmla="*/ 101106 h 102258"/>
                <a:gd name="connsiteX11" fmla="*/ 58547 w 94749"/>
                <a:gd name="connsiteY11" fmla="*/ 100725 h 102258"/>
                <a:gd name="connsiteX12" fmla="*/ 62675 w 94749"/>
                <a:gd name="connsiteY12" fmla="*/ 83961 h 102258"/>
                <a:gd name="connsiteX13" fmla="*/ 62484 w 94749"/>
                <a:gd name="connsiteY13" fmla="*/ 83961 h 102258"/>
                <a:gd name="connsiteX14" fmla="*/ 28956 w 94749"/>
                <a:gd name="connsiteY14" fmla="*/ 102249 h 102258"/>
                <a:gd name="connsiteX15" fmla="*/ 127 w 94749"/>
                <a:gd name="connsiteY15" fmla="*/ 75961 h 102258"/>
                <a:gd name="connsiteX16" fmla="*/ 66294 w 94749"/>
                <a:gd name="connsiteY16" fmla="*/ 62118 h 102258"/>
                <a:gd name="connsiteX17" fmla="*/ 67882 w 94749"/>
                <a:gd name="connsiteY17" fmla="*/ 55259 h 102258"/>
                <a:gd name="connsiteX18" fmla="*/ 40576 w 94749"/>
                <a:gd name="connsiteY18" fmla="*/ 57482 h 102258"/>
                <a:gd name="connsiteX19" fmla="*/ 21526 w 94749"/>
                <a:gd name="connsiteY19" fmla="*/ 73548 h 102258"/>
                <a:gd name="connsiteX20" fmla="*/ 35814 w 94749"/>
                <a:gd name="connsiteY20" fmla="*/ 85803 h 102258"/>
                <a:gd name="connsiteX21" fmla="*/ 66294 w 94749"/>
                <a:gd name="connsiteY21" fmla="*/ 62181 h 1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4749" h="102258">
                  <a:moveTo>
                    <a:pt x="0" y="75897"/>
                  </a:moveTo>
                  <a:cubicBezTo>
                    <a:pt x="381" y="56085"/>
                    <a:pt x="15240" y="45671"/>
                    <a:pt x="36513" y="43893"/>
                  </a:cubicBezTo>
                  <a:lnTo>
                    <a:pt x="71183" y="40972"/>
                  </a:lnTo>
                  <a:lnTo>
                    <a:pt x="72390" y="36082"/>
                  </a:lnTo>
                  <a:cubicBezTo>
                    <a:pt x="75502" y="22557"/>
                    <a:pt x="68897" y="17794"/>
                    <a:pt x="53467" y="17540"/>
                  </a:cubicBezTo>
                  <a:cubicBezTo>
                    <a:pt x="43497" y="17350"/>
                    <a:pt x="32893" y="18747"/>
                    <a:pt x="19114" y="23192"/>
                  </a:cubicBezTo>
                  <a:lnTo>
                    <a:pt x="23432" y="4459"/>
                  </a:lnTo>
                  <a:cubicBezTo>
                    <a:pt x="33718" y="1538"/>
                    <a:pt x="44895" y="-176"/>
                    <a:pt x="55880" y="14"/>
                  </a:cubicBezTo>
                  <a:cubicBezTo>
                    <a:pt x="84455" y="523"/>
                    <a:pt x="99378" y="11762"/>
                    <a:pt x="93472" y="37606"/>
                  </a:cubicBezTo>
                  <a:lnTo>
                    <a:pt x="82804" y="83834"/>
                  </a:lnTo>
                  <a:cubicBezTo>
                    <a:pt x="81597" y="89042"/>
                    <a:pt x="80264" y="94947"/>
                    <a:pt x="79820" y="101106"/>
                  </a:cubicBezTo>
                  <a:lnTo>
                    <a:pt x="58547" y="100725"/>
                  </a:lnTo>
                  <a:cubicBezTo>
                    <a:pt x="59309" y="95518"/>
                    <a:pt x="60515" y="89994"/>
                    <a:pt x="62675" y="83961"/>
                  </a:cubicBezTo>
                  <a:lnTo>
                    <a:pt x="62484" y="83961"/>
                  </a:lnTo>
                  <a:cubicBezTo>
                    <a:pt x="53785" y="97360"/>
                    <a:pt x="41720" y="102503"/>
                    <a:pt x="28956" y="102249"/>
                  </a:cubicBezTo>
                  <a:cubicBezTo>
                    <a:pt x="11747" y="101932"/>
                    <a:pt x="-190" y="91708"/>
                    <a:pt x="127" y="75961"/>
                  </a:cubicBezTo>
                  <a:close/>
                  <a:moveTo>
                    <a:pt x="66294" y="62118"/>
                  </a:moveTo>
                  <a:lnTo>
                    <a:pt x="67882" y="55259"/>
                  </a:lnTo>
                  <a:lnTo>
                    <a:pt x="40576" y="57482"/>
                  </a:lnTo>
                  <a:cubicBezTo>
                    <a:pt x="28765" y="58498"/>
                    <a:pt x="21653" y="64340"/>
                    <a:pt x="21526" y="73548"/>
                  </a:cubicBezTo>
                  <a:cubicBezTo>
                    <a:pt x="21400" y="81358"/>
                    <a:pt x="27114" y="85676"/>
                    <a:pt x="35814" y="85803"/>
                  </a:cubicBezTo>
                  <a:cubicBezTo>
                    <a:pt x="51435" y="86057"/>
                    <a:pt x="63182" y="75897"/>
                    <a:pt x="66294" y="621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8">
              <a:extLst>
                <a:ext uri="{FF2B5EF4-FFF2-40B4-BE49-F238E27FC236}">
                  <a16:creationId xmlns:a16="http://schemas.microsoft.com/office/drawing/2014/main" id="{FA74EBE5-03C5-47C6-B2EB-BD31F2C88B66}"/>
                </a:ext>
              </a:extLst>
            </p:cNvPr>
            <p:cNvSpPr/>
            <p:nvPr/>
          </p:nvSpPr>
          <p:spPr>
            <a:xfrm>
              <a:off x="4662074" y="6363906"/>
              <a:ext cx="123444" cy="138253"/>
            </a:xfrm>
            <a:custGeom>
              <a:avLst/>
              <a:gdLst>
                <a:gd name="connsiteX0" fmla="*/ 64 w 123444"/>
                <a:gd name="connsiteY0" fmla="*/ 136017 h 138253"/>
                <a:gd name="connsiteX1" fmla="*/ 4191 w 123444"/>
                <a:gd name="connsiteY1" fmla="*/ 117856 h 138253"/>
                <a:gd name="connsiteX2" fmla="*/ 16701 w 123444"/>
                <a:gd name="connsiteY2" fmla="*/ 119571 h 138253"/>
                <a:gd name="connsiteX3" fmla="*/ 35052 w 123444"/>
                <a:gd name="connsiteY3" fmla="*/ 108458 h 138253"/>
                <a:gd name="connsiteX4" fmla="*/ 39561 w 123444"/>
                <a:gd name="connsiteY4" fmla="*/ 100838 h 138253"/>
                <a:gd name="connsiteX5" fmla="*/ 24575 w 123444"/>
                <a:gd name="connsiteY5" fmla="*/ 0 h 138253"/>
                <a:gd name="connsiteX6" fmla="*/ 46609 w 123444"/>
                <a:gd name="connsiteY6" fmla="*/ 381 h 138253"/>
                <a:gd name="connsiteX7" fmla="*/ 55880 w 123444"/>
                <a:gd name="connsiteY7" fmla="*/ 75374 h 138253"/>
                <a:gd name="connsiteX8" fmla="*/ 56071 w 123444"/>
                <a:gd name="connsiteY8" fmla="*/ 75374 h 138253"/>
                <a:gd name="connsiteX9" fmla="*/ 98806 w 123444"/>
                <a:gd name="connsiteY9" fmla="*/ 1334 h 138253"/>
                <a:gd name="connsiteX10" fmla="*/ 123444 w 123444"/>
                <a:gd name="connsiteY10" fmla="*/ 1778 h 138253"/>
                <a:gd name="connsiteX11" fmla="*/ 54420 w 123444"/>
                <a:gd name="connsiteY11" fmla="*/ 115760 h 138253"/>
                <a:gd name="connsiteX12" fmla="*/ 17145 w 123444"/>
                <a:gd name="connsiteY12" fmla="*/ 138240 h 138253"/>
                <a:gd name="connsiteX13" fmla="*/ 0 w 123444"/>
                <a:gd name="connsiteY13" fmla="*/ 136080 h 138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3444" h="138253">
                  <a:moveTo>
                    <a:pt x="64" y="136017"/>
                  </a:moveTo>
                  <a:lnTo>
                    <a:pt x="4191" y="117856"/>
                  </a:lnTo>
                  <a:cubicBezTo>
                    <a:pt x="8573" y="119063"/>
                    <a:pt x="11875" y="119507"/>
                    <a:pt x="16701" y="119571"/>
                  </a:cubicBezTo>
                  <a:cubicBezTo>
                    <a:pt x="25527" y="119697"/>
                    <a:pt x="30607" y="116205"/>
                    <a:pt x="35052" y="108458"/>
                  </a:cubicBezTo>
                  <a:lnTo>
                    <a:pt x="39561" y="100838"/>
                  </a:lnTo>
                  <a:lnTo>
                    <a:pt x="24575" y="0"/>
                  </a:lnTo>
                  <a:lnTo>
                    <a:pt x="46609" y="381"/>
                  </a:lnTo>
                  <a:lnTo>
                    <a:pt x="55880" y="75374"/>
                  </a:lnTo>
                  <a:lnTo>
                    <a:pt x="56071" y="75374"/>
                  </a:lnTo>
                  <a:cubicBezTo>
                    <a:pt x="56071" y="75374"/>
                    <a:pt x="98806" y="1334"/>
                    <a:pt x="98806" y="1334"/>
                  </a:cubicBezTo>
                  <a:lnTo>
                    <a:pt x="123444" y="1778"/>
                  </a:lnTo>
                  <a:lnTo>
                    <a:pt x="54420" y="115760"/>
                  </a:lnTo>
                  <a:cubicBezTo>
                    <a:pt x="45212" y="131064"/>
                    <a:pt x="37275" y="138621"/>
                    <a:pt x="17145" y="138240"/>
                  </a:cubicBezTo>
                  <a:cubicBezTo>
                    <a:pt x="11176" y="138113"/>
                    <a:pt x="4890" y="137351"/>
                    <a:pt x="0" y="13608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9">
              <a:extLst>
                <a:ext uri="{FF2B5EF4-FFF2-40B4-BE49-F238E27FC236}">
                  <a16:creationId xmlns:a16="http://schemas.microsoft.com/office/drawing/2014/main" id="{F827AF90-847B-4F45-A436-ADD994BBCCA2}"/>
                </a:ext>
              </a:extLst>
            </p:cNvPr>
            <p:cNvSpPr/>
            <p:nvPr/>
          </p:nvSpPr>
          <p:spPr>
            <a:xfrm>
              <a:off x="4790716" y="6362690"/>
              <a:ext cx="95075" cy="102578"/>
            </a:xfrm>
            <a:custGeom>
              <a:avLst/>
              <a:gdLst>
                <a:gd name="connsiteX0" fmla="*/ 9 w 95075"/>
                <a:gd name="connsiteY0" fmla="*/ 62620 h 102578"/>
                <a:gd name="connsiteX1" fmla="*/ 57857 w 95075"/>
                <a:gd name="connsiteY1" fmla="*/ 9 h 102578"/>
                <a:gd name="connsiteX2" fmla="*/ 95068 w 95075"/>
                <a:gd name="connsiteY2" fmla="*/ 37728 h 102578"/>
                <a:gd name="connsiteX3" fmla="*/ 92401 w 95075"/>
                <a:gd name="connsiteY3" fmla="*/ 56206 h 102578"/>
                <a:gd name="connsiteX4" fmla="*/ 21916 w 95075"/>
                <a:gd name="connsiteY4" fmla="*/ 54937 h 102578"/>
                <a:gd name="connsiteX5" fmla="*/ 21345 w 95075"/>
                <a:gd name="connsiteY5" fmla="*/ 62112 h 102578"/>
                <a:gd name="connsiteX6" fmla="*/ 48396 w 95075"/>
                <a:gd name="connsiteY6" fmla="*/ 84528 h 102578"/>
                <a:gd name="connsiteX7" fmla="*/ 80654 w 95075"/>
                <a:gd name="connsiteY7" fmla="*/ 79638 h 102578"/>
                <a:gd name="connsiteX8" fmla="*/ 76209 w 95075"/>
                <a:gd name="connsiteY8" fmla="*/ 98561 h 102578"/>
                <a:gd name="connsiteX9" fmla="*/ 44141 w 95075"/>
                <a:gd name="connsiteY9" fmla="*/ 102562 h 102578"/>
                <a:gd name="connsiteX10" fmla="*/ 9 w 95075"/>
                <a:gd name="connsiteY10" fmla="*/ 62684 h 102578"/>
                <a:gd name="connsiteX11" fmla="*/ 25980 w 95075"/>
                <a:gd name="connsiteY11" fmla="*/ 40776 h 102578"/>
                <a:gd name="connsiteX12" fmla="*/ 73859 w 95075"/>
                <a:gd name="connsiteY12" fmla="*/ 41601 h 102578"/>
                <a:gd name="connsiteX13" fmla="*/ 73986 w 95075"/>
                <a:gd name="connsiteY13" fmla="*/ 39062 h 102578"/>
                <a:gd name="connsiteX14" fmla="*/ 55444 w 95075"/>
                <a:gd name="connsiteY14" fmla="*/ 18234 h 102578"/>
                <a:gd name="connsiteX15" fmla="*/ 25917 w 95075"/>
                <a:gd name="connsiteY15" fmla="*/ 40712 h 102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075" h="102578">
                  <a:moveTo>
                    <a:pt x="9" y="62620"/>
                  </a:moveTo>
                  <a:cubicBezTo>
                    <a:pt x="517" y="32267"/>
                    <a:pt x="21408" y="-626"/>
                    <a:pt x="57857" y="9"/>
                  </a:cubicBezTo>
                  <a:cubicBezTo>
                    <a:pt x="81479" y="454"/>
                    <a:pt x="95449" y="14931"/>
                    <a:pt x="95068" y="37728"/>
                  </a:cubicBezTo>
                  <a:cubicBezTo>
                    <a:pt x="94941" y="44142"/>
                    <a:pt x="93608" y="51444"/>
                    <a:pt x="92401" y="56206"/>
                  </a:cubicBezTo>
                  <a:lnTo>
                    <a:pt x="21916" y="54937"/>
                  </a:lnTo>
                  <a:cubicBezTo>
                    <a:pt x="21599" y="57350"/>
                    <a:pt x="21345" y="59762"/>
                    <a:pt x="21345" y="62112"/>
                  </a:cubicBezTo>
                  <a:cubicBezTo>
                    <a:pt x="21091" y="76907"/>
                    <a:pt x="30743" y="84210"/>
                    <a:pt x="48396" y="84528"/>
                  </a:cubicBezTo>
                  <a:cubicBezTo>
                    <a:pt x="57984" y="84718"/>
                    <a:pt x="68017" y="83766"/>
                    <a:pt x="80654" y="79638"/>
                  </a:cubicBezTo>
                  <a:lnTo>
                    <a:pt x="76209" y="98561"/>
                  </a:lnTo>
                  <a:cubicBezTo>
                    <a:pt x="66112" y="101355"/>
                    <a:pt x="55317" y="102752"/>
                    <a:pt x="44141" y="102562"/>
                  </a:cubicBezTo>
                  <a:cubicBezTo>
                    <a:pt x="15884" y="102054"/>
                    <a:pt x="-436" y="87512"/>
                    <a:pt x="9" y="62684"/>
                  </a:cubicBezTo>
                  <a:close/>
                  <a:moveTo>
                    <a:pt x="25980" y="40776"/>
                  </a:moveTo>
                  <a:lnTo>
                    <a:pt x="73859" y="41601"/>
                  </a:lnTo>
                  <a:cubicBezTo>
                    <a:pt x="73986" y="40649"/>
                    <a:pt x="73986" y="39824"/>
                    <a:pt x="73986" y="39062"/>
                  </a:cubicBezTo>
                  <a:cubicBezTo>
                    <a:pt x="74240" y="25473"/>
                    <a:pt x="67446" y="18487"/>
                    <a:pt x="55444" y="18234"/>
                  </a:cubicBezTo>
                  <a:cubicBezTo>
                    <a:pt x="41030" y="17980"/>
                    <a:pt x="31251" y="28330"/>
                    <a:pt x="25917" y="40712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20">
              <a:extLst>
                <a:ext uri="{FF2B5EF4-FFF2-40B4-BE49-F238E27FC236}">
                  <a16:creationId xmlns:a16="http://schemas.microsoft.com/office/drawing/2014/main" id="{D5EB02C9-B615-4C48-AC67-7182B47A1FC5}"/>
                </a:ext>
              </a:extLst>
            </p:cNvPr>
            <p:cNvSpPr/>
            <p:nvPr/>
          </p:nvSpPr>
          <p:spPr>
            <a:xfrm>
              <a:off x="4897469" y="6363200"/>
              <a:ext cx="75691" cy="99765"/>
            </a:xfrm>
            <a:custGeom>
              <a:avLst/>
              <a:gdLst>
                <a:gd name="connsiteX0" fmla="*/ 22606 w 75691"/>
                <a:gd name="connsiteY0" fmla="*/ 1150 h 99765"/>
                <a:gd name="connsiteX1" fmla="*/ 43434 w 75691"/>
                <a:gd name="connsiteY1" fmla="*/ 1531 h 99765"/>
                <a:gd name="connsiteX2" fmla="*/ 38163 w 75691"/>
                <a:gd name="connsiteY2" fmla="*/ 20771 h 99765"/>
                <a:gd name="connsiteX3" fmla="*/ 38354 w 75691"/>
                <a:gd name="connsiteY3" fmla="*/ 20771 h 99765"/>
                <a:gd name="connsiteX4" fmla="*/ 75692 w 75691"/>
                <a:gd name="connsiteY4" fmla="*/ 7 h 99765"/>
                <a:gd name="connsiteX5" fmla="*/ 70739 w 75691"/>
                <a:gd name="connsiteY5" fmla="*/ 21407 h 99765"/>
                <a:gd name="connsiteX6" fmla="*/ 34226 w 75691"/>
                <a:gd name="connsiteY6" fmla="*/ 45727 h 99765"/>
                <a:gd name="connsiteX7" fmla="*/ 21844 w 75691"/>
                <a:gd name="connsiteY7" fmla="*/ 99765 h 99765"/>
                <a:gd name="connsiteX8" fmla="*/ 0 w 75691"/>
                <a:gd name="connsiteY8" fmla="*/ 99384 h 99765"/>
                <a:gd name="connsiteX9" fmla="*/ 22669 w 75691"/>
                <a:gd name="connsiteY9" fmla="*/ 1150 h 9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691" h="99765">
                  <a:moveTo>
                    <a:pt x="22606" y="1150"/>
                  </a:moveTo>
                  <a:lnTo>
                    <a:pt x="43434" y="1531"/>
                  </a:lnTo>
                  <a:cubicBezTo>
                    <a:pt x="42227" y="7183"/>
                    <a:pt x="40449" y="14040"/>
                    <a:pt x="38163" y="20771"/>
                  </a:cubicBezTo>
                  <a:lnTo>
                    <a:pt x="38354" y="20771"/>
                  </a:lnTo>
                  <a:cubicBezTo>
                    <a:pt x="47815" y="6230"/>
                    <a:pt x="60896" y="-247"/>
                    <a:pt x="75692" y="7"/>
                  </a:cubicBezTo>
                  <a:lnTo>
                    <a:pt x="70739" y="21407"/>
                  </a:lnTo>
                  <a:cubicBezTo>
                    <a:pt x="51117" y="21089"/>
                    <a:pt x="38354" y="28074"/>
                    <a:pt x="34226" y="45727"/>
                  </a:cubicBezTo>
                  <a:lnTo>
                    <a:pt x="21844" y="99765"/>
                  </a:lnTo>
                  <a:lnTo>
                    <a:pt x="0" y="99384"/>
                  </a:lnTo>
                  <a:lnTo>
                    <a:pt x="22669" y="115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1">
              <a:extLst>
                <a:ext uri="{FF2B5EF4-FFF2-40B4-BE49-F238E27FC236}">
                  <a16:creationId xmlns:a16="http://schemas.microsoft.com/office/drawing/2014/main" id="{1918059A-9D05-4C58-B4FC-B6079723FEB1}"/>
                </a:ext>
              </a:extLst>
            </p:cNvPr>
            <p:cNvSpPr/>
            <p:nvPr/>
          </p:nvSpPr>
          <p:spPr>
            <a:xfrm>
              <a:off x="4975635" y="6436612"/>
              <a:ext cx="27372" cy="27372"/>
            </a:xfrm>
            <a:custGeom>
              <a:avLst/>
              <a:gdLst>
                <a:gd name="connsiteX0" fmla="*/ 2 w 27372"/>
                <a:gd name="connsiteY0" fmla="*/ 13527 h 27372"/>
                <a:gd name="connsiteX1" fmla="*/ 13845 w 27372"/>
                <a:gd name="connsiteY1" fmla="*/ 2 h 27372"/>
                <a:gd name="connsiteX2" fmla="*/ 27370 w 27372"/>
                <a:gd name="connsiteY2" fmla="*/ 14035 h 27372"/>
                <a:gd name="connsiteX3" fmla="*/ 13337 w 27372"/>
                <a:gd name="connsiteY3" fmla="*/ 27370 h 27372"/>
                <a:gd name="connsiteX4" fmla="*/ 2 w 27372"/>
                <a:gd name="connsiteY4" fmla="*/ 13527 h 27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372" h="27372">
                  <a:moveTo>
                    <a:pt x="2" y="13527"/>
                  </a:moveTo>
                  <a:cubicBezTo>
                    <a:pt x="129" y="5971"/>
                    <a:pt x="6288" y="-125"/>
                    <a:pt x="13845" y="2"/>
                  </a:cubicBezTo>
                  <a:cubicBezTo>
                    <a:pt x="21401" y="129"/>
                    <a:pt x="27498" y="6479"/>
                    <a:pt x="27370" y="14035"/>
                  </a:cubicBezTo>
                  <a:cubicBezTo>
                    <a:pt x="27243" y="21401"/>
                    <a:pt x="20893" y="27497"/>
                    <a:pt x="13337" y="27370"/>
                  </a:cubicBezTo>
                  <a:cubicBezTo>
                    <a:pt x="5781" y="27243"/>
                    <a:pt x="-125" y="20893"/>
                    <a:pt x="2" y="1352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7B67B7E-22F1-4440-97F4-D75C74570073}"/>
                </a:ext>
              </a:extLst>
            </p:cNvPr>
            <p:cNvSpPr/>
            <p:nvPr/>
          </p:nvSpPr>
          <p:spPr>
            <a:xfrm>
              <a:off x="5036270" y="6362815"/>
              <a:ext cx="88337" cy="102447"/>
            </a:xfrm>
            <a:custGeom>
              <a:avLst/>
              <a:gdLst>
                <a:gd name="connsiteX0" fmla="*/ 9 w 88337"/>
                <a:gd name="connsiteY0" fmla="*/ 61226 h 102447"/>
                <a:gd name="connsiteX1" fmla="*/ 58112 w 88337"/>
                <a:gd name="connsiteY1" fmla="*/ 12 h 102447"/>
                <a:gd name="connsiteX2" fmla="*/ 88338 w 88337"/>
                <a:gd name="connsiteY2" fmla="*/ 6489 h 102447"/>
                <a:gd name="connsiteX3" fmla="*/ 84083 w 88337"/>
                <a:gd name="connsiteY3" fmla="*/ 24650 h 102447"/>
                <a:gd name="connsiteX4" fmla="*/ 58620 w 88337"/>
                <a:gd name="connsiteY4" fmla="*/ 18554 h 102447"/>
                <a:gd name="connsiteX5" fmla="*/ 22361 w 88337"/>
                <a:gd name="connsiteY5" fmla="*/ 60146 h 102447"/>
                <a:gd name="connsiteX6" fmla="*/ 45285 w 88337"/>
                <a:gd name="connsiteY6" fmla="*/ 84022 h 102447"/>
                <a:gd name="connsiteX7" fmla="*/ 71510 w 88337"/>
                <a:gd name="connsiteY7" fmla="*/ 79260 h 102447"/>
                <a:gd name="connsiteX8" fmla="*/ 67002 w 88337"/>
                <a:gd name="connsiteY8" fmla="*/ 98691 h 102447"/>
                <a:gd name="connsiteX9" fmla="*/ 41157 w 88337"/>
                <a:gd name="connsiteY9" fmla="*/ 102438 h 102447"/>
                <a:gd name="connsiteX10" fmla="*/ 9 w 88337"/>
                <a:gd name="connsiteY10" fmla="*/ 61226 h 10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337" h="102447">
                  <a:moveTo>
                    <a:pt x="9" y="61226"/>
                  </a:moveTo>
                  <a:cubicBezTo>
                    <a:pt x="454" y="34619"/>
                    <a:pt x="17027" y="-750"/>
                    <a:pt x="58112" y="12"/>
                  </a:cubicBezTo>
                  <a:cubicBezTo>
                    <a:pt x="69351" y="202"/>
                    <a:pt x="79257" y="2425"/>
                    <a:pt x="88338" y="6489"/>
                  </a:cubicBezTo>
                  <a:lnTo>
                    <a:pt x="84083" y="24650"/>
                  </a:lnTo>
                  <a:cubicBezTo>
                    <a:pt x="75130" y="20205"/>
                    <a:pt x="67002" y="18681"/>
                    <a:pt x="58620" y="18554"/>
                  </a:cubicBezTo>
                  <a:cubicBezTo>
                    <a:pt x="34807" y="18109"/>
                    <a:pt x="22679" y="39763"/>
                    <a:pt x="22361" y="60146"/>
                  </a:cubicBezTo>
                  <a:cubicBezTo>
                    <a:pt x="22107" y="74942"/>
                    <a:pt x="30807" y="83769"/>
                    <a:pt x="45285" y="84022"/>
                  </a:cubicBezTo>
                  <a:cubicBezTo>
                    <a:pt x="52460" y="84150"/>
                    <a:pt x="61096" y="83007"/>
                    <a:pt x="71510" y="79260"/>
                  </a:cubicBezTo>
                  <a:lnTo>
                    <a:pt x="67002" y="98691"/>
                  </a:lnTo>
                  <a:cubicBezTo>
                    <a:pt x="58556" y="101421"/>
                    <a:pt x="50301" y="102564"/>
                    <a:pt x="41157" y="102438"/>
                  </a:cubicBezTo>
                  <a:cubicBezTo>
                    <a:pt x="15376" y="101993"/>
                    <a:pt x="-435" y="85610"/>
                    <a:pt x="9" y="61226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896965C-6A0A-481A-A254-D250FFF2AA2C}"/>
                </a:ext>
              </a:extLst>
            </p:cNvPr>
            <p:cNvSpPr/>
            <p:nvPr/>
          </p:nvSpPr>
          <p:spPr>
            <a:xfrm>
              <a:off x="5136219" y="6362689"/>
              <a:ext cx="96539" cy="102382"/>
            </a:xfrm>
            <a:custGeom>
              <a:avLst/>
              <a:gdLst>
                <a:gd name="connsiteX0" fmla="*/ 10 w 96539"/>
                <a:gd name="connsiteY0" fmla="*/ 63447 h 102382"/>
                <a:gd name="connsiteX1" fmla="*/ 57604 w 96539"/>
                <a:gd name="connsiteY1" fmla="*/ 10 h 102382"/>
                <a:gd name="connsiteX2" fmla="*/ 96530 w 96539"/>
                <a:gd name="connsiteY2" fmla="*/ 38936 h 102382"/>
                <a:gd name="connsiteX3" fmla="*/ 38935 w 96539"/>
                <a:gd name="connsiteY3" fmla="*/ 102372 h 102382"/>
                <a:gd name="connsiteX4" fmla="*/ 10 w 96539"/>
                <a:gd name="connsiteY4" fmla="*/ 63447 h 102382"/>
                <a:gd name="connsiteX5" fmla="*/ 74241 w 96539"/>
                <a:gd name="connsiteY5" fmla="*/ 39889 h 102382"/>
                <a:gd name="connsiteX6" fmla="*/ 55826 w 96539"/>
                <a:gd name="connsiteY6" fmla="*/ 18807 h 102382"/>
                <a:gd name="connsiteX7" fmla="*/ 22425 w 96539"/>
                <a:gd name="connsiteY7" fmla="*/ 62431 h 102382"/>
                <a:gd name="connsiteX8" fmla="*/ 40840 w 96539"/>
                <a:gd name="connsiteY8" fmla="*/ 83513 h 102382"/>
                <a:gd name="connsiteX9" fmla="*/ 74241 w 96539"/>
                <a:gd name="connsiteY9" fmla="*/ 39889 h 102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539" h="102382">
                  <a:moveTo>
                    <a:pt x="10" y="63447"/>
                  </a:moveTo>
                  <a:cubicBezTo>
                    <a:pt x="518" y="33602"/>
                    <a:pt x="19504" y="-688"/>
                    <a:pt x="57604" y="10"/>
                  </a:cubicBezTo>
                  <a:cubicBezTo>
                    <a:pt x="82560" y="455"/>
                    <a:pt x="96974" y="15251"/>
                    <a:pt x="96530" y="38936"/>
                  </a:cubicBezTo>
                  <a:cubicBezTo>
                    <a:pt x="96022" y="68781"/>
                    <a:pt x="77035" y="103071"/>
                    <a:pt x="38935" y="102372"/>
                  </a:cubicBezTo>
                  <a:cubicBezTo>
                    <a:pt x="14170" y="101928"/>
                    <a:pt x="-435" y="87259"/>
                    <a:pt x="10" y="63447"/>
                  </a:cubicBezTo>
                  <a:close/>
                  <a:moveTo>
                    <a:pt x="74241" y="39889"/>
                  </a:moveTo>
                  <a:cubicBezTo>
                    <a:pt x="74495" y="25919"/>
                    <a:pt x="67891" y="18997"/>
                    <a:pt x="55826" y="18807"/>
                  </a:cubicBezTo>
                  <a:cubicBezTo>
                    <a:pt x="31188" y="18362"/>
                    <a:pt x="22679" y="47127"/>
                    <a:pt x="22425" y="62431"/>
                  </a:cubicBezTo>
                  <a:cubicBezTo>
                    <a:pt x="22171" y="76401"/>
                    <a:pt x="28775" y="83322"/>
                    <a:pt x="40840" y="83513"/>
                  </a:cubicBezTo>
                  <a:cubicBezTo>
                    <a:pt x="65478" y="83957"/>
                    <a:pt x="73987" y="55192"/>
                    <a:pt x="74241" y="39889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4">
              <a:extLst>
                <a:ext uri="{FF2B5EF4-FFF2-40B4-BE49-F238E27FC236}">
                  <a16:creationId xmlns:a16="http://schemas.microsoft.com/office/drawing/2014/main" id="{89B2D99A-81F8-4AB3-8534-7151923E86B7}"/>
                </a:ext>
              </a:extLst>
            </p:cNvPr>
            <p:cNvSpPr/>
            <p:nvPr/>
          </p:nvSpPr>
          <p:spPr>
            <a:xfrm>
              <a:off x="5244686" y="6362437"/>
              <a:ext cx="152325" cy="101799"/>
            </a:xfrm>
            <a:custGeom>
              <a:avLst/>
              <a:gdLst>
                <a:gd name="connsiteX0" fmla="*/ 22670 w 152325"/>
                <a:gd name="connsiteY0" fmla="*/ 1152 h 101799"/>
                <a:gd name="connsiteX1" fmla="*/ 43498 w 152325"/>
                <a:gd name="connsiteY1" fmla="*/ 1533 h 101799"/>
                <a:gd name="connsiteX2" fmla="*/ 38545 w 152325"/>
                <a:gd name="connsiteY2" fmla="*/ 19884 h 101799"/>
                <a:gd name="connsiteX3" fmla="*/ 38735 w 152325"/>
                <a:gd name="connsiteY3" fmla="*/ 19884 h 101799"/>
                <a:gd name="connsiteX4" fmla="*/ 70803 w 152325"/>
                <a:gd name="connsiteY4" fmla="*/ 9 h 101799"/>
                <a:gd name="connsiteX5" fmla="*/ 95187 w 152325"/>
                <a:gd name="connsiteY5" fmla="*/ 19821 h 101799"/>
                <a:gd name="connsiteX6" fmla="*/ 95377 w 152325"/>
                <a:gd name="connsiteY6" fmla="*/ 19821 h 101799"/>
                <a:gd name="connsiteX7" fmla="*/ 127635 w 152325"/>
                <a:gd name="connsiteY7" fmla="*/ 1025 h 101799"/>
                <a:gd name="connsiteX8" fmla="*/ 150432 w 152325"/>
                <a:gd name="connsiteY8" fmla="*/ 37982 h 101799"/>
                <a:gd name="connsiteX9" fmla="*/ 133795 w 152325"/>
                <a:gd name="connsiteY9" fmla="*/ 101799 h 101799"/>
                <a:gd name="connsiteX10" fmla="*/ 111951 w 152325"/>
                <a:gd name="connsiteY10" fmla="*/ 101418 h 101799"/>
                <a:gd name="connsiteX11" fmla="*/ 127953 w 152325"/>
                <a:gd name="connsiteY11" fmla="*/ 39950 h 101799"/>
                <a:gd name="connsiteX12" fmla="*/ 117412 w 152325"/>
                <a:gd name="connsiteY12" fmla="*/ 19757 h 101799"/>
                <a:gd name="connsiteX13" fmla="*/ 91440 w 152325"/>
                <a:gd name="connsiteY13" fmla="*/ 45983 h 101799"/>
                <a:gd name="connsiteX14" fmla="*/ 77915 w 152325"/>
                <a:gd name="connsiteY14" fmla="*/ 100847 h 101799"/>
                <a:gd name="connsiteX15" fmla="*/ 55943 w 152325"/>
                <a:gd name="connsiteY15" fmla="*/ 100466 h 101799"/>
                <a:gd name="connsiteX16" fmla="*/ 71184 w 152325"/>
                <a:gd name="connsiteY16" fmla="*/ 38934 h 101799"/>
                <a:gd name="connsiteX17" fmla="*/ 60579 w 152325"/>
                <a:gd name="connsiteY17" fmla="*/ 18741 h 101799"/>
                <a:gd name="connsiteX18" fmla="*/ 34607 w 152325"/>
                <a:gd name="connsiteY18" fmla="*/ 44967 h 101799"/>
                <a:gd name="connsiteX19" fmla="*/ 21844 w 152325"/>
                <a:gd name="connsiteY19" fmla="*/ 99831 h 101799"/>
                <a:gd name="connsiteX20" fmla="*/ 0 w 152325"/>
                <a:gd name="connsiteY20" fmla="*/ 99450 h 101799"/>
                <a:gd name="connsiteX21" fmla="*/ 22796 w 152325"/>
                <a:gd name="connsiteY21" fmla="*/ 1215 h 101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2325" h="101799">
                  <a:moveTo>
                    <a:pt x="22670" y="1152"/>
                  </a:moveTo>
                  <a:lnTo>
                    <a:pt x="43498" y="1533"/>
                  </a:lnTo>
                  <a:cubicBezTo>
                    <a:pt x="42482" y="6422"/>
                    <a:pt x="40767" y="13280"/>
                    <a:pt x="38545" y="19884"/>
                  </a:cubicBezTo>
                  <a:lnTo>
                    <a:pt x="38735" y="19884"/>
                  </a:lnTo>
                  <a:cubicBezTo>
                    <a:pt x="45085" y="8009"/>
                    <a:pt x="55817" y="-309"/>
                    <a:pt x="70803" y="9"/>
                  </a:cubicBezTo>
                  <a:cubicBezTo>
                    <a:pt x="85027" y="263"/>
                    <a:pt x="94107" y="7883"/>
                    <a:pt x="95187" y="19821"/>
                  </a:cubicBezTo>
                  <a:lnTo>
                    <a:pt x="95377" y="19821"/>
                  </a:lnTo>
                  <a:cubicBezTo>
                    <a:pt x="102426" y="9216"/>
                    <a:pt x="113221" y="771"/>
                    <a:pt x="127635" y="1025"/>
                  </a:cubicBezTo>
                  <a:cubicBezTo>
                    <a:pt x="147638" y="1406"/>
                    <a:pt x="156528" y="14741"/>
                    <a:pt x="150432" y="37982"/>
                  </a:cubicBezTo>
                  <a:lnTo>
                    <a:pt x="133795" y="101799"/>
                  </a:lnTo>
                  <a:lnTo>
                    <a:pt x="111951" y="101418"/>
                  </a:lnTo>
                  <a:lnTo>
                    <a:pt x="127953" y="39950"/>
                  </a:lnTo>
                  <a:cubicBezTo>
                    <a:pt x="131445" y="26869"/>
                    <a:pt x="128778" y="19948"/>
                    <a:pt x="117412" y="19757"/>
                  </a:cubicBezTo>
                  <a:cubicBezTo>
                    <a:pt x="105220" y="19567"/>
                    <a:pt x="95568" y="29600"/>
                    <a:pt x="91440" y="45983"/>
                  </a:cubicBezTo>
                  <a:lnTo>
                    <a:pt x="77915" y="100847"/>
                  </a:lnTo>
                  <a:lnTo>
                    <a:pt x="55943" y="100466"/>
                  </a:lnTo>
                  <a:lnTo>
                    <a:pt x="71184" y="38934"/>
                  </a:lnTo>
                  <a:cubicBezTo>
                    <a:pt x="74485" y="25853"/>
                    <a:pt x="71818" y="18932"/>
                    <a:pt x="60579" y="18741"/>
                  </a:cubicBezTo>
                  <a:cubicBezTo>
                    <a:pt x="48514" y="18551"/>
                    <a:pt x="38418" y="28520"/>
                    <a:pt x="34607" y="44967"/>
                  </a:cubicBezTo>
                  <a:lnTo>
                    <a:pt x="21844" y="99831"/>
                  </a:lnTo>
                  <a:lnTo>
                    <a:pt x="0" y="99450"/>
                  </a:lnTo>
                  <a:lnTo>
                    <a:pt x="22796" y="1215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0" name="Graphic 5">
            <a:extLst>
              <a:ext uri="{FF2B5EF4-FFF2-40B4-BE49-F238E27FC236}">
                <a16:creationId xmlns:a16="http://schemas.microsoft.com/office/drawing/2014/main" id="{B03B2D53-07C3-4D83-8AA4-DB07A6CBBE0C}"/>
              </a:ext>
            </a:extLst>
          </p:cNvPr>
          <p:cNvGrpSpPr/>
          <p:nvPr userDrawn="1"/>
        </p:nvGrpSpPr>
        <p:grpSpPr>
          <a:xfrm>
            <a:off x="757872" y="2481643"/>
            <a:ext cx="1711578" cy="1711578"/>
            <a:chOff x="4834985" y="2481643"/>
            <a:chExt cx="1711578" cy="1711578"/>
          </a:xfrm>
        </p:grpSpPr>
        <p:grpSp>
          <p:nvGrpSpPr>
            <p:cNvPr id="81" name="Graphic 5">
              <a:extLst>
                <a:ext uri="{FF2B5EF4-FFF2-40B4-BE49-F238E27FC236}">
                  <a16:creationId xmlns:a16="http://schemas.microsoft.com/office/drawing/2014/main" id="{7CF269F6-C98C-438E-A978-60F11CC0AFBE}"/>
                </a:ext>
              </a:extLst>
            </p:cNvPr>
            <p:cNvGrpSpPr/>
            <p:nvPr/>
          </p:nvGrpSpPr>
          <p:grpSpPr>
            <a:xfrm>
              <a:off x="5009102" y="2645727"/>
              <a:ext cx="1385188" cy="1386649"/>
              <a:chOff x="5009102" y="2645727"/>
              <a:chExt cx="1385188" cy="1386649"/>
            </a:xfrm>
            <a:solidFill>
              <a:srgbClr val="FFFFFF"/>
            </a:solidFill>
          </p:grpSpPr>
          <p:sp>
            <p:nvSpPr>
              <p:cNvPr id="84" name="Freeform: Shape 78">
                <a:extLst>
                  <a:ext uri="{FF2B5EF4-FFF2-40B4-BE49-F238E27FC236}">
                    <a16:creationId xmlns:a16="http://schemas.microsoft.com/office/drawing/2014/main" id="{413DF7BE-865E-4E75-A1D8-D3C288A80C51}"/>
                  </a:ext>
                </a:extLst>
              </p:cNvPr>
              <p:cNvSpPr/>
              <p:nvPr/>
            </p:nvSpPr>
            <p:spPr>
              <a:xfrm>
                <a:off x="5583586" y="2645727"/>
                <a:ext cx="236664" cy="236791"/>
              </a:xfrm>
              <a:custGeom>
                <a:avLst/>
                <a:gdLst>
                  <a:gd name="connsiteX0" fmla="*/ 56388 w 236664"/>
                  <a:gd name="connsiteY0" fmla="*/ 90170 h 236791"/>
                  <a:gd name="connsiteX1" fmla="*/ 155004 w 236664"/>
                  <a:gd name="connsiteY1" fmla="*/ 90170 h 236791"/>
                  <a:gd name="connsiteX2" fmla="*/ 174752 w 236664"/>
                  <a:gd name="connsiteY2" fmla="*/ 70421 h 236791"/>
                  <a:gd name="connsiteX3" fmla="*/ 155004 w 236664"/>
                  <a:gd name="connsiteY3" fmla="*/ 50673 h 236791"/>
                  <a:gd name="connsiteX4" fmla="*/ 56388 w 236664"/>
                  <a:gd name="connsiteY4" fmla="*/ 50673 h 236791"/>
                  <a:gd name="connsiteX5" fmla="*/ 56388 w 236664"/>
                  <a:gd name="connsiteY5" fmla="*/ 90170 h 236791"/>
                  <a:gd name="connsiteX6" fmla="*/ 56388 w 236664"/>
                  <a:gd name="connsiteY6" fmla="*/ 185992 h 236791"/>
                  <a:gd name="connsiteX7" fmla="*/ 157924 w 236664"/>
                  <a:gd name="connsiteY7" fmla="*/ 185992 h 236791"/>
                  <a:gd name="connsiteX8" fmla="*/ 180404 w 236664"/>
                  <a:gd name="connsiteY8" fmla="*/ 163386 h 236791"/>
                  <a:gd name="connsiteX9" fmla="*/ 157924 w 236664"/>
                  <a:gd name="connsiteY9" fmla="*/ 140843 h 236791"/>
                  <a:gd name="connsiteX10" fmla="*/ 56388 w 236664"/>
                  <a:gd name="connsiteY10" fmla="*/ 140843 h 236791"/>
                  <a:gd name="connsiteX11" fmla="*/ 56388 w 236664"/>
                  <a:gd name="connsiteY11" fmla="*/ 185928 h 236791"/>
                  <a:gd name="connsiteX12" fmla="*/ 214948 w 236664"/>
                  <a:gd name="connsiteY12" fmla="*/ 113411 h 236791"/>
                  <a:gd name="connsiteX13" fmla="*/ 236665 w 236664"/>
                  <a:gd name="connsiteY13" fmla="*/ 164910 h 236791"/>
                  <a:gd name="connsiteX14" fmla="*/ 164910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88 h 236791"/>
                  <a:gd name="connsiteX19" fmla="*/ 214948 w 236664"/>
                  <a:gd name="connsiteY19" fmla="*/ 113474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170"/>
                    </a:moveTo>
                    <a:lnTo>
                      <a:pt x="155004" y="90170"/>
                    </a:lnTo>
                    <a:cubicBezTo>
                      <a:pt x="165862" y="90170"/>
                      <a:pt x="174752" y="81343"/>
                      <a:pt x="174752" y="70421"/>
                    </a:cubicBezTo>
                    <a:cubicBezTo>
                      <a:pt x="174752" y="59499"/>
                      <a:pt x="165862" y="50673"/>
                      <a:pt x="155004" y="50673"/>
                    </a:cubicBezTo>
                    <a:lnTo>
                      <a:pt x="56388" y="50673"/>
                    </a:lnTo>
                    <a:lnTo>
                      <a:pt x="56388" y="90170"/>
                    </a:lnTo>
                    <a:close/>
                    <a:moveTo>
                      <a:pt x="56388" y="185992"/>
                    </a:moveTo>
                    <a:lnTo>
                      <a:pt x="157924" y="185992"/>
                    </a:lnTo>
                    <a:cubicBezTo>
                      <a:pt x="170371" y="185992"/>
                      <a:pt x="180404" y="175895"/>
                      <a:pt x="180404" y="163386"/>
                    </a:cubicBezTo>
                    <a:cubicBezTo>
                      <a:pt x="180404" y="150876"/>
                      <a:pt x="170371" y="140843"/>
                      <a:pt x="157924" y="140843"/>
                    </a:cubicBezTo>
                    <a:lnTo>
                      <a:pt x="56388" y="140843"/>
                    </a:lnTo>
                    <a:lnTo>
                      <a:pt x="56388" y="185928"/>
                    </a:lnTo>
                    <a:close/>
                    <a:moveTo>
                      <a:pt x="214948" y="113411"/>
                    </a:moveTo>
                    <a:cubicBezTo>
                      <a:pt x="228346" y="126492"/>
                      <a:pt x="236665" y="144717"/>
                      <a:pt x="236665" y="164910"/>
                    </a:cubicBezTo>
                    <a:cubicBezTo>
                      <a:pt x="236665" y="204533"/>
                      <a:pt x="204534" y="236728"/>
                      <a:pt x="164910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16" y="64"/>
                      <a:pt x="231077" y="30988"/>
                      <a:pt x="231077" y="69088"/>
                    </a:cubicBezTo>
                    <a:cubicBezTo>
                      <a:pt x="231077" y="85979"/>
                      <a:pt x="224980" y="101473"/>
                      <a:pt x="214948" y="1134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79">
                <a:extLst>
                  <a:ext uri="{FF2B5EF4-FFF2-40B4-BE49-F238E27FC236}">
                    <a16:creationId xmlns:a16="http://schemas.microsoft.com/office/drawing/2014/main" id="{BEBADCC9-D13D-4F76-A4C1-23402B4CC524}"/>
                  </a:ext>
                </a:extLst>
              </p:cNvPr>
              <p:cNvSpPr/>
              <p:nvPr/>
            </p:nvSpPr>
            <p:spPr>
              <a:xfrm>
                <a:off x="5544914" y="2927667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5 w 291592"/>
                  <a:gd name="connsiteY3" fmla="*/ 197295 h 236727"/>
                  <a:gd name="connsiteX4" fmla="*/ 60515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33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5" y="197295"/>
                    </a:lnTo>
                    <a:lnTo>
                      <a:pt x="60515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33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: Shape 80">
                <a:extLst>
                  <a:ext uri="{FF2B5EF4-FFF2-40B4-BE49-F238E27FC236}">
                    <a16:creationId xmlns:a16="http://schemas.microsoft.com/office/drawing/2014/main" id="{194EE38B-32D7-426C-B64A-A64C64DD72B1}"/>
                  </a:ext>
                </a:extLst>
              </p:cNvPr>
              <p:cNvSpPr/>
              <p:nvPr/>
            </p:nvSpPr>
            <p:spPr>
              <a:xfrm>
                <a:off x="5542438" y="3215195"/>
                <a:ext cx="296481" cy="236664"/>
              </a:xfrm>
              <a:custGeom>
                <a:avLst/>
                <a:gdLst>
                  <a:gd name="connsiteX0" fmla="*/ 228663 w 296481"/>
                  <a:gd name="connsiteY0" fmla="*/ 0 h 236664"/>
                  <a:gd name="connsiteX1" fmla="*/ 296482 w 296481"/>
                  <a:gd name="connsiteY1" fmla="*/ 0 h 236664"/>
                  <a:gd name="connsiteX2" fmla="*/ 176466 w 296481"/>
                  <a:gd name="connsiteY2" fmla="*/ 154114 h 236664"/>
                  <a:gd name="connsiteX3" fmla="*/ 176466 w 296481"/>
                  <a:gd name="connsiteY3" fmla="*/ 236664 h 236664"/>
                  <a:gd name="connsiteX4" fmla="*/ 120079 w 296481"/>
                  <a:gd name="connsiteY4" fmla="*/ 236664 h 236664"/>
                  <a:gd name="connsiteX5" fmla="*/ 120079 w 296481"/>
                  <a:gd name="connsiteY5" fmla="*/ 154114 h 236664"/>
                  <a:gd name="connsiteX6" fmla="*/ 0 w 296481"/>
                  <a:gd name="connsiteY6" fmla="*/ 0 h 236664"/>
                  <a:gd name="connsiteX7" fmla="*/ 67818 w 296481"/>
                  <a:gd name="connsiteY7" fmla="*/ 0 h 236664"/>
                  <a:gd name="connsiteX8" fmla="*/ 148272 w 296481"/>
                  <a:gd name="connsiteY8" fmla="*/ 107760 h 236664"/>
                  <a:gd name="connsiteX9" fmla="*/ 228663 w 296481"/>
                  <a:gd name="connsiteY9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481" h="236664">
                    <a:moveTo>
                      <a:pt x="228663" y="0"/>
                    </a:moveTo>
                    <a:lnTo>
                      <a:pt x="296482" y="0"/>
                    </a:lnTo>
                    <a:lnTo>
                      <a:pt x="176466" y="154114"/>
                    </a:lnTo>
                    <a:lnTo>
                      <a:pt x="176466" y="236664"/>
                    </a:lnTo>
                    <a:lnTo>
                      <a:pt x="120079" y="236664"/>
                    </a:lnTo>
                    <a:lnTo>
                      <a:pt x="120079" y="154114"/>
                    </a:lnTo>
                    <a:lnTo>
                      <a:pt x="0" y="0"/>
                    </a:lnTo>
                    <a:lnTo>
                      <a:pt x="67818" y="0"/>
                    </a:lnTo>
                    <a:lnTo>
                      <a:pt x="148272" y="107760"/>
                    </a:lnTo>
                    <a:lnTo>
                      <a:pt x="228663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: Shape 81">
                <a:extLst>
                  <a:ext uri="{FF2B5EF4-FFF2-40B4-BE49-F238E27FC236}">
                    <a16:creationId xmlns:a16="http://schemas.microsoft.com/office/drawing/2014/main" id="{77B4F068-3F95-4FA3-A04D-232D5180FFEE}"/>
                  </a:ext>
                </a:extLst>
              </p:cNvPr>
              <p:cNvSpPr/>
              <p:nvPr/>
            </p:nvSpPr>
            <p:spPr>
              <a:xfrm>
                <a:off x="5870733" y="3215195"/>
                <a:ext cx="214185" cy="236664"/>
              </a:xfrm>
              <a:custGeom>
                <a:avLst/>
                <a:gdLst>
                  <a:gd name="connsiteX0" fmla="*/ 214186 w 214185"/>
                  <a:gd name="connsiteY0" fmla="*/ 0 h 236664"/>
                  <a:gd name="connsiteX1" fmla="*/ 214186 w 214185"/>
                  <a:gd name="connsiteY1" fmla="*/ 50737 h 236664"/>
                  <a:gd name="connsiteX2" fmla="*/ 56388 w 214185"/>
                  <a:gd name="connsiteY2" fmla="*/ 50737 h 236664"/>
                  <a:gd name="connsiteX3" fmla="*/ 56388 w 214185"/>
                  <a:gd name="connsiteY3" fmla="*/ 90170 h 236664"/>
                  <a:gd name="connsiteX4" fmla="*/ 208534 w 214185"/>
                  <a:gd name="connsiteY4" fmla="*/ 90170 h 236664"/>
                  <a:gd name="connsiteX5" fmla="*/ 208534 w 214185"/>
                  <a:gd name="connsiteY5" fmla="*/ 140843 h 236664"/>
                  <a:gd name="connsiteX6" fmla="*/ 56388 w 214185"/>
                  <a:gd name="connsiteY6" fmla="*/ 140843 h 236664"/>
                  <a:gd name="connsiteX7" fmla="*/ 56388 w 214185"/>
                  <a:gd name="connsiteY7" fmla="*/ 185992 h 236664"/>
                  <a:gd name="connsiteX8" fmla="*/ 214186 w 214185"/>
                  <a:gd name="connsiteY8" fmla="*/ 185992 h 236664"/>
                  <a:gd name="connsiteX9" fmla="*/ 214186 w 214185"/>
                  <a:gd name="connsiteY9" fmla="*/ 236664 h 236664"/>
                  <a:gd name="connsiteX10" fmla="*/ 0 w 214185"/>
                  <a:gd name="connsiteY10" fmla="*/ 236664 h 236664"/>
                  <a:gd name="connsiteX11" fmla="*/ 0 w 214185"/>
                  <a:gd name="connsiteY11" fmla="*/ 0 h 236664"/>
                  <a:gd name="connsiteX12" fmla="*/ 214186 w 214185"/>
                  <a:gd name="connsiteY12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664">
                    <a:moveTo>
                      <a:pt x="214186" y="0"/>
                    </a:moveTo>
                    <a:lnTo>
                      <a:pt x="214186" y="50737"/>
                    </a:lnTo>
                    <a:lnTo>
                      <a:pt x="56388" y="50737"/>
                    </a:lnTo>
                    <a:lnTo>
                      <a:pt x="56388" y="90170"/>
                    </a:lnTo>
                    <a:lnTo>
                      <a:pt x="208534" y="90170"/>
                    </a:lnTo>
                    <a:lnTo>
                      <a:pt x="208534" y="140843"/>
                    </a:lnTo>
                    <a:lnTo>
                      <a:pt x="56388" y="140843"/>
                    </a:lnTo>
                    <a:lnTo>
                      <a:pt x="56388" y="185992"/>
                    </a:lnTo>
                    <a:lnTo>
                      <a:pt x="214186" y="185992"/>
                    </a:lnTo>
                    <a:lnTo>
                      <a:pt x="214186" y="236664"/>
                    </a:lnTo>
                    <a:lnTo>
                      <a:pt x="0" y="236664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2">
                <a:extLst>
                  <a:ext uri="{FF2B5EF4-FFF2-40B4-BE49-F238E27FC236}">
                    <a16:creationId xmlns:a16="http://schemas.microsoft.com/office/drawing/2014/main" id="{914B37FE-5DDB-416A-B45D-2608930C85CC}"/>
                  </a:ext>
                </a:extLst>
              </p:cNvPr>
              <p:cNvSpPr/>
              <p:nvPr/>
            </p:nvSpPr>
            <p:spPr>
              <a:xfrm>
                <a:off x="6160357" y="3215132"/>
                <a:ext cx="233933" cy="236727"/>
              </a:xfrm>
              <a:custGeom>
                <a:avLst/>
                <a:gdLst>
                  <a:gd name="connsiteX0" fmla="*/ 98679 w 233933"/>
                  <a:gd name="connsiteY0" fmla="*/ 146558 h 236727"/>
                  <a:gd name="connsiteX1" fmla="*/ 56388 w 233933"/>
                  <a:gd name="connsiteY1" fmla="*/ 146558 h 236727"/>
                  <a:gd name="connsiteX2" fmla="*/ 56388 w 233933"/>
                  <a:gd name="connsiteY2" fmla="*/ 236728 h 236727"/>
                  <a:gd name="connsiteX3" fmla="*/ 0 w 233933"/>
                  <a:gd name="connsiteY3" fmla="*/ 236728 h 236727"/>
                  <a:gd name="connsiteX4" fmla="*/ 0 w 233933"/>
                  <a:gd name="connsiteY4" fmla="*/ 0 h 236727"/>
                  <a:gd name="connsiteX5" fmla="*/ 143954 w 233933"/>
                  <a:gd name="connsiteY5" fmla="*/ 0 h 236727"/>
                  <a:gd name="connsiteX6" fmla="*/ 217043 w 233933"/>
                  <a:gd name="connsiteY6" fmla="*/ 73342 h 236727"/>
                  <a:gd name="connsiteX7" fmla="*/ 164465 w 233933"/>
                  <a:gd name="connsiteY7" fmla="*/ 143701 h 236727"/>
                  <a:gd name="connsiteX8" fmla="*/ 233934 w 233933"/>
                  <a:gd name="connsiteY8" fmla="*/ 236728 h 236727"/>
                  <a:gd name="connsiteX9" fmla="*/ 166307 w 233933"/>
                  <a:gd name="connsiteY9" fmla="*/ 236728 h 236727"/>
                  <a:gd name="connsiteX10" fmla="*/ 98679 w 233933"/>
                  <a:gd name="connsiteY10" fmla="*/ 146558 h 236727"/>
                  <a:gd name="connsiteX11" fmla="*/ 138239 w 233933"/>
                  <a:gd name="connsiteY11" fmla="*/ 50736 h 236727"/>
                  <a:gd name="connsiteX12" fmla="*/ 56388 w 233933"/>
                  <a:gd name="connsiteY12" fmla="*/ 50736 h 236727"/>
                  <a:gd name="connsiteX13" fmla="*/ 56388 w 233933"/>
                  <a:gd name="connsiteY13" fmla="*/ 95821 h 236727"/>
                  <a:gd name="connsiteX14" fmla="*/ 138239 w 233933"/>
                  <a:gd name="connsiteY14" fmla="*/ 95821 h 236727"/>
                  <a:gd name="connsiteX15" fmla="*/ 160655 w 233933"/>
                  <a:gd name="connsiteY15" fmla="*/ 73279 h 236727"/>
                  <a:gd name="connsiteX16" fmla="*/ 138239 w 233933"/>
                  <a:gd name="connsiteY16" fmla="*/ 50736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3933" h="236727">
                    <a:moveTo>
                      <a:pt x="98679" y="146558"/>
                    </a:moveTo>
                    <a:lnTo>
                      <a:pt x="56388" y="146558"/>
                    </a:lnTo>
                    <a:lnTo>
                      <a:pt x="56388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143954" y="0"/>
                    </a:lnTo>
                    <a:cubicBezTo>
                      <a:pt x="184341" y="127"/>
                      <a:pt x="217043" y="32893"/>
                      <a:pt x="217043" y="73342"/>
                    </a:cubicBezTo>
                    <a:cubicBezTo>
                      <a:pt x="217043" y="106680"/>
                      <a:pt x="194945" y="134810"/>
                      <a:pt x="164465" y="143701"/>
                    </a:cubicBezTo>
                    <a:lnTo>
                      <a:pt x="233934" y="236728"/>
                    </a:lnTo>
                    <a:lnTo>
                      <a:pt x="166307" y="236728"/>
                    </a:lnTo>
                    <a:lnTo>
                      <a:pt x="98679" y="146558"/>
                    </a:lnTo>
                    <a:close/>
                    <a:moveTo>
                      <a:pt x="138239" y="50736"/>
                    </a:moveTo>
                    <a:lnTo>
                      <a:pt x="56388" y="50736"/>
                    </a:lnTo>
                    <a:lnTo>
                      <a:pt x="56388" y="95821"/>
                    </a:lnTo>
                    <a:lnTo>
                      <a:pt x="138239" y="95821"/>
                    </a:lnTo>
                    <a:cubicBezTo>
                      <a:pt x="150622" y="95758"/>
                      <a:pt x="160655" y="85661"/>
                      <a:pt x="160655" y="73279"/>
                    </a:cubicBezTo>
                    <a:cubicBezTo>
                      <a:pt x="160655" y="60896"/>
                      <a:pt x="150622" y="50800"/>
                      <a:pt x="138239" y="507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3">
                <a:extLst>
                  <a:ext uri="{FF2B5EF4-FFF2-40B4-BE49-F238E27FC236}">
                    <a16:creationId xmlns:a16="http://schemas.microsoft.com/office/drawing/2014/main" id="{F835B766-117F-4FCC-BE33-C8CEFA70254E}"/>
                  </a:ext>
                </a:extLst>
              </p:cNvPr>
              <p:cNvSpPr/>
              <p:nvPr/>
            </p:nvSpPr>
            <p:spPr>
              <a:xfrm>
                <a:off x="5277198" y="3215132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6 w 291592"/>
                  <a:gd name="connsiteY3" fmla="*/ 197295 h 236727"/>
                  <a:gd name="connsiteX4" fmla="*/ 60516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96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6" y="197295"/>
                    </a:lnTo>
                    <a:lnTo>
                      <a:pt x="60516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96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4">
                <a:extLst>
                  <a:ext uri="{FF2B5EF4-FFF2-40B4-BE49-F238E27FC236}">
                    <a16:creationId xmlns:a16="http://schemas.microsoft.com/office/drawing/2014/main" id="{9381A76D-16DA-4F25-A7DE-E181A0D7B11F}"/>
                  </a:ext>
                </a:extLst>
              </p:cNvPr>
              <p:cNvSpPr/>
              <p:nvPr/>
            </p:nvSpPr>
            <p:spPr>
              <a:xfrm>
                <a:off x="5009102" y="3215258"/>
                <a:ext cx="236664" cy="236791"/>
              </a:xfrm>
              <a:custGeom>
                <a:avLst/>
                <a:gdLst>
                  <a:gd name="connsiteX0" fmla="*/ 56388 w 236664"/>
                  <a:gd name="connsiteY0" fmla="*/ 90233 h 236791"/>
                  <a:gd name="connsiteX1" fmla="*/ 155003 w 236664"/>
                  <a:gd name="connsiteY1" fmla="*/ 90233 h 236791"/>
                  <a:gd name="connsiteX2" fmla="*/ 174752 w 236664"/>
                  <a:gd name="connsiteY2" fmla="*/ 70485 h 236791"/>
                  <a:gd name="connsiteX3" fmla="*/ 155003 w 236664"/>
                  <a:gd name="connsiteY3" fmla="*/ 50737 h 236791"/>
                  <a:gd name="connsiteX4" fmla="*/ 56388 w 236664"/>
                  <a:gd name="connsiteY4" fmla="*/ 50737 h 236791"/>
                  <a:gd name="connsiteX5" fmla="*/ 56388 w 236664"/>
                  <a:gd name="connsiteY5" fmla="*/ 90170 h 236791"/>
                  <a:gd name="connsiteX6" fmla="*/ 56388 w 236664"/>
                  <a:gd name="connsiteY6" fmla="*/ 186055 h 236791"/>
                  <a:gd name="connsiteX7" fmla="*/ 157861 w 236664"/>
                  <a:gd name="connsiteY7" fmla="*/ 186055 h 236791"/>
                  <a:gd name="connsiteX8" fmla="*/ 180340 w 236664"/>
                  <a:gd name="connsiteY8" fmla="*/ 163449 h 236791"/>
                  <a:gd name="connsiteX9" fmla="*/ 157861 w 236664"/>
                  <a:gd name="connsiteY9" fmla="*/ 140907 h 236791"/>
                  <a:gd name="connsiteX10" fmla="*/ 56324 w 236664"/>
                  <a:gd name="connsiteY10" fmla="*/ 140907 h 236791"/>
                  <a:gd name="connsiteX11" fmla="*/ 56324 w 236664"/>
                  <a:gd name="connsiteY11" fmla="*/ 186055 h 236791"/>
                  <a:gd name="connsiteX12" fmla="*/ 214947 w 236664"/>
                  <a:gd name="connsiteY12" fmla="*/ 113411 h 236791"/>
                  <a:gd name="connsiteX13" fmla="*/ 236664 w 236664"/>
                  <a:gd name="connsiteY13" fmla="*/ 164910 h 236791"/>
                  <a:gd name="connsiteX14" fmla="*/ 164909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25 h 236791"/>
                  <a:gd name="connsiteX19" fmla="*/ 214884 w 236664"/>
                  <a:gd name="connsiteY19" fmla="*/ 113411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233"/>
                    </a:moveTo>
                    <a:lnTo>
                      <a:pt x="155003" y="90233"/>
                    </a:lnTo>
                    <a:cubicBezTo>
                      <a:pt x="165925" y="90233"/>
                      <a:pt x="174752" y="81407"/>
                      <a:pt x="174752" y="70485"/>
                    </a:cubicBezTo>
                    <a:cubicBezTo>
                      <a:pt x="174752" y="59563"/>
                      <a:pt x="165862" y="50737"/>
                      <a:pt x="155003" y="50737"/>
                    </a:cubicBezTo>
                    <a:lnTo>
                      <a:pt x="56388" y="50737"/>
                    </a:lnTo>
                    <a:cubicBezTo>
                      <a:pt x="56388" y="50737"/>
                      <a:pt x="56388" y="90170"/>
                      <a:pt x="56388" y="90170"/>
                    </a:cubicBezTo>
                    <a:close/>
                    <a:moveTo>
                      <a:pt x="56388" y="186055"/>
                    </a:moveTo>
                    <a:lnTo>
                      <a:pt x="157861" y="186055"/>
                    </a:lnTo>
                    <a:cubicBezTo>
                      <a:pt x="170307" y="186055"/>
                      <a:pt x="180340" y="175958"/>
                      <a:pt x="180340" y="163449"/>
                    </a:cubicBezTo>
                    <a:cubicBezTo>
                      <a:pt x="180340" y="150939"/>
                      <a:pt x="170307" y="140907"/>
                      <a:pt x="157861" y="140907"/>
                    </a:cubicBezTo>
                    <a:lnTo>
                      <a:pt x="56324" y="140907"/>
                    </a:lnTo>
                    <a:lnTo>
                      <a:pt x="56324" y="186055"/>
                    </a:lnTo>
                    <a:close/>
                    <a:moveTo>
                      <a:pt x="214947" y="113411"/>
                    </a:moveTo>
                    <a:cubicBezTo>
                      <a:pt x="228346" y="126492"/>
                      <a:pt x="236664" y="144717"/>
                      <a:pt x="236664" y="164910"/>
                    </a:cubicBezTo>
                    <a:cubicBezTo>
                      <a:pt x="236664" y="204533"/>
                      <a:pt x="204533" y="236728"/>
                      <a:pt x="164909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79" y="64"/>
                      <a:pt x="231077" y="30988"/>
                      <a:pt x="231077" y="69025"/>
                    </a:cubicBezTo>
                    <a:cubicBezTo>
                      <a:pt x="231077" y="85915"/>
                      <a:pt x="224980" y="101410"/>
                      <a:pt x="214884" y="1134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85">
                <a:extLst>
                  <a:ext uri="{FF2B5EF4-FFF2-40B4-BE49-F238E27FC236}">
                    <a16:creationId xmlns:a16="http://schemas.microsoft.com/office/drawing/2014/main" id="{673EB24F-33A2-4B3C-994F-C4AE079B9AC3}"/>
                  </a:ext>
                </a:extLst>
              </p:cNvPr>
              <p:cNvSpPr/>
              <p:nvPr/>
            </p:nvSpPr>
            <p:spPr>
              <a:xfrm>
                <a:off x="5583586" y="3502596"/>
                <a:ext cx="214185" cy="236727"/>
              </a:xfrm>
              <a:custGeom>
                <a:avLst/>
                <a:gdLst>
                  <a:gd name="connsiteX0" fmla="*/ 214186 w 214185"/>
                  <a:gd name="connsiteY0" fmla="*/ 0 h 236727"/>
                  <a:gd name="connsiteX1" fmla="*/ 214186 w 214185"/>
                  <a:gd name="connsiteY1" fmla="*/ 50736 h 236727"/>
                  <a:gd name="connsiteX2" fmla="*/ 56388 w 214185"/>
                  <a:gd name="connsiteY2" fmla="*/ 50736 h 236727"/>
                  <a:gd name="connsiteX3" fmla="*/ 56388 w 214185"/>
                  <a:gd name="connsiteY3" fmla="*/ 90233 h 236727"/>
                  <a:gd name="connsiteX4" fmla="*/ 208534 w 214185"/>
                  <a:gd name="connsiteY4" fmla="*/ 90170 h 236727"/>
                  <a:gd name="connsiteX5" fmla="*/ 208534 w 214185"/>
                  <a:gd name="connsiteY5" fmla="*/ 140907 h 236727"/>
                  <a:gd name="connsiteX6" fmla="*/ 56388 w 214185"/>
                  <a:gd name="connsiteY6" fmla="*/ 140907 h 236727"/>
                  <a:gd name="connsiteX7" fmla="*/ 56388 w 214185"/>
                  <a:gd name="connsiteY7" fmla="*/ 185991 h 236727"/>
                  <a:gd name="connsiteX8" fmla="*/ 214186 w 214185"/>
                  <a:gd name="connsiteY8" fmla="*/ 185991 h 236727"/>
                  <a:gd name="connsiteX9" fmla="*/ 214186 w 214185"/>
                  <a:gd name="connsiteY9" fmla="*/ 236728 h 236727"/>
                  <a:gd name="connsiteX10" fmla="*/ 0 w 214185"/>
                  <a:gd name="connsiteY10" fmla="*/ 236728 h 236727"/>
                  <a:gd name="connsiteX11" fmla="*/ 0 w 214185"/>
                  <a:gd name="connsiteY11" fmla="*/ 0 h 236727"/>
                  <a:gd name="connsiteX12" fmla="*/ 214186 w 214185"/>
                  <a:gd name="connsiteY12" fmla="*/ 0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727">
                    <a:moveTo>
                      <a:pt x="214186" y="0"/>
                    </a:moveTo>
                    <a:lnTo>
                      <a:pt x="214186" y="50736"/>
                    </a:lnTo>
                    <a:lnTo>
                      <a:pt x="56388" y="50736"/>
                    </a:lnTo>
                    <a:lnTo>
                      <a:pt x="56388" y="90233"/>
                    </a:lnTo>
                    <a:lnTo>
                      <a:pt x="208534" y="90170"/>
                    </a:lnTo>
                    <a:lnTo>
                      <a:pt x="208534" y="140907"/>
                    </a:lnTo>
                    <a:lnTo>
                      <a:pt x="56388" y="140907"/>
                    </a:lnTo>
                    <a:lnTo>
                      <a:pt x="56388" y="185991"/>
                    </a:lnTo>
                    <a:lnTo>
                      <a:pt x="214186" y="185991"/>
                    </a:lnTo>
                    <a:lnTo>
                      <a:pt x="214186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86">
                <a:extLst>
                  <a:ext uri="{FF2B5EF4-FFF2-40B4-BE49-F238E27FC236}">
                    <a16:creationId xmlns:a16="http://schemas.microsoft.com/office/drawing/2014/main" id="{3F74F269-B25F-45EB-B140-1C90A8E110A2}"/>
                  </a:ext>
                </a:extLst>
              </p:cNvPr>
              <p:cNvSpPr/>
              <p:nvPr/>
            </p:nvSpPr>
            <p:spPr>
              <a:xfrm>
                <a:off x="5583522" y="3795648"/>
                <a:ext cx="256540" cy="236728"/>
              </a:xfrm>
              <a:custGeom>
                <a:avLst/>
                <a:gdLst>
                  <a:gd name="connsiteX0" fmla="*/ 174688 w 256540"/>
                  <a:gd name="connsiteY0" fmla="*/ 73342 h 236728"/>
                  <a:gd name="connsiteX1" fmla="*/ 152337 w 256540"/>
                  <a:gd name="connsiteY1" fmla="*/ 50800 h 236728"/>
                  <a:gd name="connsiteX2" fmla="*/ 56388 w 256540"/>
                  <a:gd name="connsiteY2" fmla="*/ 50800 h 236728"/>
                  <a:gd name="connsiteX3" fmla="*/ 56388 w 256540"/>
                  <a:gd name="connsiteY3" fmla="*/ 95885 h 236728"/>
                  <a:gd name="connsiteX4" fmla="*/ 152337 w 256540"/>
                  <a:gd name="connsiteY4" fmla="*/ 95885 h 236728"/>
                  <a:gd name="connsiteX5" fmla="*/ 174688 w 256540"/>
                  <a:gd name="connsiteY5" fmla="*/ 73406 h 236728"/>
                  <a:gd name="connsiteX6" fmla="*/ 63 w 256540"/>
                  <a:gd name="connsiteY6" fmla="*/ 236728 h 236728"/>
                  <a:gd name="connsiteX7" fmla="*/ 63 w 256540"/>
                  <a:gd name="connsiteY7" fmla="*/ 0 h 236728"/>
                  <a:gd name="connsiteX8" fmla="*/ 158178 w 256540"/>
                  <a:gd name="connsiteY8" fmla="*/ 0 h 236728"/>
                  <a:gd name="connsiteX9" fmla="*/ 231013 w 256540"/>
                  <a:gd name="connsiteY9" fmla="*/ 73342 h 236728"/>
                  <a:gd name="connsiteX10" fmla="*/ 185420 w 256540"/>
                  <a:gd name="connsiteY10" fmla="*/ 141288 h 236728"/>
                  <a:gd name="connsiteX11" fmla="*/ 256540 w 256540"/>
                  <a:gd name="connsiteY11" fmla="*/ 236665 h 236728"/>
                  <a:gd name="connsiteX12" fmla="*/ 188849 w 256540"/>
                  <a:gd name="connsiteY12" fmla="*/ 236665 h 236728"/>
                  <a:gd name="connsiteX13" fmla="*/ 121222 w 256540"/>
                  <a:gd name="connsiteY13" fmla="*/ 146495 h 236728"/>
                  <a:gd name="connsiteX14" fmla="*/ 56388 w 256540"/>
                  <a:gd name="connsiteY14" fmla="*/ 146495 h 236728"/>
                  <a:gd name="connsiteX15" fmla="*/ 56388 w 256540"/>
                  <a:gd name="connsiteY15" fmla="*/ 236665 h 236728"/>
                  <a:gd name="connsiteX16" fmla="*/ 0 w 256540"/>
                  <a:gd name="connsiteY16" fmla="*/ 236665 h 236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6540" h="236728">
                    <a:moveTo>
                      <a:pt x="174688" y="73342"/>
                    </a:moveTo>
                    <a:cubicBezTo>
                      <a:pt x="174688" y="60897"/>
                      <a:pt x="164719" y="50864"/>
                      <a:pt x="152337" y="50800"/>
                    </a:cubicBezTo>
                    <a:lnTo>
                      <a:pt x="56388" y="50800"/>
                    </a:lnTo>
                    <a:lnTo>
                      <a:pt x="56388" y="95885"/>
                    </a:lnTo>
                    <a:lnTo>
                      <a:pt x="152337" y="95885"/>
                    </a:lnTo>
                    <a:cubicBezTo>
                      <a:pt x="164719" y="95758"/>
                      <a:pt x="174688" y="85725"/>
                      <a:pt x="174688" y="73406"/>
                    </a:cubicBezTo>
                    <a:close/>
                    <a:moveTo>
                      <a:pt x="63" y="236728"/>
                    </a:moveTo>
                    <a:lnTo>
                      <a:pt x="63" y="0"/>
                    </a:lnTo>
                    <a:lnTo>
                      <a:pt x="158178" y="0"/>
                    </a:lnTo>
                    <a:cubicBezTo>
                      <a:pt x="198438" y="254"/>
                      <a:pt x="231013" y="33020"/>
                      <a:pt x="231013" y="73342"/>
                    </a:cubicBezTo>
                    <a:cubicBezTo>
                      <a:pt x="231013" y="104013"/>
                      <a:pt x="212153" y="130366"/>
                      <a:pt x="185420" y="141288"/>
                    </a:cubicBezTo>
                    <a:lnTo>
                      <a:pt x="256540" y="236665"/>
                    </a:lnTo>
                    <a:lnTo>
                      <a:pt x="188849" y="236665"/>
                    </a:lnTo>
                    <a:lnTo>
                      <a:pt x="121222" y="146495"/>
                    </a:lnTo>
                    <a:lnTo>
                      <a:pt x="56388" y="146495"/>
                    </a:lnTo>
                    <a:lnTo>
                      <a:pt x="56388" y="236665"/>
                    </a:lnTo>
                    <a:lnTo>
                      <a:pt x="0" y="236665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82" name="Freeform: Shape 76">
              <a:extLst>
                <a:ext uri="{FF2B5EF4-FFF2-40B4-BE49-F238E27FC236}">
                  <a16:creationId xmlns:a16="http://schemas.microsoft.com/office/drawing/2014/main" id="{52578D44-E025-4327-B342-6F561381986D}"/>
                </a:ext>
              </a:extLst>
            </p:cNvPr>
            <p:cNvSpPr/>
            <p:nvPr/>
          </p:nvSpPr>
          <p:spPr>
            <a:xfrm>
              <a:off x="4836699" y="2481643"/>
              <a:ext cx="1709864" cy="1605470"/>
            </a:xfrm>
            <a:custGeom>
              <a:avLst/>
              <a:gdLst>
                <a:gd name="connsiteX0" fmla="*/ 1708150 w 1709864"/>
                <a:gd name="connsiteY0" fmla="*/ 802767 h 1605470"/>
                <a:gd name="connsiteX1" fmla="*/ 854075 w 1709864"/>
                <a:gd name="connsiteY1" fmla="*/ 0 h 1605470"/>
                <a:gd name="connsiteX2" fmla="*/ 0 w 1709864"/>
                <a:gd name="connsiteY2" fmla="*/ 802767 h 1605470"/>
                <a:gd name="connsiteX3" fmla="*/ 4890 w 1709864"/>
                <a:gd name="connsiteY3" fmla="*/ 856171 h 1605470"/>
                <a:gd name="connsiteX4" fmla="*/ 165100 w 1709864"/>
                <a:gd name="connsiteY4" fmla="*/ 1257300 h 1605470"/>
                <a:gd name="connsiteX5" fmla="*/ 854075 w 1709864"/>
                <a:gd name="connsiteY5" fmla="*/ 1605471 h 1605470"/>
                <a:gd name="connsiteX6" fmla="*/ 106235 w 1709864"/>
                <a:gd name="connsiteY6" fmla="*/ 908748 h 1605470"/>
                <a:gd name="connsiteX7" fmla="*/ 104331 w 1709864"/>
                <a:gd name="connsiteY7" fmla="*/ 855726 h 1605470"/>
                <a:gd name="connsiteX8" fmla="*/ 106235 w 1709864"/>
                <a:gd name="connsiteY8" fmla="*/ 802703 h 1605470"/>
                <a:gd name="connsiteX9" fmla="*/ 854075 w 1709864"/>
                <a:gd name="connsiteY9" fmla="*/ 105982 h 1605470"/>
                <a:gd name="connsiteX10" fmla="*/ 1543114 w 1709864"/>
                <a:gd name="connsiteY10" fmla="*/ 454279 h 1605470"/>
                <a:gd name="connsiteX11" fmla="*/ 1703261 w 1709864"/>
                <a:gd name="connsiteY11" fmla="*/ 856107 h 1605470"/>
                <a:gd name="connsiteX12" fmla="*/ 1708150 w 1709864"/>
                <a:gd name="connsiteY12" fmla="*/ 908685 h 1605470"/>
                <a:gd name="connsiteX13" fmla="*/ 1709864 w 1709864"/>
                <a:gd name="connsiteY13" fmla="*/ 855663 h 1605470"/>
                <a:gd name="connsiteX14" fmla="*/ 1708150 w 1709864"/>
                <a:gd name="connsiteY14" fmla="*/ 802640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08150" y="802767"/>
                  </a:moveTo>
                  <a:cubicBezTo>
                    <a:pt x="1680782" y="354838"/>
                    <a:pt x="1308862" y="0"/>
                    <a:pt x="854075" y="0"/>
                  </a:cubicBezTo>
                  <a:cubicBezTo>
                    <a:pt x="399288" y="0"/>
                    <a:pt x="27368" y="354838"/>
                    <a:pt x="0" y="802767"/>
                  </a:cubicBezTo>
                  <a:cubicBezTo>
                    <a:pt x="1080" y="820738"/>
                    <a:pt x="2731" y="838581"/>
                    <a:pt x="4890" y="856171"/>
                  </a:cubicBezTo>
                  <a:cubicBezTo>
                    <a:pt x="23368" y="1005141"/>
                    <a:pt x="80201" y="1142238"/>
                    <a:pt x="165100" y="1257300"/>
                  </a:cubicBezTo>
                  <a:cubicBezTo>
                    <a:pt x="320929" y="1468501"/>
                    <a:pt x="571500" y="1605471"/>
                    <a:pt x="854075" y="1605471"/>
                  </a:cubicBezTo>
                  <a:cubicBezTo>
                    <a:pt x="458470" y="1605471"/>
                    <a:pt x="133541" y="1297496"/>
                    <a:pt x="106235" y="908748"/>
                  </a:cubicBezTo>
                  <a:cubicBezTo>
                    <a:pt x="105029" y="891222"/>
                    <a:pt x="104331" y="873570"/>
                    <a:pt x="104331" y="855726"/>
                  </a:cubicBezTo>
                  <a:cubicBezTo>
                    <a:pt x="104331" y="837883"/>
                    <a:pt x="105029" y="820229"/>
                    <a:pt x="106235" y="802703"/>
                  </a:cubicBezTo>
                  <a:cubicBezTo>
                    <a:pt x="133541" y="413957"/>
                    <a:pt x="458470" y="105982"/>
                    <a:pt x="854075" y="105982"/>
                  </a:cubicBezTo>
                  <a:cubicBezTo>
                    <a:pt x="1136714" y="105982"/>
                    <a:pt x="1387285" y="243014"/>
                    <a:pt x="1543114" y="454279"/>
                  </a:cubicBezTo>
                  <a:cubicBezTo>
                    <a:pt x="1628140" y="569532"/>
                    <a:pt x="1684846" y="706882"/>
                    <a:pt x="1703261" y="856107"/>
                  </a:cubicBezTo>
                  <a:cubicBezTo>
                    <a:pt x="1705420" y="873506"/>
                    <a:pt x="1707071" y="891032"/>
                    <a:pt x="1708150" y="908685"/>
                  </a:cubicBezTo>
                  <a:cubicBezTo>
                    <a:pt x="1709230" y="891159"/>
                    <a:pt x="1709864" y="873442"/>
                    <a:pt x="1709864" y="855663"/>
                  </a:cubicBezTo>
                  <a:cubicBezTo>
                    <a:pt x="1709864" y="837883"/>
                    <a:pt x="1709230" y="820166"/>
                    <a:pt x="1708150" y="802640"/>
                  </a:cubicBezTo>
                </a:path>
              </a:pathLst>
            </a:custGeom>
            <a:solidFill>
              <a:srgbClr val="89D32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77">
              <a:extLst>
                <a:ext uri="{FF2B5EF4-FFF2-40B4-BE49-F238E27FC236}">
                  <a16:creationId xmlns:a16="http://schemas.microsoft.com/office/drawing/2014/main" id="{DFF44304-3AE5-4F7C-B995-7723FB44DAB2}"/>
                </a:ext>
              </a:extLst>
            </p:cNvPr>
            <p:cNvSpPr/>
            <p:nvPr/>
          </p:nvSpPr>
          <p:spPr>
            <a:xfrm>
              <a:off x="4834985" y="2587751"/>
              <a:ext cx="1709864" cy="1605470"/>
            </a:xfrm>
            <a:custGeom>
              <a:avLst/>
              <a:gdLst>
                <a:gd name="connsiteX0" fmla="*/ 1714 w 1709864"/>
                <a:gd name="connsiteY0" fmla="*/ 802704 h 1605470"/>
                <a:gd name="connsiteX1" fmla="*/ 855790 w 1709864"/>
                <a:gd name="connsiteY1" fmla="*/ 1605470 h 1605470"/>
                <a:gd name="connsiteX2" fmla="*/ 1709865 w 1709864"/>
                <a:gd name="connsiteY2" fmla="*/ 802704 h 1605470"/>
                <a:gd name="connsiteX3" fmla="*/ 1704975 w 1709864"/>
                <a:gd name="connsiteY3" fmla="*/ 749300 h 1605470"/>
                <a:gd name="connsiteX4" fmla="*/ 1544765 w 1709864"/>
                <a:gd name="connsiteY4" fmla="*/ 348171 h 1605470"/>
                <a:gd name="connsiteX5" fmla="*/ 855790 w 1709864"/>
                <a:gd name="connsiteY5" fmla="*/ 0 h 1605470"/>
                <a:gd name="connsiteX6" fmla="*/ 1603629 w 1709864"/>
                <a:gd name="connsiteY6" fmla="*/ 696722 h 1605470"/>
                <a:gd name="connsiteX7" fmla="*/ 1605534 w 1709864"/>
                <a:gd name="connsiteY7" fmla="*/ 749745 h 1605470"/>
                <a:gd name="connsiteX8" fmla="*/ 1603629 w 1709864"/>
                <a:gd name="connsiteY8" fmla="*/ 802767 h 1605470"/>
                <a:gd name="connsiteX9" fmla="*/ 855790 w 1709864"/>
                <a:gd name="connsiteY9" fmla="*/ 1499489 h 1605470"/>
                <a:gd name="connsiteX10" fmla="*/ 166751 w 1709864"/>
                <a:gd name="connsiteY10" fmla="*/ 1151192 h 1605470"/>
                <a:gd name="connsiteX11" fmla="*/ 6604 w 1709864"/>
                <a:gd name="connsiteY11" fmla="*/ 749364 h 1605470"/>
                <a:gd name="connsiteX12" fmla="*/ 1714 w 1709864"/>
                <a:gd name="connsiteY12" fmla="*/ 696786 h 1605470"/>
                <a:gd name="connsiteX13" fmla="*/ 0 w 1709864"/>
                <a:gd name="connsiteY13" fmla="*/ 749808 h 1605470"/>
                <a:gd name="connsiteX14" fmla="*/ 1714 w 1709864"/>
                <a:gd name="connsiteY14" fmla="*/ 802831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14" y="802704"/>
                  </a:moveTo>
                  <a:cubicBezTo>
                    <a:pt x="29083" y="1250632"/>
                    <a:pt x="401003" y="1605470"/>
                    <a:pt x="855790" y="1605470"/>
                  </a:cubicBezTo>
                  <a:cubicBezTo>
                    <a:pt x="1310577" y="1605470"/>
                    <a:pt x="1682496" y="1250632"/>
                    <a:pt x="1709865" y="802704"/>
                  </a:cubicBezTo>
                  <a:cubicBezTo>
                    <a:pt x="1708785" y="784733"/>
                    <a:pt x="1707134" y="766889"/>
                    <a:pt x="1704975" y="749300"/>
                  </a:cubicBezTo>
                  <a:cubicBezTo>
                    <a:pt x="1686497" y="600329"/>
                    <a:pt x="1629728" y="463233"/>
                    <a:pt x="1544765" y="348171"/>
                  </a:cubicBezTo>
                  <a:cubicBezTo>
                    <a:pt x="1388935" y="136970"/>
                    <a:pt x="1138365" y="0"/>
                    <a:pt x="855790" y="0"/>
                  </a:cubicBezTo>
                  <a:cubicBezTo>
                    <a:pt x="1251394" y="0"/>
                    <a:pt x="1576324" y="307975"/>
                    <a:pt x="1603629" y="696722"/>
                  </a:cubicBezTo>
                  <a:cubicBezTo>
                    <a:pt x="1604835" y="714248"/>
                    <a:pt x="1605534" y="731901"/>
                    <a:pt x="1605534" y="749745"/>
                  </a:cubicBezTo>
                  <a:cubicBezTo>
                    <a:pt x="1605534" y="767588"/>
                    <a:pt x="1604835" y="785241"/>
                    <a:pt x="1603629" y="802767"/>
                  </a:cubicBezTo>
                  <a:cubicBezTo>
                    <a:pt x="1576324" y="1191514"/>
                    <a:pt x="1251394" y="1499489"/>
                    <a:pt x="855790" y="1499489"/>
                  </a:cubicBezTo>
                  <a:cubicBezTo>
                    <a:pt x="573151" y="1499489"/>
                    <a:pt x="322580" y="1362456"/>
                    <a:pt x="166751" y="1151192"/>
                  </a:cubicBezTo>
                  <a:cubicBezTo>
                    <a:pt x="81725" y="1035939"/>
                    <a:pt x="25019" y="898589"/>
                    <a:pt x="6604" y="749364"/>
                  </a:cubicBezTo>
                  <a:cubicBezTo>
                    <a:pt x="4445" y="731964"/>
                    <a:pt x="2794" y="714439"/>
                    <a:pt x="1714" y="696786"/>
                  </a:cubicBezTo>
                  <a:cubicBezTo>
                    <a:pt x="635" y="714312"/>
                    <a:pt x="0" y="731964"/>
                    <a:pt x="0" y="749808"/>
                  </a:cubicBezTo>
                  <a:cubicBezTo>
                    <a:pt x="0" y="767651"/>
                    <a:pt x="635" y="785305"/>
                    <a:pt x="1714" y="802831"/>
                  </a:cubicBezTo>
                </a:path>
              </a:pathLst>
            </a:custGeom>
            <a:solidFill>
              <a:srgbClr val="00BC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98" name="Freihandform: Form 97">
            <a:extLst>
              <a:ext uri="{FF2B5EF4-FFF2-40B4-BE49-F238E27FC236}">
                <a16:creationId xmlns:a16="http://schemas.microsoft.com/office/drawing/2014/main" id="{6311E265-28CC-41AD-A768-DC0CFB536DC8}"/>
              </a:ext>
            </a:extLst>
          </p:cNvPr>
          <p:cNvSpPr/>
          <p:nvPr userDrawn="1"/>
        </p:nvSpPr>
        <p:spPr bwMode="gray">
          <a:xfrm>
            <a:off x="10629233" y="0"/>
            <a:ext cx="1561181" cy="6858001"/>
          </a:xfrm>
          <a:custGeom>
            <a:avLst/>
            <a:gdLst>
              <a:gd name="connsiteX0" fmla="*/ 1291980 w 1561181"/>
              <a:gd name="connsiteY0" fmla="*/ 0 h 6858001"/>
              <a:gd name="connsiteX1" fmla="*/ 1561181 w 1561181"/>
              <a:gd name="connsiteY1" fmla="*/ 0 h 6858001"/>
              <a:gd name="connsiteX2" fmla="*/ 1561181 w 1561181"/>
              <a:gd name="connsiteY2" fmla="*/ 6858001 h 6858001"/>
              <a:gd name="connsiteX3" fmla="*/ 0 w 1561181"/>
              <a:gd name="connsiteY3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61181" h="6858001">
                <a:moveTo>
                  <a:pt x="1291980" y="0"/>
                </a:moveTo>
                <a:lnTo>
                  <a:pt x="1561181" y="0"/>
                </a:lnTo>
                <a:lnTo>
                  <a:pt x="1561181" y="6858001"/>
                </a:lnTo>
                <a:lnTo>
                  <a:pt x="0" y="6858001"/>
                </a:lnTo>
                <a:close/>
              </a:path>
            </a:pathLst>
          </a:custGeom>
          <a:solidFill>
            <a:srgbClr val="10384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de-DE" sz="1800" b="0" i="0" u="none" baseline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67A9FE6-D880-6DBF-8406-9E4788C028F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0164" y="557911"/>
            <a:ext cx="3577907" cy="2221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3A543F-80DD-AAE8-5C04-99921AEAA4B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931523" y="2991925"/>
            <a:ext cx="3324628" cy="967829"/>
          </a:xfrm>
        </p:spPr>
        <p:txBody>
          <a:bodyPr wrap="none" anchor="t">
            <a:spAutoFit/>
          </a:bodyPr>
          <a:lstStyle>
            <a:lvl1pPr>
              <a:lnSpc>
                <a:spcPct val="70000"/>
              </a:lnSpc>
              <a:defRPr sz="8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C02E025F-9CE4-577C-F5DE-BB1540CCE8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47597" y="3532194"/>
            <a:ext cx="2429933" cy="1160462"/>
          </a:xfrm>
        </p:spPr>
        <p:txBody>
          <a:bodyPr/>
          <a:lstStyle>
            <a:lvl1pPr>
              <a:defRPr sz="8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you!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88837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 xmlns:asvg="http://schemas.microsoft.com/office/drawing/2016/SVG/main" xmlns:a16="http://schemas.microsoft.com/office/drawing/2014/main" xmlns:a14="http://schemas.microsoft.com/office/drawing/2010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hteck 92">
            <a:extLst>
              <a:ext uri="{FF2B5EF4-FFF2-40B4-BE49-F238E27FC236}">
                <a16:creationId xmlns:a16="http://schemas.microsoft.com/office/drawing/2014/main" id="{A81E6FCD-A803-4A71-B5F0-B0130ECB9CBE}"/>
              </a:ext>
            </a:extLst>
          </p:cNvPr>
          <p:cNvSpPr/>
          <p:nvPr userDrawn="1"/>
        </p:nvSpPr>
        <p:spPr bwMode="gray">
          <a:xfrm flipH="1" flipV="1">
            <a:off x="-2" y="-7"/>
            <a:ext cx="12190411" cy="6858002"/>
          </a:xfrm>
          <a:prstGeom prst="rect">
            <a:avLst/>
          </a:prstGeom>
          <a:gradFill>
            <a:gsLst>
              <a:gs pos="37000">
                <a:srgbClr val="229198"/>
              </a:gs>
              <a:gs pos="89000">
                <a:srgbClr val="6EC246"/>
              </a:gs>
              <a:gs pos="22000">
                <a:srgbClr val="007BBF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98" name="Freihandform: Form 97">
            <a:extLst>
              <a:ext uri="{FF2B5EF4-FFF2-40B4-BE49-F238E27FC236}">
                <a16:creationId xmlns:a16="http://schemas.microsoft.com/office/drawing/2014/main" id="{6311E265-28CC-41AD-A768-DC0CFB536DC8}"/>
              </a:ext>
            </a:extLst>
          </p:cNvPr>
          <p:cNvSpPr/>
          <p:nvPr userDrawn="1"/>
        </p:nvSpPr>
        <p:spPr bwMode="gray">
          <a:xfrm>
            <a:off x="10629233" y="0"/>
            <a:ext cx="1561181" cy="6858001"/>
          </a:xfrm>
          <a:custGeom>
            <a:avLst/>
            <a:gdLst>
              <a:gd name="connsiteX0" fmla="*/ 1291980 w 1561181"/>
              <a:gd name="connsiteY0" fmla="*/ 0 h 6858001"/>
              <a:gd name="connsiteX1" fmla="*/ 1561181 w 1561181"/>
              <a:gd name="connsiteY1" fmla="*/ 0 h 6858001"/>
              <a:gd name="connsiteX2" fmla="*/ 1561181 w 1561181"/>
              <a:gd name="connsiteY2" fmla="*/ 6858001 h 6858001"/>
              <a:gd name="connsiteX3" fmla="*/ 0 w 1561181"/>
              <a:gd name="connsiteY3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61181" h="6858001">
                <a:moveTo>
                  <a:pt x="1291980" y="0"/>
                </a:moveTo>
                <a:lnTo>
                  <a:pt x="1561181" y="0"/>
                </a:lnTo>
                <a:lnTo>
                  <a:pt x="1561181" y="6858001"/>
                </a:lnTo>
                <a:lnTo>
                  <a:pt x="0" y="6858001"/>
                </a:lnTo>
                <a:close/>
              </a:path>
            </a:pathLst>
          </a:custGeom>
          <a:solidFill>
            <a:srgbClr val="10384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de-DE" sz="1800" b="0" i="0" u="none" baseline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85E6D4E-6B9F-A418-8578-7A32C2E212E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931523" y="2991925"/>
            <a:ext cx="3324628" cy="967829"/>
          </a:xfrm>
        </p:spPr>
        <p:txBody>
          <a:bodyPr wrap="none" anchor="t">
            <a:spAutoFit/>
          </a:bodyPr>
          <a:lstStyle>
            <a:lvl1pPr>
              <a:lnSpc>
                <a:spcPct val="70000"/>
              </a:lnSpc>
              <a:defRPr sz="8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5D267CFD-587F-A176-9E96-9980EA54C13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47597" y="3532194"/>
            <a:ext cx="2429933" cy="1160462"/>
          </a:xfrm>
        </p:spPr>
        <p:txBody>
          <a:bodyPr/>
          <a:lstStyle>
            <a:lvl1pPr>
              <a:defRPr sz="8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you!</a:t>
            </a:r>
            <a:endParaRPr lang="de-DE" dirty="0"/>
          </a:p>
        </p:txBody>
      </p:sp>
      <p:pic>
        <p:nvPicPr>
          <p:cNvPr id="9" name="Picture 12" descr="A green and black gradient&#10;&#10;Description automatically generated">
            <a:extLst>
              <a:ext uri="{FF2B5EF4-FFF2-40B4-BE49-F238E27FC236}">
                <a16:creationId xmlns:a16="http://schemas.microsoft.com/office/drawing/2014/main" id="{4EAD4BA8-B34E-B7A8-D354-3B042C3F4B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72" t="62" b="62"/>
          <a:stretch>
            <a:fillRect/>
          </a:stretch>
        </p:blipFill>
        <p:spPr>
          <a:xfrm>
            <a:off x="1" y="0"/>
            <a:ext cx="4101146" cy="6858000"/>
          </a:xfrm>
          <a:custGeom>
            <a:avLst/>
            <a:gdLst>
              <a:gd name="connsiteX0" fmla="*/ 0 w 4101146"/>
              <a:gd name="connsiteY0" fmla="*/ 0 h 6858000"/>
              <a:gd name="connsiteX1" fmla="*/ 4101146 w 4101146"/>
              <a:gd name="connsiteY1" fmla="*/ 0 h 6858000"/>
              <a:gd name="connsiteX2" fmla="*/ 4101146 w 4101146"/>
              <a:gd name="connsiteY2" fmla="*/ 6858000 h 6858000"/>
              <a:gd name="connsiteX3" fmla="*/ 0 w 410114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01146" h="6858000">
                <a:moveTo>
                  <a:pt x="0" y="0"/>
                </a:moveTo>
                <a:lnTo>
                  <a:pt x="4101146" y="0"/>
                </a:lnTo>
                <a:lnTo>
                  <a:pt x="410114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10" name="Graphic 5">
            <a:extLst>
              <a:ext uri="{FF2B5EF4-FFF2-40B4-BE49-F238E27FC236}">
                <a16:creationId xmlns:a16="http://schemas.microsoft.com/office/drawing/2014/main" id="{FEB853ED-CC56-6E8F-9AB2-E8B0C6345733}"/>
              </a:ext>
            </a:extLst>
          </p:cNvPr>
          <p:cNvGrpSpPr/>
          <p:nvPr userDrawn="1"/>
        </p:nvGrpSpPr>
        <p:grpSpPr>
          <a:xfrm>
            <a:off x="757872" y="2481643"/>
            <a:ext cx="1711578" cy="1711578"/>
            <a:chOff x="4834985" y="2481643"/>
            <a:chExt cx="1711578" cy="1711578"/>
          </a:xfrm>
        </p:grpSpPr>
        <p:grpSp>
          <p:nvGrpSpPr>
            <p:cNvPr id="11" name="Graphic 5">
              <a:extLst>
                <a:ext uri="{FF2B5EF4-FFF2-40B4-BE49-F238E27FC236}">
                  <a16:creationId xmlns:a16="http://schemas.microsoft.com/office/drawing/2014/main" id="{39D95948-3F5F-2FB0-0426-261A87792201}"/>
                </a:ext>
              </a:extLst>
            </p:cNvPr>
            <p:cNvGrpSpPr/>
            <p:nvPr/>
          </p:nvGrpSpPr>
          <p:grpSpPr>
            <a:xfrm>
              <a:off x="5009102" y="2645727"/>
              <a:ext cx="1385188" cy="1386649"/>
              <a:chOff x="5009102" y="2645727"/>
              <a:chExt cx="1385188" cy="1386649"/>
            </a:xfrm>
            <a:solidFill>
              <a:srgbClr val="FFFFFF"/>
            </a:solidFill>
          </p:grpSpPr>
          <p:sp>
            <p:nvSpPr>
              <p:cNvPr id="22" name="Freeform: Shape 78">
                <a:extLst>
                  <a:ext uri="{FF2B5EF4-FFF2-40B4-BE49-F238E27FC236}">
                    <a16:creationId xmlns:a16="http://schemas.microsoft.com/office/drawing/2014/main" id="{18B49CFD-84C9-C5EC-73BA-6A45A2BB7FEE}"/>
                  </a:ext>
                </a:extLst>
              </p:cNvPr>
              <p:cNvSpPr/>
              <p:nvPr/>
            </p:nvSpPr>
            <p:spPr>
              <a:xfrm>
                <a:off x="5583586" y="2645727"/>
                <a:ext cx="236664" cy="236791"/>
              </a:xfrm>
              <a:custGeom>
                <a:avLst/>
                <a:gdLst>
                  <a:gd name="connsiteX0" fmla="*/ 56388 w 236664"/>
                  <a:gd name="connsiteY0" fmla="*/ 90170 h 236791"/>
                  <a:gd name="connsiteX1" fmla="*/ 155004 w 236664"/>
                  <a:gd name="connsiteY1" fmla="*/ 90170 h 236791"/>
                  <a:gd name="connsiteX2" fmla="*/ 174752 w 236664"/>
                  <a:gd name="connsiteY2" fmla="*/ 70421 h 236791"/>
                  <a:gd name="connsiteX3" fmla="*/ 155004 w 236664"/>
                  <a:gd name="connsiteY3" fmla="*/ 50673 h 236791"/>
                  <a:gd name="connsiteX4" fmla="*/ 56388 w 236664"/>
                  <a:gd name="connsiteY4" fmla="*/ 50673 h 236791"/>
                  <a:gd name="connsiteX5" fmla="*/ 56388 w 236664"/>
                  <a:gd name="connsiteY5" fmla="*/ 90170 h 236791"/>
                  <a:gd name="connsiteX6" fmla="*/ 56388 w 236664"/>
                  <a:gd name="connsiteY6" fmla="*/ 185992 h 236791"/>
                  <a:gd name="connsiteX7" fmla="*/ 157924 w 236664"/>
                  <a:gd name="connsiteY7" fmla="*/ 185992 h 236791"/>
                  <a:gd name="connsiteX8" fmla="*/ 180404 w 236664"/>
                  <a:gd name="connsiteY8" fmla="*/ 163386 h 236791"/>
                  <a:gd name="connsiteX9" fmla="*/ 157924 w 236664"/>
                  <a:gd name="connsiteY9" fmla="*/ 140843 h 236791"/>
                  <a:gd name="connsiteX10" fmla="*/ 56388 w 236664"/>
                  <a:gd name="connsiteY10" fmla="*/ 140843 h 236791"/>
                  <a:gd name="connsiteX11" fmla="*/ 56388 w 236664"/>
                  <a:gd name="connsiteY11" fmla="*/ 185928 h 236791"/>
                  <a:gd name="connsiteX12" fmla="*/ 214948 w 236664"/>
                  <a:gd name="connsiteY12" fmla="*/ 113411 h 236791"/>
                  <a:gd name="connsiteX13" fmla="*/ 236665 w 236664"/>
                  <a:gd name="connsiteY13" fmla="*/ 164910 h 236791"/>
                  <a:gd name="connsiteX14" fmla="*/ 164910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88 h 236791"/>
                  <a:gd name="connsiteX19" fmla="*/ 214948 w 236664"/>
                  <a:gd name="connsiteY19" fmla="*/ 113474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170"/>
                    </a:moveTo>
                    <a:lnTo>
                      <a:pt x="155004" y="90170"/>
                    </a:lnTo>
                    <a:cubicBezTo>
                      <a:pt x="165862" y="90170"/>
                      <a:pt x="174752" y="81343"/>
                      <a:pt x="174752" y="70421"/>
                    </a:cubicBezTo>
                    <a:cubicBezTo>
                      <a:pt x="174752" y="59499"/>
                      <a:pt x="165862" y="50673"/>
                      <a:pt x="155004" y="50673"/>
                    </a:cubicBezTo>
                    <a:lnTo>
                      <a:pt x="56388" y="50673"/>
                    </a:lnTo>
                    <a:lnTo>
                      <a:pt x="56388" y="90170"/>
                    </a:lnTo>
                    <a:close/>
                    <a:moveTo>
                      <a:pt x="56388" y="185992"/>
                    </a:moveTo>
                    <a:lnTo>
                      <a:pt x="157924" y="185992"/>
                    </a:lnTo>
                    <a:cubicBezTo>
                      <a:pt x="170371" y="185992"/>
                      <a:pt x="180404" y="175895"/>
                      <a:pt x="180404" y="163386"/>
                    </a:cubicBezTo>
                    <a:cubicBezTo>
                      <a:pt x="180404" y="150876"/>
                      <a:pt x="170371" y="140843"/>
                      <a:pt x="157924" y="140843"/>
                    </a:cubicBezTo>
                    <a:lnTo>
                      <a:pt x="56388" y="140843"/>
                    </a:lnTo>
                    <a:lnTo>
                      <a:pt x="56388" y="185928"/>
                    </a:lnTo>
                    <a:close/>
                    <a:moveTo>
                      <a:pt x="214948" y="113411"/>
                    </a:moveTo>
                    <a:cubicBezTo>
                      <a:pt x="228346" y="126492"/>
                      <a:pt x="236665" y="144717"/>
                      <a:pt x="236665" y="164910"/>
                    </a:cubicBezTo>
                    <a:cubicBezTo>
                      <a:pt x="236665" y="204533"/>
                      <a:pt x="204534" y="236728"/>
                      <a:pt x="164910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16" y="64"/>
                      <a:pt x="231077" y="30988"/>
                      <a:pt x="231077" y="69088"/>
                    </a:cubicBezTo>
                    <a:cubicBezTo>
                      <a:pt x="231077" y="85979"/>
                      <a:pt x="224980" y="101473"/>
                      <a:pt x="214948" y="1134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79">
                <a:extLst>
                  <a:ext uri="{FF2B5EF4-FFF2-40B4-BE49-F238E27FC236}">
                    <a16:creationId xmlns:a16="http://schemas.microsoft.com/office/drawing/2014/main" id="{7F4D7C9D-491D-0C8F-6063-0E2DB558F364}"/>
                  </a:ext>
                </a:extLst>
              </p:cNvPr>
              <p:cNvSpPr/>
              <p:nvPr/>
            </p:nvSpPr>
            <p:spPr>
              <a:xfrm>
                <a:off x="5544914" y="2927667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5 w 291592"/>
                  <a:gd name="connsiteY3" fmla="*/ 197295 h 236727"/>
                  <a:gd name="connsiteX4" fmla="*/ 60515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33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5" y="197295"/>
                    </a:lnTo>
                    <a:lnTo>
                      <a:pt x="60515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33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80">
                <a:extLst>
                  <a:ext uri="{FF2B5EF4-FFF2-40B4-BE49-F238E27FC236}">
                    <a16:creationId xmlns:a16="http://schemas.microsoft.com/office/drawing/2014/main" id="{24215BF9-4450-4ACF-C961-3E11A7568BAD}"/>
                  </a:ext>
                </a:extLst>
              </p:cNvPr>
              <p:cNvSpPr/>
              <p:nvPr/>
            </p:nvSpPr>
            <p:spPr>
              <a:xfrm>
                <a:off x="5542438" y="3215195"/>
                <a:ext cx="296481" cy="236664"/>
              </a:xfrm>
              <a:custGeom>
                <a:avLst/>
                <a:gdLst>
                  <a:gd name="connsiteX0" fmla="*/ 228663 w 296481"/>
                  <a:gd name="connsiteY0" fmla="*/ 0 h 236664"/>
                  <a:gd name="connsiteX1" fmla="*/ 296482 w 296481"/>
                  <a:gd name="connsiteY1" fmla="*/ 0 h 236664"/>
                  <a:gd name="connsiteX2" fmla="*/ 176466 w 296481"/>
                  <a:gd name="connsiteY2" fmla="*/ 154114 h 236664"/>
                  <a:gd name="connsiteX3" fmla="*/ 176466 w 296481"/>
                  <a:gd name="connsiteY3" fmla="*/ 236664 h 236664"/>
                  <a:gd name="connsiteX4" fmla="*/ 120079 w 296481"/>
                  <a:gd name="connsiteY4" fmla="*/ 236664 h 236664"/>
                  <a:gd name="connsiteX5" fmla="*/ 120079 w 296481"/>
                  <a:gd name="connsiteY5" fmla="*/ 154114 h 236664"/>
                  <a:gd name="connsiteX6" fmla="*/ 0 w 296481"/>
                  <a:gd name="connsiteY6" fmla="*/ 0 h 236664"/>
                  <a:gd name="connsiteX7" fmla="*/ 67818 w 296481"/>
                  <a:gd name="connsiteY7" fmla="*/ 0 h 236664"/>
                  <a:gd name="connsiteX8" fmla="*/ 148272 w 296481"/>
                  <a:gd name="connsiteY8" fmla="*/ 107760 h 236664"/>
                  <a:gd name="connsiteX9" fmla="*/ 228663 w 296481"/>
                  <a:gd name="connsiteY9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481" h="236664">
                    <a:moveTo>
                      <a:pt x="228663" y="0"/>
                    </a:moveTo>
                    <a:lnTo>
                      <a:pt x="296482" y="0"/>
                    </a:lnTo>
                    <a:lnTo>
                      <a:pt x="176466" y="154114"/>
                    </a:lnTo>
                    <a:lnTo>
                      <a:pt x="176466" y="236664"/>
                    </a:lnTo>
                    <a:lnTo>
                      <a:pt x="120079" y="236664"/>
                    </a:lnTo>
                    <a:lnTo>
                      <a:pt x="120079" y="154114"/>
                    </a:lnTo>
                    <a:lnTo>
                      <a:pt x="0" y="0"/>
                    </a:lnTo>
                    <a:lnTo>
                      <a:pt x="67818" y="0"/>
                    </a:lnTo>
                    <a:lnTo>
                      <a:pt x="148272" y="107760"/>
                    </a:lnTo>
                    <a:lnTo>
                      <a:pt x="228663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81">
                <a:extLst>
                  <a:ext uri="{FF2B5EF4-FFF2-40B4-BE49-F238E27FC236}">
                    <a16:creationId xmlns:a16="http://schemas.microsoft.com/office/drawing/2014/main" id="{2EFFDD42-D620-FB30-5791-7E3D9FBF97B8}"/>
                  </a:ext>
                </a:extLst>
              </p:cNvPr>
              <p:cNvSpPr/>
              <p:nvPr/>
            </p:nvSpPr>
            <p:spPr>
              <a:xfrm>
                <a:off x="5870733" y="3215195"/>
                <a:ext cx="214185" cy="236664"/>
              </a:xfrm>
              <a:custGeom>
                <a:avLst/>
                <a:gdLst>
                  <a:gd name="connsiteX0" fmla="*/ 214186 w 214185"/>
                  <a:gd name="connsiteY0" fmla="*/ 0 h 236664"/>
                  <a:gd name="connsiteX1" fmla="*/ 214186 w 214185"/>
                  <a:gd name="connsiteY1" fmla="*/ 50737 h 236664"/>
                  <a:gd name="connsiteX2" fmla="*/ 56388 w 214185"/>
                  <a:gd name="connsiteY2" fmla="*/ 50737 h 236664"/>
                  <a:gd name="connsiteX3" fmla="*/ 56388 w 214185"/>
                  <a:gd name="connsiteY3" fmla="*/ 90170 h 236664"/>
                  <a:gd name="connsiteX4" fmla="*/ 208534 w 214185"/>
                  <a:gd name="connsiteY4" fmla="*/ 90170 h 236664"/>
                  <a:gd name="connsiteX5" fmla="*/ 208534 w 214185"/>
                  <a:gd name="connsiteY5" fmla="*/ 140843 h 236664"/>
                  <a:gd name="connsiteX6" fmla="*/ 56388 w 214185"/>
                  <a:gd name="connsiteY6" fmla="*/ 140843 h 236664"/>
                  <a:gd name="connsiteX7" fmla="*/ 56388 w 214185"/>
                  <a:gd name="connsiteY7" fmla="*/ 185992 h 236664"/>
                  <a:gd name="connsiteX8" fmla="*/ 214186 w 214185"/>
                  <a:gd name="connsiteY8" fmla="*/ 185992 h 236664"/>
                  <a:gd name="connsiteX9" fmla="*/ 214186 w 214185"/>
                  <a:gd name="connsiteY9" fmla="*/ 236664 h 236664"/>
                  <a:gd name="connsiteX10" fmla="*/ 0 w 214185"/>
                  <a:gd name="connsiteY10" fmla="*/ 236664 h 236664"/>
                  <a:gd name="connsiteX11" fmla="*/ 0 w 214185"/>
                  <a:gd name="connsiteY11" fmla="*/ 0 h 236664"/>
                  <a:gd name="connsiteX12" fmla="*/ 214186 w 214185"/>
                  <a:gd name="connsiteY12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664">
                    <a:moveTo>
                      <a:pt x="214186" y="0"/>
                    </a:moveTo>
                    <a:lnTo>
                      <a:pt x="214186" y="50737"/>
                    </a:lnTo>
                    <a:lnTo>
                      <a:pt x="56388" y="50737"/>
                    </a:lnTo>
                    <a:lnTo>
                      <a:pt x="56388" y="90170"/>
                    </a:lnTo>
                    <a:lnTo>
                      <a:pt x="208534" y="90170"/>
                    </a:lnTo>
                    <a:lnTo>
                      <a:pt x="208534" y="140843"/>
                    </a:lnTo>
                    <a:lnTo>
                      <a:pt x="56388" y="140843"/>
                    </a:lnTo>
                    <a:lnTo>
                      <a:pt x="56388" y="185992"/>
                    </a:lnTo>
                    <a:lnTo>
                      <a:pt x="214186" y="185992"/>
                    </a:lnTo>
                    <a:lnTo>
                      <a:pt x="214186" y="236664"/>
                    </a:lnTo>
                    <a:lnTo>
                      <a:pt x="0" y="236664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82">
                <a:extLst>
                  <a:ext uri="{FF2B5EF4-FFF2-40B4-BE49-F238E27FC236}">
                    <a16:creationId xmlns:a16="http://schemas.microsoft.com/office/drawing/2014/main" id="{D3A99521-4454-FA06-8A5C-8D583DC78A9A}"/>
                  </a:ext>
                </a:extLst>
              </p:cNvPr>
              <p:cNvSpPr/>
              <p:nvPr/>
            </p:nvSpPr>
            <p:spPr>
              <a:xfrm>
                <a:off x="6160357" y="3215132"/>
                <a:ext cx="233933" cy="236727"/>
              </a:xfrm>
              <a:custGeom>
                <a:avLst/>
                <a:gdLst>
                  <a:gd name="connsiteX0" fmla="*/ 98679 w 233933"/>
                  <a:gd name="connsiteY0" fmla="*/ 146558 h 236727"/>
                  <a:gd name="connsiteX1" fmla="*/ 56388 w 233933"/>
                  <a:gd name="connsiteY1" fmla="*/ 146558 h 236727"/>
                  <a:gd name="connsiteX2" fmla="*/ 56388 w 233933"/>
                  <a:gd name="connsiteY2" fmla="*/ 236728 h 236727"/>
                  <a:gd name="connsiteX3" fmla="*/ 0 w 233933"/>
                  <a:gd name="connsiteY3" fmla="*/ 236728 h 236727"/>
                  <a:gd name="connsiteX4" fmla="*/ 0 w 233933"/>
                  <a:gd name="connsiteY4" fmla="*/ 0 h 236727"/>
                  <a:gd name="connsiteX5" fmla="*/ 143954 w 233933"/>
                  <a:gd name="connsiteY5" fmla="*/ 0 h 236727"/>
                  <a:gd name="connsiteX6" fmla="*/ 217043 w 233933"/>
                  <a:gd name="connsiteY6" fmla="*/ 73342 h 236727"/>
                  <a:gd name="connsiteX7" fmla="*/ 164465 w 233933"/>
                  <a:gd name="connsiteY7" fmla="*/ 143701 h 236727"/>
                  <a:gd name="connsiteX8" fmla="*/ 233934 w 233933"/>
                  <a:gd name="connsiteY8" fmla="*/ 236728 h 236727"/>
                  <a:gd name="connsiteX9" fmla="*/ 166307 w 233933"/>
                  <a:gd name="connsiteY9" fmla="*/ 236728 h 236727"/>
                  <a:gd name="connsiteX10" fmla="*/ 98679 w 233933"/>
                  <a:gd name="connsiteY10" fmla="*/ 146558 h 236727"/>
                  <a:gd name="connsiteX11" fmla="*/ 138239 w 233933"/>
                  <a:gd name="connsiteY11" fmla="*/ 50736 h 236727"/>
                  <a:gd name="connsiteX12" fmla="*/ 56388 w 233933"/>
                  <a:gd name="connsiteY12" fmla="*/ 50736 h 236727"/>
                  <a:gd name="connsiteX13" fmla="*/ 56388 w 233933"/>
                  <a:gd name="connsiteY13" fmla="*/ 95821 h 236727"/>
                  <a:gd name="connsiteX14" fmla="*/ 138239 w 233933"/>
                  <a:gd name="connsiteY14" fmla="*/ 95821 h 236727"/>
                  <a:gd name="connsiteX15" fmla="*/ 160655 w 233933"/>
                  <a:gd name="connsiteY15" fmla="*/ 73279 h 236727"/>
                  <a:gd name="connsiteX16" fmla="*/ 138239 w 233933"/>
                  <a:gd name="connsiteY16" fmla="*/ 50736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3933" h="236727">
                    <a:moveTo>
                      <a:pt x="98679" y="146558"/>
                    </a:moveTo>
                    <a:lnTo>
                      <a:pt x="56388" y="146558"/>
                    </a:lnTo>
                    <a:lnTo>
                      <a:pt x="56388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143954" y="0"/>
                    </a:lnTo>
                    <a:cubicBezTo>
                      <a:pt x="184341" y="127"/>
                      <a:pt x="217043" y="32893"/>
                      <a:pt x="217043" y="73342"/>
                    </a:cubicBezTo>
                    <a:cubicBezTo>
                      <a:pt x="217043" y="106680"/>
                      <a:pt x="194945" y="134810"/>
                      <a:pt x="164465" y="143701"/>
                    </a:cubicBezTo>
                    <a:lnTo>
                      <a:pt x="233934" y="236728"/>
                    </a:lnTo>
                    <a:lnTo>
                      <a:pt x="166307" y="236728"/>
                    </a:lnTo>
                    <a:lnTo>
                      <a:pt x="98679" y="146558"/>
                    </a:lnTo>
                    <a:close/>
                    <a:moveTo>
                      <a:pt x="138239" y="50736"/>
                    </a:moveTo>
                    <a:lnTo>
                      <a:pt x="56388" y="50736"/>
                    </a:lnTo>
                    <a:lnTo>
                      <a:pt x="56388" y="95821"/>
                    </a:lnTo>
                    <a:lnTo>
                      <a:pt x="138239" y="95821"/>
                    </a:lnTo>
                    <a:cubicBezTo>
                      <a:pt x="150622" y="95758"/>
                      <a:pt x="160655" y="85661"/>
                      <a:pt x="160655" y="73279"/>
                    </a:cubicBezTo>
                    <a:cubicBezTo>
                      <a:pt x="160655" y="60896"/>
                      <a:pt x="150622" y="50800"/>
                      <a:pt x="138239" y="507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83">
                <a:extLst>
                  <a:ext uri="{FF2B5EF4-FFF2-40B4-BE49-F238E27FC236}">
                    <a16:creationId xmlns:a16="http://schemas.microsoft.com/office/drawing/2014/main" id="{B17A1691-C6DE-0087-599D-E7E8C2510003}"/>
                  </a:ext>
                </a:extLst>
              </p:cNvPr>
              <p:cNvSpPr/>
              <p:nvPr/>
            </p:nvSpPr>
            <p:spPr>
              <a:xfrm>
                <a:off x="5277198" y="3215132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6 w 291592"/>
                  <a:gd name="connsiteY3" fmla="*/ 197295 h 236727"/>
                  <a:gd name="connsiteX4" fmla="*/ 60516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96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6" y="197295"/>
                    </a:lnTo>
                    <a:lnTo>
                      <a:pt x="60516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96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84">
                <a:extLst>
                  <a:ext uri="{FF2B5EF4-FFF2-40B4-BE49-F238E27FC236}">
                    <a16:creationId xmlns:a16="http://schemas.microsoft.com/office/drawing/2014/main" id="{CB679652-2488-27B0-01E2-906D1F5D2DEA}"/>
                  </a:ext>
                </a:extLst>
              </p:cNvPr>
              <p:cNvSpPr/>
              <p:nvPr/>
            </p:nvSpPr>
            <p:spPr>
              <a:xfrm>
                <a:off x="5009102" y="3215258"/>
                <a:ext cx="236664" cy="236791"/>
              </a:xfrm>
              <a:custGeom>
                <a:avLst/>
                <a:gdLst>
                  <a:gd name="connsiteX0" fmla="*/ 56388 w 236664"/>
                  <a:gd name="connsiteY0" fmla="*/ 90233 h 236791"/>
                  <a:gd name="connsiteX1" fmla="*/ 155003 w 236664"/>
                  <a:gd name="connsiteY1" fmla="*/ 90233 h 236791"/>
                  <a:gd name="connsiteX2" fmla="*/ 174752 w 236664"/>
                  <a:gd name="connsiteY2" fmla="*/ 70485 h 236791"/>
                  <a:gd name="connsiteX3" fmla="*/ 155003 w 236664"/>
                  <a:gd name="connsiteY3" fmla="*/ 50737 h 236791"/>
                  <a:gd name="connsiteX4" fmla="*/ 56388 w 236664"/>
                  <a:gd name="connsiteY4" fmla="*/ 50737 h 236791"/>
                  <a:gd name="connsiteX5" fmla="*/ 56388 w 236664"/>
                  <a:gd name="connsiteY5" fmla="*/ 90170 h 236791"/>
                  <a:gd name="connsiteX6" fmla="*/ 56388 w 236664"/>
                  <a:gd name="connsiteY6" fmla="*/ 186055 h 236791"/>
                  <a:gd name="connsiteX7" fmla="*/ 157861 w 236664"/>
                  <a:gd name="connsiteY7" fmla="*/ 186055 h 236791"/>
                  <a:gd name="connsiteX8" fmla="*/ 180340 w 236664"/>
                  <a:gd name="connsiteY8" fmla="*/ 163449 h 236791"/>
                  <a:gd name="connsiteX9" fmla="*/ 157861 w 236664"/>
                  <a:gd name="connsiteY9" fmla="*/ 140907 h 236791"/>
                  <a:gd name="connsiteX10" fmla="*/ 56324 w 236664"/>
                  <a:gd name="connsiteY10" fmla="*/ 140907 h 236791"/>
                  <a:gd name="connsiteX11" fmla="*/ 56324 w 236664"/>
                  <a:gd name="connsiteY11" fmla="*/ 186055 h 236791"/>
                  <a:gd name="connsiteX12" fmla="*/ 214947 w 236664"/>
                  <a:gd name="connsiteY12" fmla="*/ 113411 h 236791"/>
                  <a:gd name="connsiteX13" fmla="*/ 236664 w 236664"/>
                  <a:gd name="connsiteY13" fmla="*/ 164910 h 236791"/>
                  <a:gd name="connsiteX14" fmla="*/ 164909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25 h 236791"/>
                  <a:gd name="connsiteX19" fmla="*/ 214884 w 236664"/>
                  <a:gd name="connsiteY19" fmla="*/ 113411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233"/>
                    </a:moveTo>
                    <a:lnTo>
                      <a:pt x="155003" y="90233"/>
                    </a:lnTo>
                    <a:cubicBezTo>
                      <a:pt x="165925" y="90233"/>
                      <a:pt x="174752" y="81407"/>
                      <a:pt x="174752" y="70485"/>
                    </a:cubicBezTo>
                    <a:cubicBezTo>
                      <a:pt x="174752" y="59563"/>
                      <a:pt x="165862" y="50737"/>
                      <a:pt x="155003" y="50737"/>
                    </a:cubicBezTo>
                    <a:lnTo>
                      <a:pt x="56388" y="50737"/>
                    </a:lnTo>
                    <a:cubicBezTo>
                      <a:pt x="56388" y="50737"/>
                      <a:pt x="56388" y="90170"/>
                      <a:pt x="56388" y="90170"/>
                    </a:cubicBezTo>
                    <a:close/>
                    <a:moveTo>
                      <a:pt x="56388" y="186055"/>
                    </a:moveTo>
                    <a:lnTo>
                      <a:pt x="157861" y="186055"/>
                    </a:lnTo>
                    <a:cubicBezTo>
                      <a:pt x="170307" y="186055"/>
                      <a:pt x="180340" y="175958"/>
                      <a:pt x="180340" y="163449"/>
                    </a:cubicBezTo>
                    <a:cubicBezTo>
                      <a:pt x="180340" y="150939"/>
                      <a:pt x="170307" y="140907"/>
                      <a:pt x="157861" y="140907"/>
                    </a:cubicBezTo>
                    <a:lnTo>
                      <a:pt x="56324" y="140907"/>
                    </a:lnTo>
                    <a:lnTo>
                      <a:pt x="56324" y="186055"/>
                    </a:lnTo>
                    <a:close/>
                    <a:moveTo>
                      <a:pt x="214947" y="113411"/>
                    </a:moveTo>
                    <a:cubicBezTo>
                      <a:pt x="228346" y="126492"/>
                      <a:pt x="236664" y="144717"/>
                      <a:pt x="236664" y="164910"/>
                    </a:cubicBezTo>
                    <a:cubicBezTo>
                      <a:pt x="236664" y="204533"/>
                      <a:pt x="204533" y="236728"/>
                      <a:pt x="164909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79" y="64"/>
                      <a:pt x="231077" y="30988"/>
                      <a:pt x="231077" y="69025"/>
                    </a:cubicBezTo>
                    <a:cubicBezTo>
                      <a:pt x="231077" y="85915"/>
                      <a:pt x="224980" y="101410"/>
                      <a:pt x="214884" y="1134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85">
                <a:extLst>
                  <a:ext uri="{FF2B5EF4-FFF2-40B4-BE49-F238E27FC236}">
                    <a16:creationId xmlns:a16="http://schemas.microsoft.com/office/drawing/2014/main" id="{2AAF10CD-2E8A-F78A-8FC0-2CDAF453E19A}"/>
                  </a:ext>
                </a:extLst>
              </p:cNvPr>
              <p:cNvSpPr/>
              <p:nvPr/>
            </p:nvSpPr>
            <p:spPr>
              <a:xfrm>
                <a:off x="5583586" y="3502596"/>
                <a:ext cx="214185" cy="236727"/>
              </a:xfrm>
              <a:custGeom>
                <a:avLst/>
                <a:gdLst>
                  <a:gd name="connsiteX0" fmla="*/ 214186 w 214185"/>
                  <a:gd name="connsiteY0" fmla="*/ 0 h 236727"/>
                  <a:gd name="connsiteX1" fmla="*/ 214186 w 214185"/>
                  <a:gd name="connsiteY1" fmla="*/ 50736 h 236727"/>
                  <a:gd name="connsiteX2" fmla="*/ 56388 w 214185"/>
                  <a:gd name="connsiteY2" fmla="*/ 50736 h 236727"/>
                  <a:gd name="connsiteX3" fmla="*/ 56388 w 214185"/>
                  <a:gd name="connsiteY3" fmla="*/ 90233 h 236727"/>
                  <a:gd name="connsiteX4" fmla="*/ 208534 w 214185"/>
                  <a:gd name="connsiteY4" fmla="*/ 90170 h 236727"/>
                  <a:gd name="connsiteX5" fmla="*/ 208534 w 214185"/>
                  <a:gd name="connsiteY5" fmla="*/ 140907 h 236727"/>
                  <a:gd name="connsiteX6" fmla="*/ 56388 w 214185"/>
                  <a:gd name="connsiteY6" fmla="*/ 140907 h 236727"/>
                  <a:gd name="connsiteX7" fmla="*/ 56388 w 214185"/>
                  <a:gd name="connsiteY7" fmla="*/ 185991 h 236727"/>
                  <a:gd name="connsiteX8" fmla="*/ 214186 w 214185"/>
                  <a:gd name="connsiteY8" fmla="*/ 185991 h 236727"/>
                  <a:gd name="connsiteX9" fmla="*/ 214186 w 214185"/>
                  <a:gd name="connsiteY9" fmla="*/ 236728 h 236727"/>
                  <a:gd name="connsiteX10" fmla="*/ 0 w 214185"/>
                  <a:gd name="connsiteY10" fmla="*/ 236728 h 236727"/>
                  <a:gd name="connsiteX11" fmla="*/ 0 w 214185"/>
                  <a:gd name="connsiteY11" fmla="*/ 0 h 236727"/>
                  <a:gd name="connsiteX12" fmla="*/ 214186 w 214185"/>
                  <a:gd name="connsiteY12" fmla="*/ 0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727">
                    <a:moveTo>
                      <a:pt x="214186" y="0"/>
                    </a:moveTo>
                    <a:lnTo>
                      <a:pt x="214186" y="50736"/>
                    </a:lnTo>
                    <a:lnTo>
                      <a:pt x="56388" y="50736"/>
                    </a:lnTo>
                    <a:lnTo>
                      <a:pt x="56388" y="90233"/>
                    </a:lnTo>
                    <a:lnTo>
                      <a:pt x="208534" y="90170"/>
                    </a:lnTo>
                    <a:lnTo>
                      <a:pt x="208534" y="140907"/>
                    </a:lnTo>
                    <a:lnTo>
                      <a:pt x="56388" y="140907"/>
                    </a:lnTo>
                    <a:lnTo>
                      <a:pt x="56388" y="185991"/>
                    </a:lnTo>
                    <a:lnTo>
                      <a:pt x="214186" y="185991"/>
                    </a:lnTo>
                    <a:lnTo>
                      <a:pt x="214186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86">
                <a:extLst>
                  <a:ext uri="{FF2B5EF4-FFF2-40B4-BE49-F238E27FC236}">
                    <a16:creationId xmlns:a16="http://schemas.microsoft.com/office/drawing/2014/main" id="{5770915B-DA7B-386D-1AE5-B2214104D07C}"/>
                  </a:ext>
                </a:extLst>
              </p:cNvPr>
              <p:cNvSpPr/>
              <p:nvPr/>
            </p:nvSpPr>
            <p:spPr>
              <a:xfrm>
                <a:off x="5583522" y="3795648"/>
                <a:ext cx="256540" cy="236728"/>
              </a:xfrm>
              <a:custGeom>
                <a:avLst/>
                <a:gdLst>
                  <a:gd name="connsiteX0" fmla="*/ 174688 w 256540"/>
                  <a:gd name="connsiteY0" fmla="*/ 73342 h 236728"/>
                  <a:gd name="connsiteX1" fmla="*/ 152337 w 256540"/>
                  <a:gd name="connsiteY1" fmla="*/ 50800 h 236728"/>
                  <a:gd name="connsiteX2" fmla="*/ 56388 w 256540"/>
                  <a:gd name="connsiteY2" fmla="*/ 50800 h 236728"/>
                  <a:gd name="connsiteX3" fmla="*/ 56388 w 256540"/>
                  <a:gd name="connsiteY3" fmla="*/ 95885 h 236728"/>
                  <a:gd name="connsiteX4" fmla="*/ 152337 w 256540"/>
                  <a:gd name="connsiteY4" fmla="*/ 95885 h 236728"/>
                  <a:gd name="connsiteX5" fmla="*/ 174688 w 256540"/>
                  <a:gd name="connsiteY5" fmla="*/ 73406 h 236728"/>
                  <a:gd name="connsiteX6" fmla="*/ 63 w 256540"/>
                  <a:gd name="connsiteY6" fmla="*/ 236728 h 236728"/>
                  <a:gd name="connsiteX7" fmla="*/ 63 w 256540"/>
                  <a:gd name="connsiteY7" fmla="*/ 0 h 236728"/>
                  <a:gd name="connsiteX8" fmla="*/ 158178 w 256540"/>
                  <a:gd name="connsiteY8" fmla="*/ 0 h 236728"/>
                  <a:gd name="connsiteX9" fmla="*/ 231013 w 256540"/>
                  <a:gd name="connsiteY9" fmla="*/ 73342 h 236728"/>
                  <a:gd name="connsiteX10" fmla="*/ 185420 w 256540"/>
                  <a:gd name="connsiteY10" fmla="*/ 141288 h 236728"/>
                  <a:gd name="connsiteX11" fmla="*/ 256540 w 256540"/>
                  <a:gd name="connsiteY11" fmla="*/ 236665 h 236728"/>
                  <a:gd name="connsiteX12" fmla="*/ 188849 w 256540"/>
                  <a:gd name="connsiteY12" fmla="*/ 236665 h 236728"/>
                  <a:gd name="connsiteX13" fmla="*/ 121222 w 256540"/>
                  <a:gd name="connsiteY13" fmla="*/ 146495 h 236728"/>
                  <a:gd name="connsiteX14" fmla="*/ 56388 w 256540"/>
                  <a:gd name="connsiteY14" fmla="*/ 146495 h 236728"/>
                  <a:gd name="connsiteX15" fmla="*/ 56388 w 256540"/>
                  <a:gd name="connsiteY15" fmla="*/ 236665 h 236728"/>
                  <a:gd name="connsiteX16" fmla="*/ 0 w 256540"/>
                  <a:gd name="connsiteY16" fmla="*/ 236665 h 236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6540" h="236728">
                    <a:moveTo>
                      <a:pt x="174688" y="73342"/>
                    </a:moveTo>
                    <a:cubicBezTo>
                      <a:pt x="174688" y="60897"/>
                      <a:pt x="164719" y="50864"/>
                      <a:pt x="152337" y="50800"/>
                    </a:cubicBezTo>
                    <a:lnTo>
                      <a:pt x="56388" y="50800"/>
                    </a:lnTo>
                    <a:lnTo>
                      <a:pt x="56388" y="95885"/>
                    </a:lnTo>
                    <a:lnTo>
                      <a:pt x="152337" y="95885"/>
                    </a:lnTo>
                    <a:cubicBezTo>
                      <a:pt x="164719" y="95758"/>
                      <a:pt x="174688" y="85725"/>
                      <a:pt x="174688" y="73406"/>
                    </a:cubicBezTo>
                    <a:close/>
                    <a:moveTo>
                      <a:pt x="63" y="236728"/>
                    </a:moveTo>
                    <a:lnTo>
                      <a:pt x="63" y="0"/>
                    </a:lnTo>
                    <a:lnTo>
                      <a:pt x="158178" y="0"/>
                    </a:lnTo>
                    <a:cubicBezTo>
                      <a:pt x="198438" y="254"/>
                      <a:pt x="231013" y="33020"/>
                      <a:pt x="231013" y="73342"/>
                    </a:cubicBezTo>
                    <a:cubicBezTo>
                      <a:pt x="231013" y="104013"/>
                      <a:pt x="212153" y="130366"/>
                      <a:pt x="185420" y="141288"/>
                    </a:cubicBezTo>
                    <a:lnTo>
                      <a:pt x="256540" y="236665"/>
                    </a:lnTo>
                    <a:lnTo>
                      <a:pt x="188849" y="236665"/>
                    </a:lnTo>
                    <a:lnTo>
                      <a:pt x="121222" y="146495"/>
                    </a:lnTo>
                    <a:lnTo>
                      <a:pt x="56388" y="146495"/>
                    </a:lnTo>
                    <a:lnTo>
                      <a:pt x="56388" y="236665"/>
                    </a:lnTo>
                    <a:lnTo>
                      <a:pt x="0" y="236665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2" name="Freeform: Shape 76">
              <a:extLst>
                <a:ext uri="{FF2B5EF4-FFF2-40B4-BE49-F238E27FC236}">
                  <a16:creationId xmlns:a16="http://schemas.microsoft.com/office/drawing/2014/main" id="{C2364C8E-D14E-16B1-FAAF-FC28179941A5}"/>
                </a:ext>
              </a:extLst>
            </p:cNvPr>
            <p:cNvSpPr/>
            <p:nvPr/>
          </p:nvSpPr>
          <p:spPr>
            <a:xfrm>
              <a:off x="4836699" y="2481643"/>
              <a:ext cx="1709864" cy="1605470"/>
            </a:xfrm>
            <a:custGeom>
              <a:avLst/>
              <a:gdLst>
                <a:gd name="connsiteX0" fmla="*/ 1708150 w 1709864"/>
                <a:gd name="connsiteY0" fmla="*/ 802767 h 1605470"/>
                <a:gd name="connsiteX1" fmla="*/ 854075 w 1709864"/>
                <a:gd name="connsiteY1" fmla="*/ 0 h 1605470"/>
                <a:gd name="connsiteX2" fmla="*/ 0 w 1709864"/>
                <a:gd name="connsiteY2" fmla="*/ 802767 h 1605470"/>
                <a:gd name="connsiteX3" fmla="*/ 4890 w 1709864"/>
                <a:gd name="connsiteY3" fmla="*/ 856171 h 1605470"/>
                <a:gd name="connsiteX4" fmla="*/ 165100 w 1709864"/>
                <a:gd name="connsiteY4" fmla="*/ 1257300 h 1605470"/>
                <a:gd name="connsiteX5" fmla="*/ 854075 w 1709864"/>
                <a:gd name="connsiteY5" fmla="*/ 1605471 h 1605470"/>
                <a:gd name="connsiteX6" fmla="*/ 106235 w 1709864"/>
                <a:gd name="connsiteY6" fmla="*/ 908748 h 1605470"/>
                <a:gd name="connsiteX7" fmla="*/ 104331 w 1709864"/>
                <a:gd name="connsiteY7" fmla="*/ 855726 h 1605470"/>
                <a:gd name="connsiteX8" fmla="*/ 106235 w 1709864"/>
                <a:gd name="connsiteY8" fmla="*/ 802703 h 1605470"/>
                <a:gd name="connsiteX9" fmla="*/ 854075 w 1709864"/>
                <a:gd name="connsiteY9" fmla="*/ 105982 h 1605470"/>
                <a:gd name="connsiteX10" fmla="*/ 1543114 w 1709864"/>
                <a:gd name="connsiteY10" fmla="*/ 454279 h 1605470"/>
                <a:gd name="connsiteX11" fmla="*/ 1703261 w 1709864"/>
                <a:gd name="connsiteY11" fmla="*/ 856107 h 1605470"/>
                <a:gd name="connsiteX12" fmla="*/ 1708150 w 1709864"/>
                <a:gd name="connsiteY12" fmla="*/ 908685 h 1605470"/>
                <a:gd name="connsiteX13" fmla="*/ 1709864 w 1709864"/>
                <a:gd name="connsiteY13" fmla="*/ 855663 h 1605470"/>
                <a:gd name="connsiteX14" fmla="*/ 1708150 w 1709864"/>
                <a:gd name="connsiteY14" fmla="*/ 802640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08150" y="802767"/>
                  </a:moveTo>
                  <a:cubicBezTo>
                    <a:pt x="1680782" y="354838"/>
                    <a:pt x="1308862" y="0"/>
                    <a:pt x="854075" y="0"/>
                  </a:cubicBezTo>
                  <a:cubicBezTo>
                    <a:pt x="399288" y="0"/>
                    <a:pt x="27368" y="354838"/>
                    <a:pt x="0" y="802767"/>
                  </a:cubicBezTo>
                  <a:cubicBezTo>
                    <a:pt x="1080" y="820738"/>
                    <a:pt x="2731" y="838581"/>
                    <a:pt x="4890" y="856171"/>
                  </a:cubicBezTo>
                  <a:cubicBezTo>
                    <a:pt x="23368" y="1005141"/>
                    <a:pt x="80201" y="1142238"/>
                    <a:pt x="165100" y="1257300"/>
                  </a:cubicBezTo>
                  <a:cubicBezTo>
                    <a:pt x="320929" y="1468501"/>
                    <a:pt x="571500" y="1605471"/>
                    <a:pt x="854075" y="1605471"/>
                  </a:cubicBezTo>
                  <a:cubicBezTo>
                    <a:pt x="458470" y="1605471"/>
                    <a:pt x="133541" y="1297496"/>
                    <a:pt x="106235" y="908748"/>
                  </a:cubicBezTo>
                  <a:cubicBezTo>
                    <a:pt x="105029" y="891222"/>
                    <a:pt x="104331" y="873570"/>
                    <a:pt x="104331" y="855726"/>
                  </a:cubicBezTo>
                  <a:cubicBezTo>
                    <a:pt x="104331" y="837883"/>
                    <a:pt x="105029" y="820229"/>
                    <a:pt x="106235" y="802703"/>
                  </a:cubicBezTo>
                  <a:cubicBezTo>
                    <a:pt x="133541" y="413957"/>
                    <a:pt x="458470" y="105982"/>
                    <a:pt x="854075" y="105982"/>
                  </a:cubicBezTo>
                  <a:cubicBezTo>
                    <a:pt x="1136714" y="105982"/>
                    <a:pt x="1387285" y="243014"/>
                    <a:pt x="1543114" y="454279"/>
                  </a:cubicBezTo>
                  <a:cubicBezTo>
                    <a:pt x="1628140" y="569532"/>
                    <a:pt x="1684846" y="706882"/>
                    <a:pt x="1703261" y="856107"/>
                  </a:cubicBezTo>
                  <a:cubicBezTo>
                    <a:pt x="1705420" y="873506"/>
                    <a:pt x="1707071" y="891032"/>
                    <a:pt x="1708150" y="908685"/>
                  </a:cubicBezTo>
                  <a:cubicBezTo>
                    <a:pt x="1709230" y="891159"/>
                    <a:pt x="1709864" y="873442"/>
                    <a:pt x="1709864" y="855663"/>
                  </a:cubicBezTo>
                  <a:cubicBezTo>
                    <a:pt x="1709864" y="837883"/>
                    <a:pt x="1709230" y="820166"/>
                    <a:pt x="1708150" y="802640"/>
                  </a:cubicBezTo>
                </a:path>
              </a:pathLst>
            </a:custGeom>
            <a:solidFill>
              <a:srgbClr val="89D32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77">
              <a:extLst>
                <a:ext uri="{FF2B5EF4-FFF2-40B4-BE49-F238E27FC236}">
                  <a16:creationId xmlns:a16="http://schemas.microsoft.com/office/drawing/2014/main" id="{B93D3525-EBBA-AF1B-2C0D-46BFFC7CA7B7}"/>
                </a:ext>
              </a:extLst>
            </p:cNvPr>
            <p:cNvSpPr/>
            <p:nvPr/>
          </p:nvSpPr>
          <p:spPr>
            <a:xfrm>
              <a:off x="4834985" y="2587751"/>
              <a:ext cx="1709864" cy="1605470"/>
            </a:xfrm>
            <a:custGeom>
              <a:avLst/>
              <a:gdLst>
                <a:gd name="connsiteX0" fmla="*/ 1714 w 1709864"/>
                <a:gd name="connsiteY0" fmla="*/ 802704 h 1605470"/>
                <a:gd name="connsiteX1" fmla="*/ 855790 w 1709864"/>
                <a:gd name="connsiteY1" fmla="*/ 1605470 h 1605470"/>
                <a:gd name="connsiteX2" fmla="*/ 1709865 w 1709864"/>
                <a:gd name="connsiteY2" fmla="*/ 802704 h 1605470"/>
                <a:gd name="connsiteX3" fmla="*/ 1704975 w 1709864"/>
                <a:gd name="connsiteY3" fmla="*/ 749300 h 1605470"/>
                <a:gd name="connsiteX4" fmla="*/ 1544765 w 1709864"/>
                <a:gd name="connsiteY4" fmla="*/ 348171 h 1605470"/>
                <a:gd name="connsiteX5" fmla="*/ 855790 w 1709864"/>
                <a:gd name="connsiteY5" fmla="*/ 0 h 1605470"/>
                <a:gd name="connsiteX6" fmla="*/ 1603629 w 1709864"/>
                <a:gd name="connsiteY6" fmla="*/ 696722 h 1605470"/>
                <a:gd name="connsiteX7" fmla="*/ 1605534 w 1709864"/>
                <a:gd name="connsiteY7" fmla="*/ 749745 h 1605470"/>
                <a:gd name="connsiteX8" fmla="*/ 1603629 w 1709864"/>
                <a:gd name="connsiteY8" fmla="*/ 802767 h 1605470"/>
                <a:gd name="connsiteX9" fmla="*/ 855790 w 1709864"/>
                <a:gd name="connsiteY9" fmla="*/ 1499489 h 1605470"/>
                <a:gd name="connsiteX10" fmla="*/ 166751 w 1709864"/>
                <a:gd name="connsiteY10" fmla="*/ 1151192 h 1605470"/>
                <a:gd name="connsiteX11" fmla="*/ 6604 w 1709864"/>
                <a:gd name="connsiteY11" fmla="*/ 749364 h 1605470"/>
                <a:gd name="connsiteX12" fmla="*/ 1714 w 1709864"/>
                <a:gd name="connsiteY12" fmla="*/ 696786 h 1605470"/>
                <a:gd name="connsiteX13" fmla="*/ 0 w 1709864"/>
                <a:gd name="connsiteY13" fmla="*/ 749808 h 1605470"/>
                <a:gd name="connsiteX14" fmla="*/ 1714 w 1709864"/>
                <a:gd name="connsiteY14" fmla="*/ 802831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14" y="802704"/>
                  </a:moveTo>
                  <a:cubicBezTo>
                    <a:pt x="29083" y="1250632"/>
                    <a:pt x="401003" y="1605470"/>
                    <a:pt x="855790" y="1605470"/>
                  </a:cubicBezTo>
                  <a:cubicBezTo>
                    <a:pt x="1310577" y="1605470"/>
                    <a:pt x="1682496" y="1250632"/>
                    <a:pt x="1709865" y="802704"/>
                  </a:cubicBezTo>
                  <a:cubicBezTo>
                    <a:pt x="1708785" y="784733"/>
                    <a:pt x="1707134" y="766889"/>
                    <a:pt x="1704975" y="749300"/>
                  </a:cubicBezTo>
                  <a:cubicBezTo>
                    <a:pt x="1686497" y="600329"/>
                    <a:pt x="1629728" y="463233"/>
                    <a:pt x="1544765" y="348171"/>
                  </a:cubicBezTo>
                  <a:cubicBezTo>
                    <a:pt x="1388935" y="136970"/>
                    <a:pt x="1138365" y="0"/>
                    <a:pt x="855790" y="0"/>
                  </a:cubicBezTo>
                  <a:cubicBezTo>
                    <a:pt x="1251394" y="0"/>
                    <a:pt x="1576324" y="307975"/>
                    <a:pt x="1603629" y="696722"/>
                  </a:cubicBezTo>
                  <a:cubicBezTo>
                    <a:pt x="1604835" y="714248"/>
                    <a:pt x="1605534" y="731901"/>
                    <a:pt x="1605534" y="749745"/>
                  </a:cubicBezTo>
                  <a:cubicBezTo>
                    <a:pt x="1605534" y="767588"/>
                    <a:pt x="1604835" y="785241"/>
                    <a:pt x="1603629" y="802767"/>
                  </a:cubicBezTo>
                  <a:cubicBezTo>
                    <a:pt x="1576324" y="1191514"/>
                    <a:pt x="1251394" y="1499489"/>
                    <a:pt x="855790" y="1499489"/>
                  </a:cubicBezTo>
                  <a:cubicBezTo>
                    <a:pt x="573151" y="1499489"/>
                    <a:pt x="322580" y="1362456"/>
                    <a:pt x="166751" y="1151192"/>
                  </a:cubicBezTo>
                  <a:cubicBezTo>
                    <a:pt x="81725" y="1035939"/>
                    <a:pt x="25019" y="898589"/>
                    <a:pt x="6604" y="749364"/>
                  </a:cubicBezTo>
                  <a:cubicBezTo>
                    <a:pt x="4445" y="731964"/>
                    <a:pt x="2794" y="714439"/>
                    <a:pt x="1714" y="696786"/>
                  </a:cubicBezTo>
                  <a:cubicBezTo>
                    <a:pt x="635" y="714312"/>
                    <a:pt x="0" y="731964"/>
                    <a:pt x="0" y="749808"/>
                  </a:cubicBezTo>
                  <a:cubicBezTo>
                    <a:pt x="0" y="767651"/>
                    <a:pt x="635" y="785305"/>
                    <a:pt x="1714" y="802831"/>
                  </a:cubicBezTo>
                </a:path>
              </a:pathLst>
            </a:custGeom>
            <a:solidFill>
              <a:srgbClr val="00BC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34" name="Grafik 1">
            <a:extLst>
              <a:ext uri="{FF2B5EF4-FFF2-40B4-BE49-F238E27FC236}">
                <a16:creationId xmlns:a16="http://schemas.microsoft.com/office/drawing/2014/main" id="{95681E35-5931-8591-B380-638D0E7413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0164" y="557911"/>
            <a:ext cx="3577907" cy="222158"/>
          </a:xfrm>
          <a:prstGeom prst="rect">
            <a:avLst/>
          </a:prstGeom>
        </p:spPr>
      </p:pic>
      <p:grpSp>
        <p:nvGrpSpPr>
          <p:cNvPr id="15" name="Graphic 5">
            <a:extLst>
              <a:ext uri="{FF2B5EF4-FFF2-40B4-BE49-F238E27FC236}">
                <a16:creationId xmlns:a16="http://schemas.microsoft.com/office/drawing/2014/main" id="{D51004B3-3242-45DF-8821-382B7AE3D5C7}"/>
              </a:ext>
            </a:extLst>
          </p:cNvPr>
          <p:cNvGrpSpPr/>
          <p:nvPr userDrawn="1"/>
        </p:nvGrpSpPr>
        <p:grpSpPr>
          <a:xfrm>
            <a:off x="365696" y="6326822"/>
            <a:ext cx="954203" cy="175337"/>
            <a:chOff x="4442808" y="6326822"/>
            <a:chExt cx="954203" cy="175337"/>
          </a:xfrm>
          <a:solidFill>
            <a:srgbClr val="FFFFFF"/>
          </a:solidFill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DC0E9B0E-4D82-4A8B-BEBB-D20DE334CB19}"/>
                </a:ext>
              </a:extLst>
            </p:cNvPr>
            <p:cNvSpPr/>
            <p:nvPr/>
          </p:nvSpPr>
          <p:spPr>
            <a:xfrm>
              <a:off x="4442808" y="6326822"/>
              <a:ext cx="106180" cy="138373"/>
            </a:xfrm>
            <a:custGeom>
              <a:avLst/>
              <a:gdLst>
                <a:gd name="connsiteX0" fmla="*/ 24575 w 106180"/>
                <a:gd name="connsiteY0" fmla="*/ 117158 h 138373"/>
                <a:gd name="connsiteX1" fmla="*/ 24384 w 106180"/>
                <a:gd name="connsiteY1" fmla="*/ 117158 h 138373"/>
                <a:gd name="connsiteX2" fmla="*/ 20828 w 106180"/>
                <a:gd name="connsiteY2" fmla="*/ 135699 h 138373"/>
                <a:gd name="connsiteX3" fmla="*/ 0 w 106180"/>
                <a:gd name="connsiteY3" fmla="*/ 135318 h 138373"/>
                <a:gd name="connsiteX4" fmla="*/ 31306 w 106180"/>
                <a:gd name="connsiteY4" fmla="*/ 0 h 138373"/>
                <a:gd name="connsiteX5" fmla="*/ 53150 w 106180"/>
                <a:gd name="connsiteY5" fmla="*/ 381 h 138373"/>
                <a:gd name="connsiteX6" fmla="*/ 45466 w 106180"/>
                <a:gd name="connsiteY6" fmla="*/ 33846 h 138373"/>
                <a:gd name="connsiteX7" fmla="*/ 39243 w 106180"/>
                <a:gd name="connsiteY7" fmla="*/ 54864 h 138373"/>
                <a:gd name="connsiteX8" fmla="*/ 39433 w 106180"/>
                <a:gd name="connsiteY8" fmla="*/ 54864 h 138373"/>
                <a:gd name="connsiteX9" fmla="*/ 73343 w 106180"/>
                <a:gd name="connsiteY9" fmla="*/ 35941 h 138373"/>
                <a:gd name="connsiteX10" fmla="*/ 106172 w 106180"/>
                <a:gd name="connsiteY10" fmla="*/ 74041 h 138373"/>
                <a:gd name="connsiteX11" fmla="*/ 53975 w 106180"/>
                <a:gd name="connsiteY11" fmla="*/ 138367 h 138373"/>
                <a:gd name="connsiteX12" fmla="*/ 24575 w 106180"/>
                <a:gd name="connsiteY12" fmla="*/ 117221 h 138373"/>
                <a:gd name="connsiteX13" fmla="*/ 83820 w 106180"/>
                <a:gd name="connsiteY13" fmla="*/ 76518 h 138373"/>
                <a:gd name="connsiteX14" fmla="*/ 65596 w 106180"/>
                <a:gd name="connsiteY14" fmla="*/ 54356 h 138373"/>
                <a:gd name="connsiteX15" fmla="*/ 32004 w 106180"/>
                <a:gd name="connsiteY15" fmla="*/ 97599 h 138373"/>
                <a:gd name="connsiteX16" fmla="*/ 51308 w 106180"/>
                <a:gd name="connsiteY16" fmla="*/ 119824 h 138373"/>
                <a:gd name="connsiteX17" fmla="*/ 83820 w 106180"/>
                <a:gd name="connsiteY17" fmla="*/ 76581 h 13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6180" h="138373">
                  <a:moveTo>
                    <a:pt x="24575" y="117158"/>
                  </a:moveTo>
                  <a:lnTo>
                    <a:pt x="24384" y="117158"/>
                  </a:lnTo>
                  <a:cubicBezTo>
                    <a:pt x="23749" y="123127"/>
                    <a:pt x="22479" y="129286"/>
                    <a:pt x="20828" y="135699"/>
                  </a:cubicBezTo>
                  <a:lnTo>
                    <a:pt x="0" y="135318"/>
                  </a:lnTo>
                  <a:lnTo>
                    <a:pt x="31306" y="0"/>
                  </a:lnTo>
                  <a:lnTo>
                    <a:pt x="53150" y="381"/>
                  </a:lnTo>
                  <a:lnTo>
                    <a:pt x="45466" y="33846"/>
                  </a:lnTo>
                  <a:cubicBezTo>
                    <a:pt x="43688" y="41466"/>
                    <a:pt x="42164" y="47308"/>
                    <a:pt x="39243" y="54864"/>
                  </a:cubicBezTo>
                  <a:lnTo>
                    <a:pt x="39433" y="54864"/>
                  </a:lnTo>
                  <a:cubicBezTo>
                    <a:pt x="47689" y="41974"/>
                    <a:pt x="60833" y="35687"/>
                    <a:pt x="73343" y="35941"/>
                  </a:cubicBezTo>
                  <a:cubicBezTo>
                    <a:pt x="94361" y="36322"/>
                    <a:pt x="106553" y="51245"/>
                    <a:pt x="106172" y="74041"/>
                  </a:cubicBezTo>
                  <a:cubicBezTo>
                    <a:pt x="105664" y="103823"/>
                    <a:pt x="88710" y="138938"/>
                    <a:pt x="53975" y="138367"/>
                  </a:cubicBezTo>
                  <a:cubicBezTo>
                    <a:pt x="40386" y="138113"/>
                    <a:pt x="27496" y="130747"/>
                    <a:pt x="24575" y="117221"/>
                  </a:cubicBezTo>
                  <a:close/>
                  <a:moveTo>
                    <a:pt x="83820" y="76518"/>
                  </a:moveTo>
                  <a:cubicBezTo>
                    <a:pt x="84074" y="62674"/>
                    <a:pt x="77216" y="54547"/>
                    <a:pt x="65596" y="54356"/>
                  </a:cubicBezTo>
                  <a:cubicBezTo>
                    <a:pt x="43942" y="53975"/>
                    <a:pt x="32322" y="78549"/>
                    <a:pt x="32004" y="97599"/>
                  </a:cubicBezTo>
                  <a:cubicBezTo>
                    <a:pt x="31750" y="111379"/>
                    <a:pt x="39497" y="119571"/>
                    <a:pt x="51308" y="119824"/>
                  </a:cubicBezTo>
                  <a:cubicBezTo>
                    <a:pt x="73343" y="120206"/>
                    <a:pt x="83439" y="95568"/>
                    <a:pt x="83820" y="765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7">
              <a:extLst>
                <a:ext uri="{FF2B5EF4-FFF2-40B4-BE49-F238E27FC236}">
                  <a16:creationId xmlns:a16="http://schemas.microsoft.com/office/drawing/2014/main" id="{DCF88FF7-18F9-4314-A75A-D3C01DD496B1}"/>
                </a:ext>
              </a:extLst>
            </p:cNvPr>
            <p:cNvSpPr/>
            <p:nvPr/>
          </p:nvSpPr>
          <p:spPr>
            <a:xfrm>
              <a:off x="4564411" y="6362685"/>
              <a:ext cx="94749" cy="102258"/>
            </a:xfrm>
            <a:custGeom>
              <a:avLst/>
              <a:gdLst>
                <a:gd name="connsiteX0" fmla="*/ 0 w 94749"/>
                <a:gd name="connsiteY0" fmla="*/ 75897 h 102258"/>
                <a:gd name="connsiteX1" fmla="*/ 36513 w 94749"/>
                <a:gd name="connsiteY1" fmla="*/ 43893 h 102258"/>
                <a:gd name="connsiteX2" fmla="*/ 71183 w 94749"/>
                <a:gd name="connsiteY2" fmla="*/ 40972 h 102258"/>
                <a:gd name="connsiteX3" fmla="*/ 72390 w 94749"/>
                <a:gd name="connsiteY3" fmla="*/ 36082 h 102258"/>
                <a:gd name="connsiteX4" fmla="*/ 53467 w 94749"/>
                <a:gd name="connsiteY4" fmla="*/ 17540 h 102258"/>
                <a:gd name="connsiteX5" fmla="*/ 19114 w 94749"/>
                <a:gd name="connsiteY5" fmla="*/ 23192 h 102258"/>
                <a:gd name="connsiteX6" fmla="*/ 23432 w 94749"/>
                <a:gd name="connsiteY6" fmla="*/ 4459 h 102258"/>
                <a:gd name="connsiteX7" fmla="*/ 55880 w 94749"/>
                <a:gd name="connsiteY7" fmla="*/ 14 h 102258"/>
                <a:gd name="connsiteX8" fmla="*/ 93472 w 94749"/>
                <a:gd name="connsiteY8" fmla="*/ 37606 h 102258"/>
                <a:gd name="connsiteX9" fmla="*/ 82804 w 94749"/>
                <a:gd name="connsiteY9" fmla="*/ 83834 h 102258"/>
                <a:gd name="connsiteX10" fmla="*/ 79820 w 94749"/>
                <a:gd name="connsiteY10" fmla="*/ 101106 h 102258"/>
                <a:gd name="connsiteX11" fmla="*/ 58547 w 94749"/>
                <a:gd name="connsiteY11" fmla="*/ 100725 h 102258"/>
                <a:gd name="connsiteX12" fmla="*/ 62675 w 94749"/>
                <a:gd name="connsiteY12" fmla="*/ 83961 h 102258"/>
                <a:gd name="connsiteX13" fmla="*/ 62484 w 94749"/>
                <a:gd name="connsiteY13" fmla="*/ 83961 h 102258"/>
                <a:gd name="connsiteX14" fmla="*/ 28956 w 94749"/>
                <a:gd name="connsiteY14" fmla="*/ 102249 h 102258"/>
                <a:gd name="connsiteX15" fmla="*/ 127 w 94749"/>
                <a:gd name="connsiteY15" fmla="*/ 75961 h 102258"/>
                <a:gd name="connsiteX16" fmla="*/ 66294 w 94749"/>
                <a:gd name="connsiteY16" fmla="*/ 62118 h 102258"/>
                <a:gd name="connsiteX17" fmla="*/ 67882 w 94749"/>
                <a:gd name="connsiteY17" fmla="*/ 55259 h 102258"/>
                <a:gd name="connsiteX18" fmla="*/ 40576 w 94749"/>
                <a:gd name="connsiteY18" fmla="*/ 57482 h 102258"/>
                <a:gd name="connsiteX19" fmla="*/ 21526 w 94749"/>
                <a:gd name="connsiteY19" fmla="*/ 73548 h 102258"/>
                <a:gd name="connsiteX20" fmla="*/ 35814 w 94749"/>
                <a:gd name="connsiteY20" fmla="*/ 85803 h 102258"/>
                <a:gd name="connsiteX21" fmla="*/ 66294 w 94749"/>
                <a:gd name="connsiteY21" fmla="*/ 62181 h 1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4749" h="102258">
                  <a:moveTo>
                    <a:pt x="0" y="75897"/>
                  </a:moveTo>
                  <a:cubicBezTo>
                    <a:pt x="381" y="56085"/>
                    <a:pt x="15240" y="45671"/>
                    <a:pt x="36513" y="43893"/>
                  </a:cubicBezTo>
                  <a:lnTo>
                    <a:pt x="71183" y="40972"/>
                  </a:lnTo>
                  <a:lnTo>
                    <a:pt x="72390" y="36082"/>
                  </a:lnTo>
                  <a:cubicBezTo>
                    <a:pt x="75502" y="22557"/>
                    <a:pt x="68897" y="17794"/>
                    <a:pt x="53467" y="17540"/>
                  </a:cubicBezTo>
                  <a:cubicBezTo>
                    <a:pt x="43497" y="17350"/>
                    <a:pt x="32893" y="18747"/>
                    <a:pt x="19114" y="23192"/>
                  </a:cubicBezTo>
                  <a:lnTo>
                    <a:pt x="23432" y="4459"/>
                  </a:lnTo>
                  <a:cubicBezTo>
                    <a:pt x="33718" y="1538"/>
                    <a:pt x="44895" y="-176"/>
                    <a:pt x="55880" y="14"/>
                  </a:cubicBezTo>
                  <a:cubicBezTo>
                    <a:pt x="84455" y="523"/>
                    <a:pt x="99378" y="11762"/>
                    <a:pt x="93472" y="37606"/>
                  </a:cubicBezTo>
                  <a:lnTo>
                    <a:pt x="82804" y="83834"/>
                  </a:lnTo>
                  <a:cubicBezTo>
                    <a:pt x="81597" y="89042"/>
                    <a:pt x="80264" y="94947"/>
                    <a:pt x="79820" y="101106"/>
                  </a:cubicBezTo>
                  <a:lnTo>
                    <a:pt x="58547" y="100725"/>
                  </a:lnTo>
                  <a:cubicBezTo>
                    <a:pt x="59309" y="95518"/>
                    <a:pt x="60515" y="89994"/>
                    <a:pt x="62675" y="83961"/>
                  </a:cubicBezTo>
                  <a:lnTo>
                    <a:pt x="62484" y="83961"/>
                  </a:lnTo>
                  <a:cubicBezTo>
                    <a:pt x="53785" y="97360"/>
                    <a:pt x="41720" y="102503"/>
                    <a:pt x="28956" y="102249"/>
                  </a:cubicBezTo>
                  <a:cubicBezTo>
                    <a:pt x="11747" y="101932"/>
                    <a:pt x="-190" y="91708"/>
                    <a:pt x="127" y="75961"/>
                  </a:cubicBezTo>
                  <a:close/>
                  <a:moveTo>
                    <a:pt x="66294" y="62118"/>
                  </a:moveTo>
                  <a:lnTo>
                    <a:pt x="67882" y="55259"/>
                  </a:lnTo>
                  <a:lnTo>
                    <a:pt x="40576" y="57482"/>
                  </a:lnTo>
                  <a:cubicBezTo>
                    <a:pt x="28765" y="58498"/>
                    <a:pt x="21653" y="64340"/>
                    <a:pt x="21526" y="73548"/>
                  </a:cubicBezTo>
                  <a:cubicBezTo>
                    <a:pt x="21400" y="81358"/>
                    <a:pt x="27114" y="85676"/>
                    <a:pt x="35814" y="85803"/>
                  </a:cubicBezTo>
                  <a:cubicBezTo>
                    <a:pt x="51435" y="86057"/>
                    <a:pt x="63182" y="75897"/>
                    <a:pt x="66294" y="621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8">
              <a:extLst>
                <a:ext uri="{FF2B5EF4-FFF2-40B4-BE49-F238E27FC236}">
                  <a16:creationId xmlns:a16="http://schemas.microsoft.com/office/drawing/2014/main" id="{FA74EBE5-03C5-47C6-B2EB-BD31F2C88B66}"/>
                </a:ext>
              </a:extLst>
            </p:cNvPr>
            <p:cNvSpPr/>
            <p:nvPr/>
          </p:nvSpPr>
          <p:spPr>
            <a:xfrm>
              <a:off x="4662074" y="6363906"/>
              <a:ext cx="123444" cy="138253"/>
            </a:xfrm>
            <a:custGeom>
              <a:avLst/>
              <a:gdLst>
                <a:gd name="connsiteX0" fmla="*/ 64 w 123444"/>
                <a:gd name="connsiteY0" fmla="*/ 136017 h 138253"/>
                <a:gd name="connsiteX1" fmla="*/ 4191 w 123444"/>
                <a:gd name="connsiteY1" fmla="*/ 117856 h 138253"/>
                <a:gd name="connsiteX2" fmla="*/ 16701 w 123444"/>
                <a:gd name="connsiteY2" fmla="*/ 119571 h 138253"/>
                <a:gd name="connsiteX3" fmla="*/ 35052 w 123444"/>
                <a:gd name="connsiteY3" fmla="*/ 108458 h 138253"/>
                <a:gd name="connsiteX4" fmla="*/ 39561 w 123444"/>
                <a:gd name="connsiteY4" fmla="*/ 100838 h 138253"/>
                <a:gd name="connsiteX5" fmla="*/ 24575 w 123444"/>
                <a:gd name="connsiteY5" fmla="*/ 0 h 138253"/>
                <a:gd name="connsiteX6" fmla="*/ 46609 w 123444"/>
                <a:gd name="connsiteY6" fmla="*/ 381 h 138253"/>
                <a:gd name="connsiteX7" fmla="*/ 55880 w 123444"/>
                <a:gd name="connsiteY7" fmla="*/ 75374 h 138253"/>
                <a:gd name="connsiteX8" fmla="*/ 56071 w 123444"/>
                <a:gd name="connsiteY8" fmla="*/ 75374 h 138253"/>
                <a:gd name="connsiteX9" fmla="*/ 98806 w 123444"/>
                <a:gd name="connsiteY9" fmla="*/ 1334 h 138253"/>
                <a:gd name="connsiteX10" fmla="*/ 123444 w 123444"/>
                <a:gd name="connsiteY10" fmla="*/ 1778 h 138253"/>
                <a:gd name="connsiteX11" fmla="*/ 54420 w 123444"/>
                <a:gd name="connsiteY11" fmla="*/ 115760 h 138253"/>
                <a:gd name="connsiteX12" fmla="*/ 17145 w 123444"/>
                <a:gd name="connsiteY12" fmla="*/ 138240 h 138253"/>
                <a:gd name="connsiteX13" fmla="*/ 0 w 123444"/>
                <a:gd name="connsiteY13" fmla="*/ 136080 h 138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3444" h="138253">
                  <a:moveTo>
                    <a:pt x="64" y="136017"/>
                  </a:moveTo>
                  <a:lnTo>
                    <a:pt x="4191" y="117856"/>
                  </a:lnTo>
                  <a:cubicBezTo>
                    <a:pt x="8573" y="119063"/>
                    <a:pt x="11875" y="119507"/>
                    <a:pt x="16701" y="119571"/>
                  </a:cubicBezTo>
                  <a:cubicBezTo>
                    <a:pt x="25527" y="119697"/>
                    <a:pt x="30607" y="116205"/>
                    <a:pt x="35052" y="108458"/>
                  </a:cubicBezTo>
                  <a:lnTo>
                    <a:pt x="39561" y="100838"/>
                  </a:lnTo>
                  <a:lnTo>
                    <a:pt x="24575" y="0"/>
                  </a:lnTo>
                  <a:lnTo>
                    <a:pt x="46609" y="381"/>
                  </a:lnTo>
                  <a:lnTo>
                    <a:pt x="55880" y="75374"/>
                  </a:lnTo>
                  <a:lnTo>
                    <a:pt x="56071" y="75374"/>
                  </a:lnTo>
                  <a:cubicBezTo>
                    <a:pt x="56071" y="75374"/>
                    <a:pt x="98806" y="1334"/>
                    <a:pt x="98806" y="1334"/>
                  </a:cubicBezTo>
                  <a:lnTo>
                    <a:pt x="123444" y="1778"/>
                  </a:lnTo>
                  <a:lnTo>
                    <a:pt x="54420" y="115760"/>
                  </a:lnTo>
                  <a:cubicBezTo>
                    <a:pt x="45212" y="131064"/>
                    <a:pt x="37275" y="138621"/>
                    <a:pt x="17145" y="138240"/>
                  </a:cubicBezTo>
                  <a:cubicBezTo>
                    <a:pt x="11176" y="138113"/>
                    <a:pt x="4890" y="137351"/>
                    <a:pt x="0" y="13608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9">
              <a:extLst>
                <a:ext uri="{FF2B5EF4-FFF2-40B4-BE49-F238E27FC236}">
                  <a16:creationId xmlns:a16="http://schemas.microsoft.com/office/drawing/2014/main" id="{F827AF90-847B-4F45-A436-ADD994BBCCA2}"/>
                </a:ext>
              </a:extLst>
            </p:cNvPr>
            <p:cNvSpPr/>
            <p:nvPr/>
          </p:nvSpPr>
          <p:spPr>
            <a:xfrm>
              <a:off x="4790716" y="6362690"/>
              <a:ext cx="95075" cy="102578"/>
            </a:xfrm>
            <a:custGeom>
              <a:avLst/>
              <a:gdLst>
                <a:gd name="connsiteX0" fmla="*/ 9 w 95075"/>
                <a:gd name="connsiteY0" fmla="*/ 62620 h 102578"/>
                <a:gd name="connsiteX1" fmla="*/ 57857 w 95075"/>
                <a:gd name="connsiteY1" fmla="*/ 9 h 102578"/>
                <a:gd name="connsiteX2" fmla="*/ 95068 w 95075"/>
                <a:gd name="connsiteY2" fmla="*/ 37728 h 102578"/>
                <a:gd name="connsiteX3" fmla="*/ 92401 w 95075"/>
                <a:gd name="connsiteY3" fmla="*/ 56206 h 102578"/>
                <a:gd name="connsiteX4" fmla="*/ 21916 w 95075"/>
                <a:gd name="connsiteY4" fmla="*/ 54937 h 102578"/>
                <a:gd name="connsiteX5" fmla="*/ 21345 w 95075"/>
                <a:gd name="connsiteY5" fmla="*/ 62112 h 102578"/>
                <a:gd name="connsiteX6" fmla="*/ 48396 w 95075"/>
                <a:gd name="connsiteY6" fmla="*/ 84528 h 102578"/>
                <a:gd name="connsiteX7" fmla="*/ 80654 w 95075"/>
                <a:gd name="connsiteY7" fmla="*/ 79638 h 102578"/>
                <a:gd name="connsiteX8" fmla="*/ 76209 w 95075"/>
                <a:gd name="connsiteY8" fmla="*/ 98561 h 102578"/>
                <a:gd name="connsiteX9" fmla="*/ 44141 w 95075"/>
                <a:gd name="connsiteY9" fmla="*/ 102562 h 102578"/>
                <a:gd name="connsiteX10" fmla="*/ 9 w 95075"/>
                <a:gd name="connsiteY10" fmla="*/ 62684 h 102578"/>
                <a:gd name="connsiteX11" fmla="*/ 25980 w 95075"/>
                <a:gd name="connsiteY11" fmla="*/ 40776 h 102578"/>
                <a:gd name="connsiteX12" fmla="*/ 73859 w 95075"/>
                <a:gd name="connsiteY12" fmla="*/ 41601 h 102578"/>
                <a:gd name="connsiteX13" fmla="*/ 73986 w 95075"/>
                <a:gd name="connsiteY13" fmla="*/ 39062 h 102578"/>
                <a:gd name="connsiteX14" fmla="*/ 55444 w 95075"/>
                <a:gd name="connsiteY14" fmla="*/ 18234 h 102578"/>
                <a:gd name="connsiteX15" fmla="*/ 25917 w 95075"/>
                <a:gd name="connsiteY15" fmla="*/ 40712 h 102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075" h="102578">
                  <a:moveTo>
                    <a:pt x="9" y="62620"/>
                  </a:moveTo>
                  <a:cubicBezTo>
                    <a:pt x="517" y="32267"/>
                    <a:pt x="21408" y="-626"/>
                    <a:pt x="57857" y="9"/>
                  </a:cubicBezTo>
                  <a:cubicBezTo>
                    <a:pt x="81479" y="454"/>
                    <a:pt x="95449" y="14931"/>
                    <a:pt x="95068" y="37728"/>
                  </a:cubicBezTo>
                  <a:cubicBezTo>
                    <a:pt x="94941" y="44142"/>
                    <a:pt x="93608" y="51444"/>
                    <a:pt x="92401" y="56206"/>
                  </a:cubicBezTo>
                  <a:lnTo>
                    <a:pt x="21916" y="54937"/>
                  </a:lnTo>
                  <a:cubicBezTo>
                    <a:pt x="21599" y="57350"/>
                    <a:pt x="21345" y="59762"/>
                    <a:pt x="21345" y="62112"/>
                  </a:cubicBezTo>
                  <a:cubicBezTo>
                    <a:pt x="21091" y="76907"/>
                    <a:pt x="30743" y="84210"/>
                    <a:pt x="48396" y="84528"/>
                  </a:cubicBezTo>
                  <a:cubicBezTo>
                    <a:pt x="57984" y="84718"/>
                    <a:pt x="68017" y="83766"/>
                    <a:pt x="80654" y="79638"/>
                  </a:cubicBezTo>
                  <a:lnTo>
                    <a:pt x="76209" y="98561"/>
                  </a:lnTo>
                  <a:cubicBezTo>
                    <a:pt x="66112" y="101355"/>
                    <a:pt x="55317" y="102752"/>
                    <a:pt x="44141" y="102562"/>
                  </a:cubicBezTo>
                  <a:cubicBezTo>
                    <a:pt x="15884" y="102054"/>
                    <a:pt x="-436" y="87512"/>
                    <a:pt x="9" y="62684"/>
                  </a:cubicBezTo>
                  <a:close/>
                  <a:moveTo>
                    <a:pt x="25980" y="40776"/>
                  </a:moveTo>
                  <a:lnTo>
                    <a:pt x="73859" y="41601"/>
                  </a:lnTo>
                  <a:cubicBezTo>
                    <a:pt x="73986" y="40649"/>
                    <a:pt x="73986" y="39824"/>
                    <a:pt x="73986" y="39062"/>
                  </a:cubicBezTo>
                  <a:cubicBezTo>
                    <a:pt x="74240" y="25473"/>
                    <a:pt x="67446" y="18487"/>
                    <a:pt x="55444" y="18234"/>
                  </a:cubicBezTo>
                  <a:cubicBezTo>
                    <a:pt x="41030" y="17980"/>
                    <a:pt x="31251" y="28330"/>
                    <a:pt x="25917" y="40712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20">
              <a:extLst>
                <a:ext uri="{FF2B5EF4-FFF2-40B4-BE49-F238E27FC236}">
                  <a16:creationId xmlns:a16="http://schemas.microsoft.com/office/drawing/2014/main" id="{D5EB02C9-B615-4C48-AC67-7182B47A1FC5}"/>
                </a:ext>
              </a:extLst>
            </p:cNvPr>
            <p:cNvSpPr/>
            <p:nvPr/>
          </p:nvSpPr>
          <p:spPr>
            <a:xfrm>
              <a:off x="4897469" y="6363200"/>
              <a:ext cx="75691" cy="99765"/>
            </a:xfrm>
            <a:custGeom>
              <a:avLst/>
              <a:gdLst>
                <a:gd name="connsiteX0" fmla="*/ 22606 w 75691"/>
                <a:gd name="connsiteY0" fmla="*/ 1150 h 99765"/>
                <a:gd name="connsiteX1" fmla="*/ 43434 w 75691"/>
                <a:gd name="connsiteY1" fmla="*/ 1531 h 99765"/>
                <a:gd name="connsiteX2" fmla="*/ 38163 w 75691"/>
                <a:gd name="connsiteY2" fmla="*/ 20771 h 99765"/>
                <a:gd name="connsiteX3" fmla="*/ 38354 w 75691"/>
                <a:gd name="connsiteY3" fmla="*/ 20771 h 99765"/>
                <a:gd name="connsiteX4" fmla="*/ 75692 w 75691"/>
                <a:gd name="connsiteY4" fmla="*/ 7 h 99765"/>
                <a:gd name="connsiteX5" fmla="*/ 70739 w 75691"/>
                <a:gd name="connsiteY5" fmla="*/ 21407 h 99765"/>
                <a:gd name="connsiteX6" fmla="*/ 34226 w 75691"/>
                <a:gd name="connsiteY6" fmla="*/ 45727 h 99765"/>
                <a:gd name="connsiteX7" fmla="*/ 21844 w 75691"/>
                <a:gd name="connsiteY7" fmla="*/ 99765 h 99765"/>
                <a:gd name="connsiteX8" fmla="*/ 0 w 75691"/>
                <a:gd name="connsiteY8" fmla="*/ 99384 h 99765"/>
                <a:gd name="connsiteX9" fmla="*/ 22669 w 75691"/>
                <a:gd name="connsiteY9" fmla="*/ 1150 h 9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691" h="99765">
                  <a:moveTo>
                    <a:pt x="22606" y="1150"/>
                  </a:moveTo>
                  <a:lnTo>
                    <a:pt x="43434" y="1531"/>
                  </a:lnTo>
                  <a:cubicBezTo>
                    <a:pt x="42227" y="7183"/>
                    <a:pt x="40449" y="14040"/>
                    <a:pt x="38163" y="20771"/>
                  </a:cubicBezTo>
                  <a:lnTo>
                    <a:pt x="38354" y="20771"/>
                  </a:lnTo>
                  <a:cubicBezTo>
                    <a:pt x="47815" y="6230"/>
                    <a:pt x="60896" y="-247"/>
                    <a:pt x="75692" y="7"/>
                  </a:cubicBezTo>
                  <a:lnTo>
                    <a:pt x="70739" y="21407"/>
                  </a:lnTo>
                  <a:cubicBezTo>
                    <a:pt x="51117" y="21089"/>
                    <a:pt x="38354" y="28074"/>
                    <a:pt x="34226" y="45727"/>
                  </a:cubicBezTo>
                  <a:lnTo>
                    <a:pt x="21844" y="99765"/>
                  </a:lnTo>
                  <a:lnTo>
                    <a:pt x="0" y="99384"/>
                  </a:lnTo>
                  <a:lnTo>
                    <a:pt x="22669" y="115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1">
              <a:extLst>
                <a:ext uri="{FF2B5EF4-FFF2-40B4-BE49-F238E27FC236}">
                  <a16:creationId xmlns:a16="http://schemas.microsoft.com/office/drawing/2014/main" id="{1918059A-9D05-4C58-B4FC-B6079723FEB1}"/>
                </a:ext>
              </a:extLst>
            </p:cNvPr>
            <p:cNvSpPr/>
            <p:nvPr/>
          </p:nvSpPr>
          <p:spPr>
            <a:xfrm>
              <a:off x="4975635" y="6436612"/>
              <a:ext cx="27372" cy="27372"/>
            </a:xfrm>
            <a:custGeom>
              <a:avLst/>
              <a:gdLst>
                <a:gd name="connsiteX0" fmla="*/ 2 w 27372"/>
                <a:gd name="connsiteY0" fmla="*/ 13527 h 27372"/>
                <a:gd name="connsiteX1" fmla="*/ 13845 w 27372"/>
                <a:gd name="connsiteY1" fmla="*/ 2 h 27372"/>
                <a:gd name="connsiteX2" fmla="*/ 27370 w 27372"/>
                <a:gd name="connsiteY2" fmla="*/ 14035 h 27372"/>
                <a:gd name="connsiteX3" fmla="*/ 13337 w 27372"/>
                <a:gd name="connsiteY3" fmla="*/ 27370 h 27372"/>
                <a:gd name="connsiteX4" fmla="*/ 2 w 27372"/>
                <a:gd name="connsiteY4" fmla="*/ 13527 h 27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372" h="27372">
                  <a:moveTo>
                    <a:pt x="2" y="13527"/>
                  </a:moveTo>
                  <a:cubicBezTo>
                    <a:pt x="129" y="5971"/>
                    <a:pt x="6288" y="-125"/>
                    <a:pt x="13845" y="2"/>
                  </a:cubicBezTo>
                  <a:cubicBezTo>
                    <a:pt x="21401" y="129"/>
                    <a:pt x="27498" y="6479"/>
                    <a:pt x="27370" y="14035"/>
                  </a:cubicBezTo>
                  <a:cubicBezTo>
                    <a:pt x="27243" y="21401"/>
                    <a:pt x="20893" y="27497"/>
                    <a:pt x="13337" y="27370"/>
                  </a:cubicBezTo>
                  <a:cubicBezTo>
                    <a:pt x="5781" y="27243"/>
                    <a:pt x="-125" y="20893"/>
                    <a:pt x="2" y="1352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7B67B7E-22F1-4440-97F4-D75C74570073}"/>
                </a:ext>
              </a:extLst>
            </p:cNvPr>
            <p:cNvSpPr/>
            <p:nvPr/>
          </p:nvSpPr>
          <p:spPr>
            <a:xfrm>
              <a:off x="5036270" y="6362815"/>
              <a:ext cx="88337" cy="102447"/>
            </a:xfrm>
            <a:custGeom>
              <a:avLst/>
              <a:gdLst>
                <a:gd name="connsiteX0" fmla="*/ 9 w 88337"/>
                <a:gd name="connsiteY0" fmla="*/ 61226 h 102447"/>
                <a:gd name="connsiteX1" fmla="*/ 58112 w 88337"/>
                <a:gd name="connsiteY1" fmla="*/ 12 h 102447"/>
                <a:gd name="connsiteX2" fmla="*/ 88338 w 88337"/>
                <a:gd name="connsiteY2" fmla="*/ 6489 h 102447"/>
                <a:gd name="connsiteX3" fmla="*/ 84083 w 88337"/>
                <a:gd name="connsiteY3" fmla="*/ 24650 h 102447"/>
                <a:gd name="connsiteX4" fmla="*/ 58620 w 88337"/>
                <a:gd name="connsiteY4" fmla="*/ 18554 h 102447"/>
                <a:gd name="connsiteX5" fmla="*/ 22361 w 88337"/>
                <a:gd name="connsiteY5" fmla="*/ 60146 h 102447"/>
                <a:gd name="connsiteX6" fmla="*/ 45285 w 88337"/>
                <a:gd name="connsiteY6" fmla="*/ 84022 h 102447"/>
                <a:gd name="connsiteX7" fmla="*/ 71510 w 88337"/>
                <a:gd name="connsiteY7" fmla="*/ 79260 h 102447"/>
                <a:gd name="connsiteX8" fmla="*/ 67002 w 88337"/>
                <a:gd name="connsiteY8" fmla="*/ 98691 h 102447"/>
                <a:gd name="connsiteX9" fmla="*/ 41157 w 88337"/>
                <a:gd name="connsiteY9" fmla="*/ 102438 h 102447"/>
                <a:gd name="connsiteX10" fmla="*/ 9 w 88337"/>
                <a:gd name="connsiteY10" fmla="*/ 61226 h 10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337" h="102447">
                  <a:moveTo>
                    <a:pt x="9" y="61226"/>
                  </a:moveTo>
                  <a:cubicBezTo>
                    <a:pt x="454" y="34619"/>
                    <a:pt x="17027" y="-750"/>
                    <a:pt x="58112" y="12"/>
                  </a:cubicBezTo>
                  <a:cubicBezTo>
                    <a:pt x="69351" y="202"/>
                    <a:pt x="79257" y="2425"/>
                    <a:pt x="88338" y="6489"/>
                  </a:cubicBezTo>
                  <a:lnTo>
                    <a:pt x="84083" y="24650"/>
                  </a:lnTo>
                  <a:cubicBezTo>
                    <a:pt x="75130" y="20205"/>
                    <a:pt x="67002" y="18681"/>
                    <a:pt x="58620" y="18554"/>
                  </a:cubicBezTo>
                  <a:cubicBezTo>
                    <a:pt x="34807" y="18109"/>
                    <a:pt x="22679" y="39763"/>
                    <a:pt x="22361" y="60146"/>
                  </a:cubicBezTo>
                  <a:cubicBezTo>
                    <a:pt x="22107" y="74942"/>
                    <a:pt x="30807" y="83769"/>
                    <a:pt x="45285" y="84022"/>
                  </a:cubicBezTo>
                  <a:cubicBezTo>
                    <a:pt x="52460" y="84150"/>
                    <a:pt x="61096" y="83007"/>
                    <a:pt x="71510" y="79260"/>
                  </a:cubicBezTo>
                  <a:lnTo>
                    <a:pt x="67002" y="98691"/>
                  </a:lnTo>
                  <a:cubicBezTo>
                    <a:pt x="58556" y="101421"/>
                    <a:pt x="50301" y="102564"/>
                    <a:pt x="41157" y="102438"/>
                  </a:cubicBezTo>
                  <a:cubicBezTo>
                    <a:pt x="15376" y="101993"/>
                    <a:pt x="-435" y="85610"/>
                    <a:pt x="9" y="61226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896965C-6A0A-481A-A254-D250FFF2AA2C}"/>
                </a:ext>
              </a:extLst>
            </p:cNvPr>
            <p:cNvSpPr/>
            <p:nvPr/>
          </p:nvSpPr>
          <p:spPr>
            <a:xfrm>
              <a:off x="5136219" y="6362689"/>
              <a:ext cx="96539" cy="102382"/>
            </a:xfrm>
            <a:custGeom>
              <a:avLst/>
              <a:gdLst>
                <a:gd name="connsiteX0" fmla="*/ 10 w 96539"/>
                <a:gd name="connsiteY0" fmla="*/ 63447 h 102382"/>
                <a:gd name="connsiteX1" fmla="*/ 57604 w 96539"/>
                <a:gd name="connsiteY1" fmla="*/ 10 h 102382"/>
                <a:gd name="connsiteX2" fmla="*/ 96530 w 96539"/>
                <a:gd name="connsiteY2" fmla="*/ 38936 h 102382"/>
                <a:gd name="connsiteX3" fmla="*/ 38935 w 96539"/>
                <a:gd name="connsiteY3" fmla="*/ 102372 h 102382"/>
                <a:gd name="connsiteX4" fmla="*/ 10 w 96539"/>
                <a:gd name="connsiteY4" fmla="*/ 63447 h 102382"/>
                <a:gd name="connsiteX5" fmla="*/ 74241 w 96539"/>
                <a:gd name="connsiteY5" fmla="*/ 39889 h 102382"/>
                <a:gd name="connsiteX6" fmla="*/ 55826 w 96539"/>
                <a:gd name="connsiteY6" fmla="*/ 18807 h 102382"/>
                <a:gd name="connsiteX7" fmla="*/ 22425 w 96539"/>
                <a:gd name="connsiteY7" fmla="*/ 62431 h 102382"/>
                <a:gd name="connsiteX8" fmla="*/ 40840 w 96539"/>
                <a:gd name="connsiteY8" fmla="*/ 83513 h 102382"/>
                <a:gd name="connsiteX9" fmla="*/ 74241 w 96539"/>
                <a:gd name="connsiteY9" fmla="*/ 39889 h 102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539" h="102382">
                  <a:moveTo>
                    <a:pt x="10" y="63447"/>
                  </a:moveTo>
                  <a:cubicBezTo>
                    <a:pt x="518" y="33602"/>
                    <a:pt x="19504" y="-688"/>
                    <a:pt x="57604" y="10"/>
                  </a:cubicBezTo>
                  <a:cubicBezTo>
                    <a:pt x="82560" y="455"/>
                    <a:pt x="96974" y="15251"/>
                    <a:pt x="96530" y="38936"/>
                  </a:cubicBezTo>
                  <a:cubicBezTo>
                    <a:pt x="96022" y="68781"/>
                    <a:pt x="77035" y="103071"/>
                    <a:pt x="38935" y="102372"/>
                  </a:cubicBezTo>
                  <a:cubicBezTo>
                    <a:pt x="14170" y="101928"/>
                    <a:pt x="-435" y="87259"/>
                    <a:pt x="10" y="63447"/>
                  </a:cubicBezTo>
                  <a:close/>
                  <a:moveTo>
                    <a:pt x="74241" y="39889"/>
                  </a:moveTo>
                  <a:cubicBezTo>
                    <a:pt x="74495" y="25919"/>
                    <a:pt x="67891" y="18997"/>
                    <a:pt x="55826" y="18807"/>
                  </a:cubicBezTo>
                  <a:cubicBezTo>
                    <a:pt x="31188" y="18362"/>
                    <a:pt x="22679" y="47127"/>
                    <a:pt x="22425" y="62431"/>
                  </a:cubicBezTo>
                  <a:cubicBezTo>
                    <a:pt x="22171" y="76401"/>
                    <a:pt x="28775" y="83322"/>
                    <a:pt x="40840" y="83513"/>
                  </a:cubicBezTo>
                  <a:cubicBezTo>
                    <a:pt x="65478" y="83957"/>
                    <a:pt x="73987" y="55192"/>
                    <a:pt x="74241" y="39889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4">
              <a:extLst>
                <a:ext uri="{FF2B5EF4-FFF2-40B4-BE49-F238E27FC236}">
                  <a16:creationId xmlns:a16="http://schemas.microsoft.com/office/drawing/2014/main" id="{89B2D99A-81F8-4AB3-8534-7151923E86B7}"/>
                </a:ext>
              </a:extLst>
            </p:cNvPr>
            <p:cNvSpPr/>
            <p:nvPr/>
          </p:nvSpPr>
          <p:spPr>
            <a:xfrm>
              <a:off x="5244686" y="6362437"/>
              <a:ext cx="152325" cy="101799"/>
            </a:xfrm>
            <a:custGeom>
              <a:avLst/>
              <a:gdLst>
                <a:gd name="connsiteX0" fmla="*/ 22670 w 152325"/>
                <a:gd name="connsiteY0" fmla="*/ 1152 h 101799"/>
                <a:gd name="connsiteX1" fmla="*/ 43498 w 152325"/>
                <a:gd name="connsiteY1" fmla="*/ 1533 h 101799"/>
                <a:gd name="connsiteX2" fmla="*/ 38545 w 152325"/>
                <a:gd name="connsiteY2" fmla="*/ 19884 h 101799"/>
                <a:gd name="connsiteX3" fmla="*/ 38735 w 152325"/>
                <a:gd name="connsiteY3" fmla="*/ 19884 h 101799"/>
                <a:gd name="connsiteX4" fmla="*/ 70803 w 152325"/>
                <a:gd name="connsiteY4" fmla="*/ 9 h 101799"/>
                <a:gd name="connsiteX5" fmla="*/ 95187 w 152325"/>
                <a:gd name="connsiteY5" fmla="*/ 19821 h 101799"/>
                <a:gd name="connsiteX6" fmla="*/ 95377 w 152325"/>
                <a:gd name="connsiteY6" fmla="*/ 19821 h 101799"/>
                <a:gd name="connsiteX7" fmla="*/ 127635 w 152325"/>
                <a:gd name="connsiteY7" fmla="*/ 1025 h 101799"/>
                <a:gd name="connsiteX8" fmla="*/ 150432 w 152325"/>
                <a:gd name="connsiteY8" fmla="*/ 37982 h 101799"/>
                <a:gd name="connsiteX9" fmla="*/ 133795 w 152325"/>
                <a:gd name="connsiteY9" fmla="*/ 101799 h 101799"/>
                <a:gd name="connsiteX10" fmla="*/ 111951 w 152325"/>
                <a:gd name="connsiteY10" fmla="*/ 101418 h 101799"/>
                <a:gd name="connsiteX11" fmla="*/ 127953 w 152325"/>
                <a:gd name="connsiteY11" fmla="*/ 39950 h 101799"/>
                <a:gd name="connsiteX12" fmla="*/ 117412 w 152325"/>
                <a:gd name="connsiteY12" fmla="*/ 19757 h 101799"/>
                <a:gd name="connsiteX13" fmla="*/ 91440 w 152325"/>
                <a:gd name="connsiteY13" fmla="*/ 45983 h 101799"/>
                <a:gd name="connsiteX14" fmla="*/ 77915 w 152325"/>
                <a:gd name="connsiteY14" fmla="*/ 100847 h 101799"/>
                <a:gd name="connsiteX15" fmla="*/ 55943 w 152325"/>
                <a:gd name="connsiteY15" fmla="*/ 100466 h 101799"/>
                <a:gd name="connsiteX16" fmla="*/ 71184 w 152325"/>
                <a:gd name="connsiteY16" fmla="*/ 38934 h 101799"/>
                <a:gd name="connsiteX17" fmla="*/ 60579 w 152325"/>
                <a:gd name="connsiteY17" fmla="*/ 18741 h 101799"/>
                <a:gd name="connsiteX18" fmla="*/ 34607 w 152325"/>
                <a:gd name="connsiteY18" fmla="*/ 44967 h 101799"/>
                <a:gd name="connsiteX19" fmla="*/ 21844 w 152325"/>
                <a:gd name="connsiteY19" fmla="*/ 99831 h 101799"/>
                <a:gd name="connsiteX20" fmla="*/ 0 w 152325"/>
                <a:gd name="connsiteY20" fmla="*/ 99450 h 101799"/>
                <a:gd name="connsiteX21" fmla="*/ 22796 w 152325"/>
                <a:gd name="connsiteY21" fmla="*/ 1215 h 101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2325" h="101799">
                  <a:moveTo>
                    <a:pt x="22670" y="1152"/>
                  </a:moveTo>
                  <a:lnTo>
                    <a:pt x="43498" y="1533"/>
                  </a:lnTo>
                  <a:cubicBezTo>
                    <a:pt x="42482" y="6422"/>
                    <a:pt x="40767" y="13280"/>
                    <a:pt x="38545" y="19884"/>
                  </a:cubicBezTo>
                  <a:lnTo>
                    <a:pt x="38735" y="19884"/>
                  </a:lnTo>
                  <a:cubicBezTo>
                    <a:pt x="45085" y="8009"/>
                    <a:pt x="55817" y="-309"/>
                    <a:pt x="70803" y="9"/>
                  </a:cubicBezTo>
                  <a:cubicBezTo>
                    <a:pt x="85027" y="263"/>
                    <a:pt x="94107" y="7883"/>
                    <a:pt x="95187" y="19821"/>
                  </a:cubicBezTo>
                  <a:lnTo>
                    <a:pt x="95377" y="19821"/>
                  </a:lnTo>
                  <a:cubicBezTo>
                    <a:pt x="102426" y="9216"/>
                    <a:pt x="113221" y="771"/>
                    <a:pt x="127635" y="1025"/>
                  </a:cubicBezTo>
                  <a:cubicBezTo>
                    <a:pt x="147638" y="1406"/>
                    <a:pt x="156528" y="14741"/>
                    <a:pt x="150432" y="37982"/>
                  </a:cubicBezTo>
                  <a:lnTo>
                    <a:pt x="133795" y="101799"/>
                  </a:lnTo>
                  <a:lnTo>
                    <a:pt x="111951" y="101418"/>
                  </a:lnTo>
                  <a:lnTo>
                    <a:pt x="127953" y="39950"/>
                  </a:lnTo>
                  <a:cubicBezTo>
                    <a:pt x="131445" y="26869"/>
                    <a:pt x="128778" y="19948"/>
                    <a:pt x="117412" y="19757"/>
                  </a:cubicBezTo>
                  <a:cubicBezTo>
                    <a:pt x="105220" y="19567"/>
                    <a:pt x="95568" y="29600"/>
                    <a:pt x="91440" y="45983"/>
                  </a:cubicBezTo>
                  <a:lnTo>
                    <a:pt x="77915" y="100847"/>
                  </a:lnTo>
                  <a:lnTo>
                    <a:pt x="55943" y="100466"/>
                  </a:lnTo>
                  <a:lnTo>
                    <a:pt x="71184" y="38934"/>
                  </a:lnTo>
                  <a:cubicBezTo>
                    <a:pt x="74485" y="25853"/>
                    <a:pt x="71818" y="18932"/>
                    <a:pt x="60579" y="18741"/>
                  </a:cubicBezTo>
                  <a:cubicBezTo>
                    <a:pt x="48514" y="18551"/>
                    <a:pt x="38418" y="28520"/>
                    <a:pt x="34607" y="44967"/>
                  </a:cubicBezTo>
                  <a:lnTo>
                    <a:pt x="21844" y="99831"/>
                  </a:lnTo>
                  <a:lnTo>
                    <a:pt x="0" y="99450"/>
                  </a:lnTo>
                  <a:lnTo>
                    <a:pt x="22796" y="1215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16571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asvg="http://schemas.microsoft.com/office/drawing/2016/SVG/main" xmlns:p15="http://schemas.microsoft.com/office/powerpoint/2012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hteck 92">
            <a:extLst>
              <a:ext uri="{FF2B5EF4-FFF2-40B4-BE49-F238E27FC236}">
                <a16:creationId xmlns:a16="http://schemas.microsoft.com/office/drawing/2014/main" id="{F392B527-DD15-4264-AC02-97C06FC72934}"/>
              </a:ext>
            </a:extLst>
          </p:cNvPr>
          <p:cNvSpPr>
            <a:spLocks/>
          </p:cNvSpPr>
          <p:nvPr userDrawn="1"/>
        </p:nvSpPr>
        <p:spPr bwMode="gray">
          <a:xfrm>
            <a:off x="0" y="0"/>
            <a:ext cx="12190413" cy="6858001"/>
          </a:xfrm>
          <a:prstGeom prst="rect">
            <a:avLst/>
          </a:prstGeom>
          <a:gradFill flip="none" rotWithShape="1">
            <a:gsLst>
              <a:gs pos="50000">
                <a:srgbClr val="6661A4"/>
              </a:gs>
              <a:gs pos="0">
                <a:srgbClr val="149FE4"/>
              </a:gs>
              <a:gs pos="95000">
                <a:srgbClr val="D21955"/>
              </a:gs>
            </a:gsLst>
            <a:lin ang="6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8" name="Freihandform: Form 97">
            <a:extLst>
              <a:ext uri="{FF2B5EF4-FFF2-40B4-BE49-F238E27FC236}">
                <a16:creationId xmlns:a16="http://schemas.microsoft.com/office/drawing/2014/main" id="{C6876FB7-5F13-D2FF-5058-0BA7CE396810}"/>
              </a:ext>
            </a:extLst>
          </p:cNvPr>
          <p:cNvSpPr/>
          <p:nvPr userDrawn="1"/>
        </p:nvSpPr>
        <p:spPr bwMode="gray">
          <a:xfrm>
            <a:off x="10629233" y="0"/>
            <a:ext cx="1561181" cy="6858001"/>
          </a:xfrm>
          <a:custGeom>
            <a:avLst/>
            <a:gdLst>
              <a:gd name="connsiteX0" fmla="*/ 1291980 w 1561181"/>
              <a:gd name="connsiteY0" fmla="*/ 0 h 6858001"/>
              <a:gd name="connsiteX1" fmla="*/ 1561181 w 1561181"/>
              <a:gd name="connsiteY1" fmla="*/ 0 h 6858001"/>
              <a:gd name="connsiteX2" fmla="*/ 1561181 w 1561181"/>
              <a:gd name="connsiteY2" fmla="*/ 6858001 h 6858001"/>
              <a:gd name="connsiteX3" fmla="*/ 0 w 1561181"/>
              <a:gd name="connsiteY3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61181" h="6858001">
                <a:moveTo>
                  <a:pt x="1291980" y="0"/>
                </a:moveTo>
                <a:lnTo>
                  <a:pt x="1561181" y="0"/>
                </a:lnTo>
                <a:lnTo>
                  <a:pt x="1561181" y="6858001"/>
                </a:lnTo>
                <a:lnTo>
                  <a:pt x="0" y="6858001"/>
                </a:lnTo>
                <a:close/>
              </a:path>
            </a:pathLst>
          </a:custGeom>
          <a:solidFill>
            <a:srgbClr val="10384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de-DE" sz="1800" b="0" i="0" u="none" baseline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pic>
        <p:nvPicPr>
          <p:cNvPr id="95" name="Picture 12" descr="A purple and black background&#10;&#10;Description automatically generated">
            <a:extLst>
              <a:ext uri="{FF2B5EF4-FFF2-40B4-BE49-F238E27FC236}">
                <a16:creationId xmlns:a16="http://schemas.microsoft.com/office/drawing/2014/main" id="{D5BE575F-4963-4B0F-B8A1-8C056C1568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2" t="62" b="62"/>
          <a:stretch>
            <a:fillRect/>
          </a:stretch>
        </p:blipFill>
        <p:spPr>
          <a:xfrm>
            <a:off x="1" y="0"/>
            <a:ext cx="4101146" cy="6858000"/>
          </a:xfrm>
          <a:custGeom>
            <a:avLst/>
            <a:gdLst>
              <a:gd name="connsiteX0" fmla="*/ 0 w 4101146"/>
              <a:gd name="connsiteY0" fmla="*/ 0 h 6858000"/>
              <a:gd name="connsiteX1" fmla="*/ 4101146 w 4101146"/>
              <a:gd name="connsiteY1" fmla="*/ 0 h 6858000"/>
              <a:gd name="connsiteX2" fmla="*/ 4101146 w 4101146"/>
              <a:gd name="connsiteY2" fmla="*/ 6858000 h 6858000"/>
              <a:gd name="connsiteX3" fmla="*/ 0 w 410114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01146" h="6858000">
                <a:moveTo>
                  <a:pt x="0" y="0"/>
                </a:moveTo>
                <a:lnTo>
                  <a:pt x="4101146" y="0"/>
                </a:lnTo>
                <a:lnTo>
                  <a:pt x="410114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15" name="Graphic 5">
            <a:extLst>
              <a:ext uri="{FF2B5EF4-FFF2-40B4-BE49-F238E27FC236}">
                <a16:creationId xmlns:a16="http://schemas.microsoft.com/office/drawing/2014/main" id="{D51004B3-3242-45DF-8821-382B7AE3D5C7}"/>
              </a:ext>
            </a:extLst>
          </p:cNvPr>
          <p:cNvGrpSpPr/>
          <p:nvPr userDrawn="1"/>
        </p:nvGrpSpPr>
        <p:grpSpPr>
          <a:xfrm>
            <a:off x="365696" y="6326822"/>
            <a:ext cx="954203" cy="175337"/>
            <a:chOff x="4442808" y="6326822"/>
            <a:chExt cx="954203" cy="175337"/>
          </a:xfrm>
          <a:solidFill>
            <a:srgbClr val="FFFFFF"/>
          </a:solidFill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DC0E9B0E-4D82-4A8B-BEBB-D20DE334CB19}"/>
                </a:ext>
              </a:extLst>
            </p:cNvPr>
            <p:cNvSpPr/>
            <p:nvPr/>
          </p:nvSpPr>
          <p:spPr>
            <a:xfrm>
              <a:off x="4442808" y="6326822"/>
              <a:ext cx="106180" cy="138373"/>
            </a:xfrm>
            <a:custGeom>
              <a:avLst/>
              <a:gdLst>
                <a:gd name="connsiteX0" fmla="*/ 24575 w 106180"/>
                <a:gd name="connsiteY0" fmla="*/ 117158 h 138373"/>
                <a:gd name="connsiteX1" fmla="*/ 24384 w 106180"/>
                <a:gd name="connsiteY1" fmla="*/ 117158 h 138373"/>
                <a:gd name="connsiteX2" fmla="*/ 20828 w 106180"/>
                <a:gd name="connsiteY2" fmla="*/ 135699 h 138373"/>
                <a:gd name="connsiteX3" fmla="*/ 0 w 106180"/>
                <a:gd name="connsiteY3" fmla="*/ 135318 h 138373"/>
                <a:gd name="connsiteX4" fmla="*/ 31306 w 106180"/>
                <a:gd name="connsiteY4" fmla="*/ 0 h 138373"/>
                <a:gd name="connsiteX5" fmla="*/ 53150 w 106180"/>
                <a:gd name="connsiteY5" fmla="*/ 381 h 138373"/>
                <a:gd name="connsiteX6" fmla="*/ 45466 w 106180"/>
                <a:gd name="connsiteY6" fmla="*/ 33846 h 138373"/>
                <a:gd name="connsiteX7" fmla="*/ 39243 w 106180"/>
                <a:gd name="connsiteY7" fmla="*/ 54864 h 138373"/>
                <a:gd name="connsiteX8" fmla="*/ 39433 w 106180"/>
                <a:gd name="connsiteY8" fmla="*/ 54864 h 138373"/>
                <a:gd name="connsiteX9" fmla="*/ 73343 w 106180"/>
                <a:gd name="connsiteY9" fmla="*/ 35941 h 138373"/>
                <a:gd name="connsiteX10" fmla="*/ 106172 w 106180"/>
                <a:gd name="connsiteY10" fmla="*/ 74041 h 138373"/>
                <a:gd name="connsiteX11" fmla="*/ 53975 w 106180"/>
                <a:gd name="connsiteY11" fmla="*/ 138367 h 138373"/>
                <a:gd name="connsiteX12" fmla="*/ 24575 w 106180"/>
                <a:gd name="connsiteY12" fmla="*/ 117221 h 138373"/>
                <a:gd name="connsiteX13" fmla="*/ 83820 w 106180"/>
                <a:gd name="connsiteY13" fmla="*/ 76518 h 138373"/>
                <a:gd name="connsiteX14" fmla="*/ 65596 w 106180"/>
                <a:gd name="connsiteY14" fmla="*/ 54356 h 138373"/>
                <a:gd name="connsiteX15" fmla="*/ 32004 w 106180"/>
                <a:gd name="connsiteY15" fmla="*/ 97599 h 138373"/>
                <a:gd name="connsiteX16" fmla="*/ 51308 w 106180"/>
                <a:gd name="connsiteY16" fmla="*/ 119824 h 138373"/>
                <a:gd name="connsiteX17" fmla="*/ 83820 w 106180"/>
                <a:gd name="connsiteY17" fmla="*/ 76581 h 13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6180" h="138373">
                  <a:moveTo>
                    <a:pt x="24575" y="117158"/>
                  </a:moveTo>
                  <a:lnTo>
                    <a:pt x="24384" y="117158"/>
                  </a:lnTo>
                  <a:cubicBezTo>
                    <a:pt x="23749" y="123127"/>
                    <a:pt x="22479" y="129286"/>
                    <a:pt x="20828" y="135699"/>
                  </a:cubicBezTo>
                  <a:lnTo>
                    <a:pt x="0" y="135318"/>
                  </a:lnTo>
                  <a:lnTo>
                    <a:pt x="31306" y="0"/>
                  </a:lnTo>
                  <a:lnTo>
                    <a:pt x="53150" y="381"/>
                  </a:lnTo>
                  <a:lnTo>
                    <a:pt x="45466" y="33846"/>
                  </a:lnTo>
                  <a:cubicBezTo>
                    <a:pt x="43688" y="41466"/>
                    <a:pt x="42164" y="47308"/>
                    <a:pt x="39243" y="54864"/>
                  </a:cubicBezTo>
                  <a:lnTo>
                    <a:pt x="39433" y="54864"/>
                  </a:lnTo>
                  <a:cubicBezTo>
                    <a:pt x="47689" y="41974"/>
                    <a:pt x="60833" y="35687"/>
                    <a:pt x="73343" y="35941"/>
                  </a:cubicBezTo>
                  <a:cubicBezTo>
                    <a:pt x="94361" y="36322"/>
                    <a:pt x="106553" y="51245"/>
                    <a:pt x="106172" y="74041"/>
                  </a:cubicBezTo>
                  <a:cubicBezTo>
                    <a:pt x="105664" y="103823"/>
                    <a:pt x="88710" y="138938"/>
                    <a:pt x="53975" y="138367"/>
                  </a:cubicBezTo>
                  <a:cubicBezTo>
                    <a:pt x="40386" y="138113"/>
                    <a:pt x="27496" y="130747"/>
                    <a:pt x="24575" y="117221"/>
                  </a:cubicBezTo>
                  <a:close/>
                  <a:moveTo>
                    <a:pt x="83820" y="76518"/>
                  </a:moveTo>
                  <a:cubicBezTo>
                    <a:pt x="84074" y="62674"/>
                    <a:pt x="77216" y="54547"/>
                    <a:pt x="65596" y="54356"/>
                  </a:cubicBezTo>
                  <a:cubicBezTo>
                    <a:pt x="43942" y="53975"/>
                    <a:pt x="32322" y="78549"/>
                    <a:pt x="32004" y="97599"/>
                  </a:cubicBezTo>
                  <a:cubicBezTo>
                    <a:pt x="31750" y="111379"/>
                    <a:pt x="39497" y="119571"/>
                    <a:pt x="51308" y="119824"/>
                  </a:cubicBezTo>
                  <a:cubicBezTo>
                    <a:pt x="73343" y="120206"/>
                    <a:pt x="83439" y="95568"/>
                    <a:pt x="83820" y="765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7">
              <a:extLst>
                <a:ext uri="{FF2B5EF4-FFF2-40B4-BE49-F238E27FC236}">
                  <a16:creationId xmlns:a16="http://schemas.microsoft.com/office/drawing/2014/main" id="{DCF88FF7-18F9-4314-A75A-D3C01DD496B1}"/>
                </a:ext>
              </a:extLst>
            </p:cNvPr>
            <p:cNvSpPr/>
            <p:nvPr/>
          </p:nvSpPr>
          <p:spPr>
            <a:xfrm>
              <a:off x="4564411" y="6362685"/>
              <a:ext cx="94749" cy="102258"/>
            </a:xfrm>
            <a:custGeom>
              <a:avLst/>
              <a:gdLst>
                <a:gd name="connsiteX0" fmla="*/ 0 w 94749"/>
                <a:gd name="connsiteY0" fmla="*/ 75897 h 102258"/>
                <a:gd name="connsiteX1" fmla="*/ 36513 w 94749"/>
                <a:gd name="connsiteY1" fmla="*/ 43893 h 102258"/>
                <a:gd name="connsiteX2" fmla="*/ 71183 w 94749"/>
                <a:gd name="connsiteY2" fmla="*/ 40972 h 102258"/>
                <a:gd name="connsiteX3" fmla="*/ 72390 w 94749"/>
                <a:gd name="connsiteY3" fmla="*/ 36082 h 102258"/>
                <a:gd name="connsiteX4" fmla="*/ 53467 w 94749"/>
                <a:gd name="connsiteY4" fmla="*/ 17540 h 102258"/>
                <a:gd name="connsiteX5" fmla="*/ 19114 w 94749"/>
                <a:gd name="connsiteY5" fmla="*/ 23192 h 102258"/>
                <a:gd name="connsiteX6" fmla="*/ 23432 w 94749"/>
                <a:gd name="connsiteY6" fmla="*/ 4459 h 102258"/>
                <a:gd name="connsiteX7" fmla="*/ 55880 w 94749"/>
                <a:gd name="connsiteY7" fmla="*/ 14 h 102258"/>
                <a:gd name="connsiteX8" fmla="*/ 93472 w 94749"/>
                <a:gd name="connsiteY8" fmla="*/ 37606 h 102258"/>
                <a:gd name="connsiteX9" fmla="*/ 82804 w 94749"/>
                <a:gd name="connsiteY9" fmla="*/ 83834 h 102258"/>
                <a:gd name="connsiteX10" fmla="*/ 79820 w 94749"/>
                <a:gd name="connsiteY10" fmla="*/ 101106 h 102258"/>
                <a:gd name="connsiteX11" fmla="*/ 58547 w 94749"/>
                <a:gd name="connsiteY11" fmla="*/ 100725 h 102258"/>
                <a:gd name="connsiteX12" fmla="*/ 62675 w 94749"/>
                <a:gd name="connsiteY12" fmla="*/ 83961 h 102258"/>
                <a:gd name="connsiteX13" fmla="*/ 62484 w 94749"/>
                <a:gd name="connsiteY13" fmla="*/ 83961 h 102258"/>
                <a:gd name="connsiteX14" fmla="*/ 28956 w 94749"/>
                <a:gd name="connsiteY14" fmla="*/ 102249 h 102258"/>
                <a:gd name="connsiteX15" fmla="*/ 127 w 94749"/>
                <a:gd name="connsiteY15" fmla="*/ 75961 h 102258"/>
                <a:gd name="connsiteX16" fmla="*/ 66294 w 94749"/>
                <a:gd name="connsiteY16" fmla="*/ 62118 h 102258"/>
                <a:gd name="connsiteX17" fmla="*/ 67882 w 94749"/>
                <a:gd name="connsiteY17" fmla="*/ 55259 h 102258"/>
                <a:gd name="connsiteX18" fmla="*/ 40576 w 94749"/>
                <a:gd name="connsiteY18" fmla="*/ 57482 h 102258"/>
                <a:gd name="connsiteX19" fmla="*/ 21526 w 94749"/>
                <a:gd name="connsiteY19" fmla="*/ 73548 h 102258"/>
                <a:gd name="connsiteX20" fmla="*/ 35814 w 94749"/>
                <a:gd name="connsiteY20" fmla="*/ 85803 h 102258"/>
                <a:gd name="connsiteX21" fmla="*/ 66294 w 94749"/>
                <a:gd name="connsiteY21" fmla="*/ 62181 h 1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4749" h="102258">
                  <a:moveTo>
                    <a:pt x="0" y="75897"/>
                  </a:moveTo>
                  <a:cubicBezTo>
                    <a:pt x="381" y="56085"/>
                    <a:pt x="15240" y="45671"/>
                    <a:pt x="36513" y="43893"/>
                  </a:cubicBezTo>
                  <a:lnTo>
                    <a:pt x="71183" y="40972"/>
                  </a:lnTo>
                  <a:lnTo>
                    <a:pt x="72390" y="36082"/>
                  </a:lnTo>
                  <a:cubicBezTo>
                    <a:pt x="75502" y="22557"/>
                    <a:pt x="68897" y="17794"/>
                    <a:pt x="53467" y="17540"/>
                  </a:cubicBezTo>
                  <a:cubicBezTo>
                    <a:pt x="43497" y="17350"/>
                    <a:pt x="32893" y="18747"/>
                    <a:pt x="19114" y="23192"/>
                  </a:cubicBezTo>
                  <a:lnTo>
                    <a:pt x="23432" y="4459"/>
                  </a:lnTo>
                  <a:cubicBezTo>
                    <a:pt x="33718" y="1538"/>
                    <a:pt x="44895" y="-176"/>
                    <a:pt x="55880" y="14"/>
                  </a:cubicBezTo>
                  <a:cubicBezTo>
                    <a:pt x="84455" y="523"/>
                    <a:pt x="99378" y="11762"/>
                    <a:pt x="93472" y="37606"/>
                  </a:cubicBezTo>
                  <a:lnTo>
                    <a:pt x="82804" y="83834"/>
                  </a:lnTo>
                  <a:cubicBezTo>
                    <a:pt x="81597" y="89042"/>
                    <a:pt x="80264" y="94947"/>
                    <a:pt x="79820" y="101106"/>
                  </a:cubicBezTo>
                  <a:lnTo>
                    <a:pt x="58547" y="100725"/>
                  </a:lnTo>
                  <a:cubicBezTo>
                    <a:pt x="59309" y="95518"/>
                    <a:pt x="60515" y="89994"/>
                    <a:pt x="62675" y="83961"/>
                  </a:cubicBezTo>
                  <a:lnTo>
                    <a:pt x="62484" y="83961"/>
                  </a:lnTo>
                  <a:cubicBezTo>
                    <a:pt x="53785" y="97360"/>
                    <a:pt x="41720" y="102503"/>
                    <a:pt x="28956" y="102249"/>
                  </a:cubicBezTo>
                  <a:cubicBezTo>
                    <a:pt x="11747" y="101932"/>
                    <a:pt x="-190" y="91708"/>
                    <a:pt x="127" y="75961"/>
                  </a:cubicBezTo>
                  <a:close/>
                  <a:moveTo>
                    <a:pt x="66294" y="62118"/>
                  </a:moveTo>
                  <a:lnTo>
                    <a:pt x="67882" y="55259"/>
                  </a:lnTo>
                  <a:lnTo>
                    <a:pt x="40576" y="57482"/>
                  </a:lnTo>
                  <a:cubicBezTo>
                    <a:pt x="28765" y="58498"/>
                    <a:pt x="21653" y="64340"/>
                    <a:pt x="21526" y="73548"/>
                  </a:cubicBezTo>
                  <a:cubicBezTo>
                    <a:pt x="21400" y="81358"/>
                    <a:pt x="27114" y="85676"/>
                    <a:pt x="35814" y="85803"/>
                  </a:cubicBezTo>
                  <a:cubicBezTo>
                    <a:pt x="51435" y="86057"/>
                    <a:pt x="63182" y="75897"/>
                    <a:pt x="66294" y="621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8">
              <a:extLst>
                <a:ext uri="{FF2B5EF4-FFF2-40B4-BE49-F238E27FC236}">
                  <a16:creationId xmlns:a16="http://schemas.microsoft.com/office/drawing/2014/main" id="{FA74EBE5-03C5-47C6-B2EB-BD31F2C88B66}"/>
                </a:ext>
              </a:extLst>
            </p:cNvPr>
            <p:cNvSpPr/>
            <p:nvPr/>
          </p:nvSpPr>
          <p:spPr>
            <a:xfrm>
              <a:off x="4662074" y="6363906"/>
              <a:ext cx="123444" cy="138253"/>
            </a:xfrm>
            <a:custGeom>
              <a:avLst/>
              <a:gdLst>
                <a:gd name="connsiteX0" fmla="*/ 64 w 123444"/>
                <a:gd name="connsiteY0" fmla="*/ 136017 h 138253"/>
                <a:gd name="connsiteX1" fmla="*/ 4191 w 123444"/>
                <a:gd name="connsiteY1" fmla="*/ 117856 h 138253"/>
                <a:gd name="connsiteX2" fmla="*/ 16701 w 123444"/>
                <a:gd name="connsiteY2" fmla="*/ 119571 h 138253"/>
                <a:gd name="connsiteX3" fmla="*/ 35052 w 123444"/>
                <a:gd name="connsiteY3" fmla="*/ 108458 h 138253"/>
                <a:gd name="connsiteX4" fmla="*/ 39561 w 123444"/>
                <a:gd name="connsiteY4" fmla="*/ 100838 h 138253"/>
                <a:gd name="connsiteX5" fmla="*/ 24575 w 123444"/>
                <a:gd name="connsiteY5" fmla="*/ 0 h 138253"/>
                <a:gd name="connsiteX6" fmla="*/ 46609 w 123444"/>
                <a:gd name="connsiteY6" fmla="*/ 381 h 138253"/>
                <a:gd name="connsiteX7" fmla="*/ 55880 w 123444"/>
                <a:gd name="connsiteY7" fmla="*/ 75374 h 138253"/>
                <a:gd name="connsiteX8" fmla="*/ 56071 w 123444"/>
                <a:gd name="connsiteY8" fmla="*/ 75374 h 138253"/>
                <a:gd name="connsiteX9" fmla="*/ 98806 w 123444"/>
                <a:gd name="connsiteY9" fmla="*/ 1334 h 138253"/>
                <a:gd name="connsiteX10" fmla="*/ 123444 w 123444"/>
                <a:gd name="connsiteY10" fmla="*/ 1778 h 138253"/>
                <a:gd name="connsiteX11" fmla="*/ 54420 w 123444"/>
                <a:gd name="connsiteY11" fmla="*/ 115760 h 138253"/>
                <a:gd name="connsiteX12" fmla="*/ 17145 w 123444"/>
                <a:gd name="connsiteY12" fmla="*/ 138240 h 138253"/>
                <a:gd name="connsiteX13" fmla="*/ 0 w 123444"/>
                <a:gd name="connsiteY13" fmla="*/ 136080 h 138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3444" h="138253">
                  <a:moveTo>
                    <a:pt x="64" y="136017"/>
                  </a:moveTo>
                  <a:lnTo>
                    <a:pt x="4191" y="117856"/>
                  </a:lnTo>
                  <a:cubicBezTo>
                    <a:pt x="8573" y="119063"/>
                    <a:pt x="11875" y="119507"/>
                    <a:pt x="16701" y="119571"/>
                  </a:cubicBezTo>
                  <a:cubicBezTo>
                    <a:pt x="25527" y="119697"/>
                    <a:pt x="30607" y="116205"/>
                    <a:pt x="35052" y="108458"/>
                  </a:cubicBezTo>
                  <a:lnTo>
                    <a:pt x="39561" y="100838"/>
                  </a:lnTo>
                  <a:lnTo>
                    <a:pt x="24575" y="0"/>
                  </a:lnTo>
                  <a:lnTo>
                    <a:pt x="46609" y="381"/>
                  </a:lnTo>
                  <a:lnTo>
                    <a:pt x="55880" y="75374"/>
                  </a:lnTo>
                  <a:lnTo>
                    <a:pt x="56071" y="75374"/>
                  </a:lnTo>
                  <a:cubicBezTo>
                    <a:pt x="56071" y="75374"/>
                    <a:pt x="98806" y="1334"/>
                    <a:pt x="98806" y="1334"/>
                  </a:cubicBezTo>
                  <a:lnTo>
                    <a:pt x="123444" y="1778"/>
                  </a:lnTo>
                  <a:lnTo>
                    <a:pt x="54420" y="115760"/>
                  </a:lnTo>
                  <a:cubicBezTo>
                    <a:pt x="45212" y="131064"/>
                    <a:pt x="37275" y="138621"/>
                    <a:pt x="17145" y="138240"/>
                  </a:cubicBezTo>
                  <a:cubicBezTo>
                    <a:pt x="11176" y="138113"/>
                    <a:pt x="4890" y="137351"/>
                    <a:pt x="0" y="13608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9">
              <a:extLst>
                <a:ext uri="{FF2B5EF4-FFF2-40B4-BE49-F238E27FC236}">
                  <a16:creationId xmlns:a16="http://schemas.microsoft.com/office/drawing/2014/main" id="{F827AF90-847B-4F45-A436-ADD994BBCCA2}"/>
                </a:ext>
              </a:extLst>
            </p:cNvPr>
            <p:cNvSpPr/>
            <p:nvPr/>
          </p:nvSpPr>
          <p:spPr>
            <a:xfrm>
              <a:off x="4790716" y="6362690"/>
              <a:ext cx="95075" cy="102578"/>
            </a:xfrm>
            <a:custGeom>
              <a:avLst/>
              <a:gdLst>
                <a:gd name="connsiteX0" fmla="*/ 9 w 95075"/>
                <a:gd name="connsiteY0" fmla="*/ 62620 h 102578"/>
                <a:gd name="connsiteX1" fmla="*/ 57857 w 95075"/>
                <a:gd name="connsiteY1" fmla="*/ 9 h 102578"/>
                <a:gd name="connsiteX2" fmla="*/ 95068 w 95075"/>
                <a:gd name="connsiteY2" fmla="*/ 37728 h 102578"/>
                <a:gd name="connsiteX3" fmla="*/ 92401 w 95075"/>
                <a:gd name="connsiteY3" fmla="*/ 56206 h 102578"/>
                <a:gd name="connsiteX4" fmla="*/ 21916 w 95075"/>
                <a:gd name="connsiteY4" fmla="*/ 54937 h 102578"/>
                <a:gd name="connsiteX5" fmla="*/ 21345 w 95075"/>
                <a:gd name="connsiteY5" fmla="*/ 62112 h 102578"/>
                <a:gd name="connsiteX6" fmla="*/ 48396 w 95075"/>
                <a:gd name="connsiteY6" fmla="*/ 84528 h 102578"/>
                <a:gd name="connsiteX7" fmla="*/ 80654 w 95075"/>
                <a:gd name="connsiteY7" fmla="*/ 79638 h 102578"/>
                <a:gd name="connsiteX8" fmla="*/ 76209 w 95075"/>
                <a:gd name="connsiteY8" fmla="*/ 98561 h 102578"/>
                <a:gd name="connsiteX9" fmla="*/ 44141 w 95075"/>
                <a:gd name="connsiteY9" fmla="*/ 102562 h 102578"/>
                <a:gd name="connsiteX10" fmla="*/ 9 w 95075"/>
                <a:gd name="connsiteY10" fmla="*/ 62684 h 102578"/>
                <a:gd name="connsiteX11" fmla="*/ 25980 w 95075"/>
                <a:gd name="connsiteY11" fmla="*/ 40776 h 102578"/>
                <a:gd name="connsiteX12" fmla="*/ 73859 w 95075"/>
                <a:gd name="connsiteY12" fmla="*/ 41601 h 102578"/>
                <a:gd name="connsiteX13" fmla="*/ 73986 w 95075"/>
                <a:gd name="connsiteY13" fmla="*/ 39062 h 102578"/>
                <a:gd name="connsiteX14" fmla="*/ 55444 w 95075"/>
                <a:gd name="connsiteY14" fmla="*/ 18234 h 102578"/>
                <a:gd name="connsiteX15" fmla="*/ 25917 w 95075"/>
                <a:gd name="connsiteY15" fmla="*/ 40712 h 102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075" h="102578">
                  <a:moveTo>
                    <a:pt x="9" y="62620"/>
                  </a:moveTo>
                  <a:cubicBezTo>
                    <a:pt x="517" y="32267"/>
                    <a:pt x="21408" y="-626"/>
                    <a:pt x="57857" y="9"/>
                  </a:cubicBezTo>
                  <a:cubicBezTo>
                    <a:pt x="81479" y="454"/>
                    <a:pt x="95449" y="14931"/>
                    <a:pt x="95068" y="37728"/>
                  </a:cubicBezTo>
                  <a:cubicBezTo>
                    <a:pt x="94941" y="44142"/>
                    <a:pt x="93608" y="51444"/>
                    <a:pt x="92401" y="56206"/>
                  </a:cubicBezTo>
                  <a:lnTo>
                    <a:pt x="21916" y="54937"/>
                  </a:lnTo>
                  <a:cubicBezTo>
                    <a:pt x="21599" y="57350"/>
                    <a:pt x="21345" y="59762"/>
                    <a:pt x="21345" y="62112"/>
                  </a:cubicBezTo>
                  <a:cubicBezTo>
                    <a:pt x="21091" y="76907"/>
                    <a:pt x="30743" y="84210"/>
                    <a:pt x="48396" y="84528"/>
                  </a:cubicBezTo>
                  <a:cubicBezTo>
                    <a:pt x="57984" y="84718"/>
                    <a:pt x="68017" y="83766"/>
                    <a:pt x="80654" y="79638"/>
                  </a:cubicBezTo>
                  <a:lnTo>
                    <a:pt x="76209" y="98561"/>
                  </a:lnTo>
                  <a:cubicBezTo>
                    <a:pt x="66112" y="101355"/>
                    <a:pt x="55317" y="102752"/>
                    <a:pt x="44141" y="102562"/>
                  </a:cubicBezTo>
                  <a:cubicBezTo>
                    <a:pt x="15884" y="102054"/>
                    <a:pt x="-436" y="87512"/>
                    <a:pt x="9" y="62684"/>
                  </a:cubicBezTo>
                  <a:close/>
                  <a:moveTo>
                    <a:pt x="25980" y="40776"/>
                  </a:moveTo>
                  <a:lnTo>
                    <a:pt x="73859" y="41601"/>
                  </a:lnTo>
                  <a:cubicBezTo>
                    <a:pt x="73986" y="40649"/>
                    <a:pt x="73986" y="39824"/>
                    <a:pt x="73986" y="39062"/>
                  </a:cubicBezTo>
                  <a:cubicBezTo>
                    <a:pt x="74240" y="25473"/>
                    <a:pt x="67446" y="18487"/>
                    <a:pt x="55444" y="18234"/>
                  </a:cubicBezTo>
                  <a:cubicBezTo>
                    <a:pt x="41030" y="17980"/>
                    <a:pt x="31251" y="28330"/>
                    <a:pt x="25917" y="40712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20">
              <a:extLst>
                <a:ext uri="{FF2B5EF4-FFF2-40B4-BE49-F238E27FC236}">
                  <a16:creationId xmlns:a16="http://schemas.microsoft.com/office/drawing/2014/main" id="{D5EB02C9-B615-4C48-AC67-7182B47A1FC5}"/>
                </a:ext>
              </a:extLst>
            </p:cNvPr>
            <p:cNvSpPr/>
            <p:nvPr/>
          </p:nvSpPr>
          <p:spPr>
            <a:xfrm>
              <a:off x="4897469" y="6363200"/>
              <a:ext cx="75691" cy="99765"/>
            </a:xfrm>
            <a:custGeom>
              <a:avLst/>
              <a:gdLst>
                <a:gd name="connsiteX0" fmla="*/ 22606 w 75691"/>
                <a:gd name="connsiteY0" fmla="*/ 1150 h 99765"/>
                <a:gd name="connsiteX1" fmla="*/ 43434 w 75691"/>
                <a:gd name="connsiteY1" fmla="*/ 1531 h 99765"/>
                <a:gd name="connsiteX2" fmla="*/ 38163 w 75691"/>
                <a:gd name="connsiteY2" fmla="*/ 20771 h 99765"/>
                <a:gd name="connsiteX3" fmla="*/ 38354 w 75691"/>
                <a:gd name="connsiteY3" fmla="*/ 20771 h 99765"/>
                <a:gd name="connsiteX4" fmla="*/ 75692 w 75691"/>
                <a:gd name="connsiteY4" fmla="*/ 7 h 99765"/>
                <a:gd name="connsiteX5" fmla="*/ 70739 w 75691"/>
                <a:gd name="connsiteY5" fmla="*/ 21407 h 99765"/>
                <a:gd name="connsiteX6" fmla="*/ 34226 w 75691"/>
                <a:gd name="connsiteY6" fmla="*/ 45727 h 99765"/>
                <a:gd name="connsiteX7" fmla="*/ 21844 w 75691"/>
                <a:gd name="connsiteY7" fmla="*/ 99765 h 99765"/>
                <a:gd name="connsiteX8" fmla="*/ 0 w 75691"/>
                <a:gd name="connsiteY8" fmla="*/ 99384 h 99765"/>
                <a:gd name="connsiteX9" fmla="*/ 22669 w 75691"/>
                <a:gd name="connsiteY9" fmla="*/ 1150 h 9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691" h="99765">
                  <a:moveTo>
                    <a:pt x="22606" y="1150"/>
                  </a:moveTo>
                  <a:lnTo>
                    <a:pt x="43434" y="1531"/>
                  </a:lnTo>
                  <a:cubicBezTo>
                    <a:pt x="42227" y="7183"/>
                    <a:pt x="40449" y="14040"/>
                    <a:pt x="38163" y="20771"/>
                  </a:cubicBezTo>
                  <a:lnTo>
                    <a:pt x="38354" y="20771"/>
                  </a:lnTo>
                  <a:cubicBezTo>
                    <a:pt x="47815" y="6230"/>
                    <a:pt x="60896" y="-247"/>
                    <a:pt x="75692" y="7"/>
                  </a:cubicBezTo>
                  <a:lnTo>
                    <a:pt x="70739" y="21407"/>
                  </a:lnTo>
                  <a:cubicBezTo>
                    <a:pt x="51117" y="21089"/>
                    <a:pt x="38354" y="28074"/>
                    <a:pt x="34226" y="45727"/>
                  </a:cubicBezTo>
                  <a:lnTo>
                    <a:pt x="21844" y="99765"/>
                  </a:lnTo>
                  <a:lnTo>
                    <a:pt x="0" y="99384"/>
                  </a:lnTo>
                  <a:lnTo>
                    <a:pt x="22669" y="115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1">
              <a:extLst>
                <a:ext uri="{FF2B5EF4-FFF2-40B4-BE49-F238E27FC236}">
                  <a16:creationId xmlns:a16="http://schemas.microsoft.com/office/drawing/2014/main" id="{1918059A-9D05-4C58-B4FC-B6079723FEB1}"/>
                </a:ext>
              </a:extLst>
            </p:cNvPr>
            <p:cNvSpPr/>
            <p:nvPr/>
          </p:nvSpPr>
          <p:spPr>
            <a:xfrm>
              <a:off x="4975635" y="6436612"/>
              <a:ext cx="27372" cy="27372"/>
            </a:xfrm>
            <a:custGeom>
              <a:avLst/>
              <a:gdLst>
                <a:gd name="connsiteX0" fmla="*/ 2 w 27372"/>
                <a:gd name="connsiteY0" fmla="*/ 13527 h 27372"/>
                <a:gd name="connsiteX1" fmla="*/ 13845 w 27372"/>
                <a:gd name="connsiteY1" fmla="*/ 2 h 27372"/>
                <a:gd name="connsiteX2" fmla="*/ 27370 w 27372"/>
                <a:gd name="connsiteY2" fmla="*/ 14035 h 27372"/>
                <a:gd name="connsiteX3" fmla="*/ 13337 w 27372"/>
                <a:gd name="connsiteY3" fmla="*/ 27370 h 27372"/>
                <a:gd name="connsiteX4" fmla="*/ 2 w 27372"/>
                <a:gd name="connsiteY4" fmla="*/ 13527 h 27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372" h="27372">
                  <a:moveTo>
                    <a:pt x="2" y="13527"/>
                  </a:moveTo>
                  <a:cubicBezTo>
                    <a:pt x="129" y="5971"/>
                    <a:pt x="6288" y="-125"/>
                    <a:pt x="13845" y="2"/>
                  </a:cubicBezTo>
                  <a:cubicBezTo>
                    <a:pt x="21401" y="129"/>
                    <a:pt x="27498" y="6479"/>
                    <a:pt x="27370" y="14035"/>
                  </a:cubicBezTo>
                  <a:cubicBezTo>
                    <a:pt x="27243" y="21401"/>
                    <a:pt x="20893" y="27497"/>
                    <a:pt x="13337" y="27370"/>
                  </a:cubicBezTo>
                  <a:cubicBezTo>
                    <a:pt x="5781" y="27243"/>
                    <a:pt x="-125" y="20893"/>
                    <a:pt x="2" y="1352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7B67B7E-22F1-4440-97F4-D75C74570073}"/>
                </a:ext>
              </a:extLst>
            </p:cNvPr>
            <p:cNvSpPr/>
            <p:nvPr/>
          </p:nvSpPr>
          <p:spPr>
            <a:xfrm>
              <a:off x="5036270" y="6362815"/>
              <a:ext cx="88337" cy="102447"/>
            </a:xfrm>
            <a:custGeom>
              <a:avLst/>
              <a:gdLst>
                <a:gd name="connsiteX0" fmla="*/ 9 w 88337"/>
                <a:gd name="connsiteY0" fmla="*/ 61226 h 102447"/>
                <a:gd name="connsiteX1" fmla="*/ 58112 w 88337"/>
                <a:gd name="connsiteY1" fmla="*/ 12 h 102447"/>
                <a:gd name="connsiteX2" fmla="*/ 88338 w 88337"/>
                <a:gd name="connsiteY2" fmla="*/ 6489 h 102447"/>
                <a:gd name="connsiteX3" fmla="*/ 84083 w 88337"/>
                <a:gd name="connsiteY3" fmla="*/ 24650 h 102447"/>
                <a:gd name="connsiteX4" fmla="*/ 58620 w 88337"/>
                <a:gd name="connsiteY4" fmla="*/ 18554 h 102447"/>
                <a:gd name="connsiteX5" fmla="*/ 22361 w 88337"/>
                <a:gd name="connsiteY5" fmla="*/ 60146 h 102447"/>
                <a:gd name="connsiteX6" fmla="*/ 45285 w 88337"/>
                <a:gd name="connsiteY6" fmla="*/ 84022 h 102447"/>
                <a:gd name="connsiteX7" fmla="*/ 71510 w 88337"/>
                <a:gd name="connsiteY7" fmla="*/ 79260 h 102447"/>
                <a:gd name="connsiteX8" fmla="*/ 67002 w 88337"/>
                <a:gd name="connsiteY8" fmla="*/ 98691 h 102447"/>
                <a:gd name="connsiteX9" fmla="*/ 41157 w 88337"/>
                <a:gd name="connsiteY9" fmla="*/ 102438 h 102447"/>
                <a:gd name="connsiteX10" fmla="*/ 9 w 88337"/>
                <a:gd name="connsiteY10" fmla="*/ 61226 h 10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337" h="102447">
                  <a:moveTo>
                    <a:pt x="9" y="61226"/>
                  </a:moveTo>
                  <a:cubicBezTo>
                    <a:pt x="454" y="34619"/>
                    <a:pt x="17027" y="-750"/>
                    <a:pt x="58112" y="12"/>
                  </a:cubicBezTo>
                  <a:cubicBezTo>
                    <a:pt x="69351" y="202"/>
                    <a:pt x="79257" y="2425"/>
                    <a:pt x="88338" y="6489"/>
                  </a:cubicBezTo>
                  <a:lnTo>
                    <a:pt x="84083" y="24650"/>
                  </a:lnTo>
                  <a:cubicBezTo>
                    <a:pt x="75130" y="20205"/>
                    <a:pt x="67002" y="18681"/>
                    <a:pt x="58620" y="18554"/>
                  </a:cubicBezTo>
                  <a:cubicBezTo>
                    <a:pt x="34807" y="18109"/>
                    <a:pt x="22679" y="39763"/>
                    <a:pt x="22361" y="60146"/>
                  </a:cubicBezTo>
                  <a:cubicBezTo>
                    <a:pt x="22107" y="74942"/>
                    <a:pt x="30807" y="83769"/>
                    <a:pt x="45285" y="84022"/>
                  </a:cubicBezTo>
                  <a:cubicBezTo>
                    <a:pt x="52460" y="84150"/>
                    <a:pt x="61096" y="83007"/>
                    <a:pt x="71510" y="79260"/>
                  </a:cubicBezTo>
                  <a:lnTo>
                    <a:pt x="67002" y="98691"/>
                  </a:lnTo>
                  <a:cubicBezTo>
                    <a:pt x="58556" y="101421"/>
                    <a:pt x="50301" y="102564"/>
                    <a:pt x="41157" y="102438"/>
                  </a:cubicBezTo>
                  <a:cubicBezTo>
                    <a:pt x="15376" y="101993"/>
                    <a:pt x="-435" y="85610"/>
                    <a:pt x="9" y="61226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896965C-6A0A-481A-A254-D250FFF2AA2C}"/>
                </a:ext>
              </a:extLst>
            </p:cNvPr>
            <p:cNvSpPr/>
            <p:nvPr/>
          </p:nvSpPr>
          <p:spPr>
            <a:xfrm>
              <a:off x="5136219" y="6362689"/>
              <a:ext cx="96539" cy="102382"/>
            </a:xfrm>
            <a:custGeom>
              <a:avLst/>
              <a:gdLst>
                <a:gd name="connsiteX0" fmla="*/ 10 w 96539"/>
                <a:gd name="connsiteY0" fmla="*/ 63447 h 102382"/>
                <a:gd name="connsiteX1" fmla="*/ 57604 w 96539"/>
                <a:gd name="connsiteY1" fmla="*/ 10 h 102382"/>
                <a:gd name="connsiteX2" fmla="*/ 96530 w 96539"/>
                <a:gd name="connsiteY2" fmla="*/ 38936 h 102382"/>
                <a:gd name="connsiteX3" fmla="*/ 38935 w 96539"/>
                <a:gd name="connsiteY3" fmla="*/ 102372 h 102382"/>
                <a:gd name="connsiteX4" fmla="*/ 10 w 96539"/>
                <a:gd name="connsiteY4" fmla="*/ 63447 h 102382"/>
                <a:gd name="connsiteX5" fmla="*/ 74241 w 96539"/>
                <a:gd name="connsiteY5" fmla="*/ 39889 h 102382"/>
                <a:gd name="connsiteX6" fmla="*/ 55826 w 96539"/>
                <a:gd name="connsiteY6" fmla="*/ 18807 h 102382"/>
                <a:gd name="connsiteX7" fmla="*/ 22425 w 96539"/>
                <a:gd name="connsiteY7" fmla="*/ 62431 h 102382"/>
                <a:gd name="connsiteX8" fmla="*/ 40840 w 96539"/>
                <a:gd name="connsiteY8" fmla="*/ 83513 h 102382"/>
                <a:gd name="connsiteX9" fmla="*/ 74241 w 96539"/>
                <a:gd name="connsiteY9" fmla="*/ 39889 h 102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539" h="102382">
                  <a:moveTo>
                    <a:pt x="10" y="63447"/>
                  </a:moveTo>
                  <a:cubicBezTo>
                    <a:pt x="518" y="33602"/>
                    <a:pt x="19504" y="-688"/>
                    <a:pt x="57604" y="10"/>
                  </a:cubicBezTo>
                  <a:cubicBezTo>
                    <a:pt x="82560" y="455"/>
                    <a:pt x="96974" y="15251"/>
                    <a:pt x="96530" y="38936"/>
                  </a:cubicBezTo>
                  <a:cubicBezTo>
                    <a:pt x="96022" y="68781"/>
                    <a:pt x="77035" y="103071"/>
                    <a:pt x="38935" y="102372"/>
                  </a:cubicBezTo>
                  <a:cubicBezTo>
                    <a:pt x="14170" y="101928"/>
                    <a:pt x="-435" y="87259"/>
                    <a:pt x="10" y="63447"/>
                  </a:cubicBezTo>
                  <a:close/>
                  <a:moveTo>
                    <a:pt x="74241" y="39889"/>
                  </a:moveTo>
                  <a:cubicBezTo>
                    <a:pt x="74495" y="25919"/>
                    <a:pt x="67891" y="18997"/>
                    <a:pt x="55826" y="18807"/>
                  </a:cubicBezTo>
                  <a:cubicBezTo>
                    <a:pt x="31188" y="18362"/>
                    <a:pt x="22679" y="47127"/>
                    <a:pt x="22425" y="62431"/>
                  </a:cubicBezTo>
                  <a:cubicBezTo>
                    <a:pt x="22171" y="76401"/>
                    <a:pt x="28775" y="83322"/>
                    <a:pt x="40840" y="83513"/>
                  </a:cubicBezTo>
                  <a:cubicBezTo>
                    <a:pt x="65478" y="83957"/>
                    <a:pt x="73987" y="55192"/>
                    <a:pt x="74241" y="39889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4">
              <a:extLst>
                <a:ext uri="{FF2B5EF4-FFF2-40B4-BE49-F238E27FC236}">
                  <a16:creationId xmlns:a16="http://schemas.microsoft.com/office/drawing/2014/main" id="{89B2D99A-81F8-4AB3-8534-7151923E86B7}"/>
                </a:ext>
              </a:extLst>
            </p:cNvPr>
            <p:cNvSpPr/>
            <p:nvPr/>
          </p:nvSpPr>
          <p:spPr>
            <a:xfrm>
              <a:off x="5244686" y="6362437"/>
              <a:ext cx="152325" cy="101799"/>
            </a:xfrm>
            <a:custGeom>
              <a:avLst/>
              <a:gdLst>
                <a:gd name="connsiteX0" fmla="*/ 22670 w 152325"/>
                <a:gd name="connsiteY0" fmla="*/ 1152 h 101799"/>
                <a:gd name="connsiteX1" fmla="*/ 43498 w 152325"/>
                <a:gd name="connsiteY1" fmla="*/ 1533 h 101799"/>
                <a:gd name="connsiteX2" fmla="*/ 38545 w 152325"/>
                <a:gd name="connsiteY2" fmla="*/ 19884 h 101799"/>
                <a:gd name="connsiteX3" fmla="*/ 38735 w 152325"/>
                <a:gd name="connsiteY3" fmla="*/ 19884 h 101799"/>
                <a:gd name="connsiteX4" fmla="*/ 70803 w 152325"/>
                <a:gd name="connsiteY4" fmla="*/ 9 h 101799"/>
                <a:gd name="connsiteX5" fmla="*/ 95187 w 152325"/>
                <a:gd name="connsiteY5" fmla="*/ 19821 h 101799"/>
                <a:gd name="connsiteX6" fmla="*/ 95377 w 152325"/>
                <a:gd name="connsiteY6" fmla="*/ 19821 h 101799"/>
                <a:gd name="connsiteX7" fmla="*/ 127635 w 152325"/>
                <a:gd name="connsiteY7" fmla="*/ 1025 h 101799"/>
                <a:gd name="connsiteX8" fmla="*/ 150432 w 152325"/>
                <a:gd name="connsiteY8" fmla="*/ 37982 h 101799"/>
                <a:gd name="connsiteX9" fmla="*/ 133795 w 152325"/>
                <a:gd name="connsiteY9" fmla="*/ 101799 h 101799"/>
                <a:gd name="connsiteX10" fmla="*/ 111951 w 152325"/>
                <a:gd name="connsiteY10" fmla="*/ 101418 h 101799"/>
                <a:gd name="connsiteX11" fmla="*/ 127953 w 152325"/>
                <a:gd name="connsiteY11" fmla="*/ 39950 h 101799"/>
                <a:gd name="connsiteX12" fmla="*/ 117412 w 152325"/>
                <a:gd name="connsiteY12" fmla="*/ 19757 h 101799"/>
                <a:gd name="connsiteX13" fmla="*/ 91440 w 152325"/>
                <a:gd name="connsiteY13" fmla="*/ 45983 h 101799"/>
                <a:gd name="connsiteX14" fmla="*/ 77915 w 152325"/>
                <a:gd name="connsiteY14" fmla="*/ 100847 h 101799"/>
                <a:gd name="connsiteX15" fmla="*/ 55943 w 152325"/>
                <a:gd name="connsiteY15" fmla="*/ 100466 h 101799"/>
                <a:gd name="connsiteX16" fmla="*/ 71184 w 152325"/>
                <a:gd name="connsiteY16" fmla="*/ 38934 h 101799"/>
                <a:gd name="connsiteX17" fmla="*/ 60579 w 152325"/>
                <a:gd name="connsiteY17" fmla="*/ 18741 h 101799"/>
                <a:gd name="connsiteX18" fmla="*/ 34607 w 152325"/>
                <a:gd name="connsiteY18" fmla="*/ 44967 h 101799"/>
                <a:gd name="connsiteX19" fmla="*/ 21844 w 152325"/>
                <a:gd name="connsiteY19" fmla="*/ 99831 h 101799"/>
                <a:gd name="connsiteX20" fmla="*/ 0 w 152325"/>
                <a:gd name="connsiteY20" fmla="*/ 99450 h 101799"/>
                <a:gd name="connsiteX21" fmla="*/ 22796 w 152325"/>
                <a:gd name="connsiteY21" fmla="*/ 1215 h 101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2325" h="101799">
                  <a:moveTo>
                    <a:pt x="22670" y="1152"/>
                  </a:moveTo>
                  <a:lnTo>
                    <a:pt x="43498" y="1533"/>
                  </a:lnTo>
                  <a:cubicBezTo>
                    <a:pt x="42482" y="6422"/>
                    <a:pt x="40767" y="13280"/>
                    <a:pt x="38545" y="19884"/>
                  </a:cubicBezTo>
                  <a:lnTo>
                    <a:pt x="38735" y="19884"/>
                  </a:lnTo>
                  <a:cubicBezTo>
                    <a:pt x="45085" y="8009"/>
                    <a:pt x="55817" y="-309"/>
                    <a:pt x="70803" y="9"/>
                  </a:cubicBezTo>
                  <a:cubicBezTo>
                    <a:pt x="85027" y="263"/>
                    <a:pt x="94107" y="7883"/>
                    <a:pt x="95187" y="19821"/>
                  </a:cubicBezTo>
                  <a:lnTo>
                    <a:pt x="95377" y="19821"/>
                  </a:lnTo>
                  <a:cubicBezTo>
                    <a:pt x="102426" y="9216"/>
                    <a:pt x="113221" y="771"/>
                    <a:pt x="127635" y="1025"/>
                  </a:cubicBezTo>
                  <a:cubicBezTo>
                    <a:pt x="147638" y="1406"/>
                    <a:pt x="156528" y="14741"/>
                    <a:pt x="150432" y="37982"/>
                  </a:cubicBezTo>
                  <a:lnTo>
                    <a:pt x="133795" y="101799"/>
                  </a:lnTo>
                  <a:lnTo>
                    <a:pt x="111951" y="101418"/>
                  </a:lnTo>
                  <a:lnTo>
                    <a:pt x="127953" y="39950"/>
                  </a:lnTo>
                  <a:cubicBezTo>
                    <a:pt x="131445" y="26869"/>
                    <a:pt x="128778" y="19948"/>
                    <a:pt x="117412" y="19757"/>
                  </a:cubicBezTo>
                  <a:cubicBezTo>
                    <a:pt x="105220" y="19567"/>
                    <a:pt x="95568" y="29600"/>
                    <a:pt x="91440" y="45983"/>
                  </a:cubicBezTo>
                  <a:lnTo>
                    <a:pt x="77915" y="100847"/>
                  </a:lnTo>
                  <a:lnTo>
                    <a:pt x="55943" y="100466"/>
                  </a:lnTo>
                  <a:lnTo>
                    <a:pt x="71184" y="38934"/>
                  </a:lnTo>
                  <a:cubicBezTo>
                    <a:pt x="74485" y="25853"/>
                    <a:pt x="71818" y="18932"/>
                    <a:pt x="60579" y="18741"/>
                  </a:cubicBezTo>
                  <a:cubicBezTo>
                    <a:pt x="48514" y="18551"/>
                    <a:pt x="38418" y="28520"/>
                    <a:pt x="34607" y="44967"/>
                  </a:cubicBezTo>
                  <a:lnTo>
                    <a:pt x="21844" y="99831"/>
                  </a:lnTo>
                  <a:lnTo>
                    <a:pt x="0" y="99450"/>
                  </a:lnTo>
                  <a:lnTo>
                    <a:pt x="22796" y="1215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0" name="Graphic 5">
            <a:extLst>
              <a:ext uri="{FF2B5EF4-FFF2-40B4-BE49-F238E27FC236}">
                <a16:creationId xmlns:a16="http://schemas.microsoft.com/office/drawing/2014/main" id="{B03B2D53-07C3-4D83-8AA4-DB07A6CBBE0C}"/>
              </a:ext>
            </a:extLst>
          </p:cNvPr>
          <p:cNvGrpSpPr/>
          <p:nvPr userDrawn="1"/>
        </p:nvGrpSpPr>
        <p:grpSpPr>
          <a:xfrm>
            <a:off x="757872" y="2481643"/>
            <a:ext cx="1711578" cy="1711578"/>
            <a:chOff x="4834985" y="2481643"/>
            <a:chExt cx="1711578" cy="1711578"/>
          </a:xfrm>
        </p:grpSpPr>
        <p:grpSp>
          <p:nvGrpSpPr>
            <p:cNvPr id="81" name="Graphic 5">
              <a:extLst>
                <a:ext uri="{FF2B5EF4-FFF2-40B4-BE49-F238E27FC236}">
                  <a16:creationId xmlns:a16="http://schemas.microsoft.com/office/drawing/2014/main" id="{7CF269F6-C98C-438E-A978-60F11CC0AFBE}"/>
                </a:ext>
              </a:extLst>
            </p:cNvPr>
            <p:cNvGrpSpPr/>
            <p:nvPr/>
          </p:nvGrpSpPr>
          <p:grpSpPr>
            <a:xfrm>
              <a:off x="5009102" y="2645727"/>
              <a:ext cx="1385188" cy="1386649"/>
              <a:chOff x="5009102" y="2645727"/>
              <a:chExt cx="1385188" cy="1386649"/>
            </a:xfrm>
            <a:solidFill>
              <a:srgbClr val="FFFFFF"/>
            </a:solidFill>
          </p:grpSpPr>
          <p:sp>
            <p:nvSpPr>
              <p:cNvPr id="84" name="Freeform: Shape 78">
                <a:extLst>
                  <a:ext uri="{FF2B5EF4-FFF2-40B4-BE49-F238E27FC236}">
                    <a16:creationId xmlns:a16="http://schemas.microsoft.com/office/drawing/2014/main" id="{413DF7BE-865E-4E75-A1D8-D3C288A80C51}"/>
                  </a:ext>
                </a:extLst>
              </p:cNvPr>
              <p:cNvSpPr/>
              <p:nvPr/>
            </p:nvSpPr>
            <p:spPr>
              <a:xfrm>
                <a:off x="5583586" y="2645727"/>
                <a:ext cx="236664" cy="236791"/>
              </a:xfrm>
              <a:custGeom>
                <a:avLst/>
                <a:gdLst>
                  <a:gd name="connsiteX0" fmla="*/ 56388 w 236664"/>
                  <a:gd name="connsiteY0" fmla="*/ 90170 h 236791"/>
                  <a:gd name="connsiteX1" fmla="*/ 155004 w 236664"/>
                  <a:gd name="connsiteY1" fmla="*/ 90170 h 236791"/>
                  <a:gd name="connsiteX2" fmla="*/ 174752 w 236664"/>
                  <a:gd name="connsiteY2" fmla="*/ 70421 h 236791"/>
                  <a:gd name="connsiteX3" fmla="*/ 155004 w 236664"/>
                  <a:gd name="connsiteY3" fmla="*/ 50673 h 236791"/>
                  <a:gd name="connsiteX4" fmla="*/ 56388 w 236664"/>
                  <a:gd name="connsiteY4" fmla="*/ 50673 h 236791"/>
                  <a:gd name="connsiteX5" fmla="*/ 56388 w 236664"/>
                  <a:gd name="connsiteY5" fmla="*/ 90170 h 236791"/>
                  <a:gd name="connsiteX6" fmla="*/ 56388 w 236664"/>
                  <a:gd name="connsiteY6" fmla="*/ 185992 h 236791"/>
                  <a:gd name="connsiteX7" fmla="*/ 157924 w 236664"/>
                  <a:gd name="connsiteY7" fmla="*/ 185992 h 236791"/>
                  <a:gd name="connsiteX8" fmla="*/ 180404 w 236664"/>
                  <a:gd name="connsiteY8" fmla="*/ 163386 h 236791"/>
                  <a:gd name="connsiteX9" fmla="*/ 157924 w 236664"/>
                  <a:gd name="connsiteY9" fmla="*/ 140843 h 236791"/>
                  <a:gd name="connsiteX10" fmla="*/ 56388 w 236664"/>
                  <a:gd name="connsiteY10" fmla="*/ 140843 h 236791"/>
                  <a:gd name="connsiteX11" fmla="*/ 56388 w 236664"/>
                  <a:gd name="connsiteY11" fmla="*/ 185928 h 236791"/>
                  <a:gd name="connsiteX12" fmla="*/ 214948 w 236664"/>
                  <a:gd name="connsiteY12" fmla="*/ 113411 h 236791"/>
                  <a:gd name="connsiteX13" fmla="*/ 236665 w 236664"/>
                  <a:gd name="connsiteY13" fmla="*/ 164910 h 236791"/>
                  <a:gd name="connsiteX14" fmla="*/ 164910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88 h 236791"/>
                  <a:gd name="connsiteX19" fmla="*/ 214948 w 236664"/>
                  <a:gd name="connsiteY19" fmla="*/ 113474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170"/>
                    </a:moveTo>
                    <a:lnTo>
                      <a:pt x="155004" y="90170"/>
                    </a:lnTo>
                    <a:cubicBezTo>
                      <a:pt x="165862" y="90170"/>
                      <a:pt x="174752" y="81343"/>
                      <a:pt x="174752" y="70421"/>
                    </a:cubicBezTo>
                    <a:cubicBezTo>
                      <a:pt x="174752" y="59499"/>
                      <a:pt x="165862" y="50673"/>
                      <a:pt x="155004" y="50673"/>
                    </a:cubicBezTo>
                    <a:lnTo>
                      <a:pt x="56388" y="50673"/>
                    </a:lnTo>
                    <a:lnTo>
                      <a:pt x="56388" y="90170"/>
                    </a:lnTo>
                    <a:close/>
                    <a:moveTo>
                      <a:pt x="56388" y="185992"/>
                    </a:moveTo>
                    <a:lnTo>
                      <a:pt x="157924" y="185992"/>
                    </a:lnTo>
                    <a:cubicBezTo>
                      <a:pt x="170371" y="185992"/>
                      <a:pt x="180404" y="175895"/>
                      <a:pt x="180404" y="163386"/>
                    </a:cubicBezTo>
                    <a:cubicBezTo>
                      <a:pt x="180404" y="150876"/>
                      <a:pt x="170371" y="140843"/>
                      <a:pt x="157924" y="140843"/>
                    </a:cubicBezTo>
                    <a:lnTo>
                      <a:pt x="56388" y="140843"/>
                    </a:lnTo>
                    <a:lnTo>
                      <a:pt x="56388" y="185928"/>
                    </a:lnTo>
                    <a:close/>
                    <a:moveTo>
                      <a:pt x="214948" y="113411"/>
                    </a:moveTo>
                    <a:cubicBezTo>
                      <a:pt x="228346" y="126492"/>
                      <a:pt x="236665" y="144717"/>
                      <a:pt x="236665" y="164910"/>
                    </a:cubicBezTo>
                    <a:cubicBezTo>
                      <a:pt x="236665" y="204533"/>
                      <a:pt x="204534" y="236728"/>
                      <a:pt x="164910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16" y="64"/>
                      <a:pt x="231077" y="30988"/>
                      <a:pt x="231077" y="69088"/>
                    </a:cubicBezTo>
                    <a:cubicBezTo>
                      <a:pt x="231077" y="85979"/>
                      <a:pt x="224980" y="101473"/>
                      <a:pt x="214948" y="1134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79">
                <a:extLst>
                  <a:ext uri="{FF2B5EF4-FFF2-40B4-BE49-F238E27FC236}">
                    <a16:creationId xmlns:a16="http://schemas.microsoft.com/office/drawing/2014/main" id="{BEBADCC9-D13D-4F76-A4C1-23402B4CC524}"/>
                  </a:ext>
                </a:extLst>
              </p:cNvPr>
              <p:cNvSpPr/>
              <p:nvPr/>
            </p:nvSpPr>
            <p:spPr>
              <a:xfrm>
                <a:off x="5544914" y="2927667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5 w 291592"/>
                  <a:gd name="connsiteY3" fmla="*/ 197295 h 236727"/>
                  <a:gd name="connsiteX4" fmla="*/ 60515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33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5" y="197295"/>
                    </a:lnTo>
                    <a:lnTo>
                      <a:pt x="60515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33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: Shape 80">
                <a:extLst>
                  <a:ext uri="{FF2B5EF4-FFF2-40B4-BE49-F238E27FC236}">
                    <a16:creationId xmlns:a16="http://schemas.microsoft.com/office/drawing/2014/main" id="{194EE38B-32D7-426C-B64A-A64C64DD72B1}"/>
                  </a:ext>
                </a:extLst>
              </p:cNvPr>
              <p:cNvSpPr/>
              <p:nvPr/>
            </p:nvSpPr>
            <p:spPr>
              <a:xfrm>
                <a:off x="5542438" y="3215195"/>
                <a:ext cx="296481" cy="236664"/>
              </a:xfrm>
              <a:custGeom>
                <a:avLst/>
                <a:gdLst>
                  <a:gd name="connsiteX0" fmla="*/ 228663 w 296481"/>
                  <a:gd name="connsiteY0" fmla="*/ 0 h 236664"/>
                  <a:gd name="connsiteX1" fmla="*/ 296482 w 296481"/>
                  <a:gd name="connsiteY1" fmla="*/ 0 h 236664"/>
                  <a:gd name="connsiteX2" fmla="*/ 176466 w 296481"/>
                  <a:gd name="connsiteY2" fmla="*/ 154114 h 236664"/>
                  <a:gd name="connsiteX3" fmla="*/ 176466 w 296481"/>
                  <a:gd name="connsiteY3" fmla="*/ 236664 h 236664"/>
                  <a:gd name="connsiteX4" fmla="*/ 120079 w 296481"/>
                  <a:gd name="connsiteY4" fmla="*/ 236664 h 236664"/>
                  <a:gd name="connsiteX5" fmla="*/ 120079 w 296481"/>
                  <a:gd name="connsiteY5" fmla="*/ 154114 h 236664"/>
                  <a:gd name="connsiteX6" fmla="*/ 0 w 296481"/>
                  <a:gd name="connsiteY6" fmla="*/ 0 h 236664"/>
                  <a:gd name="connsiteX7" fmla="*/ 67818 w 296481"/>
                  <a:gd name="connsiteY7" fmla="*/ 0 h 236664"/>
                  <a:gd name="connsiteX8" fmla="*/ 148272 w 296481"/>
                  <a:gd name="connsiteY8" fmla="*/ 107760 h 236664"/>
                  <a:gd name="connsiteX9" fmla="*/ 228663 w 296481"/>
                  <a:gd name="connsiteY9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481" h="236664">
                    <a:moveTo>
                      <a:pt x="228663" y="0"/>
                    </a:moveTo>
                    <a:lnTo>
                      <a:pt x="296482" y="0"/>
                    </a:lnTo>
                    <a:lnTo>
                      <a:pt x="176466" y="154114"/>
                    </a:lnTo>
                    <a:lnTo>
                      <a:pt x="176466" y="236664"/>
                    </a:lnTo>
                    <a:lnTo>
                      <a:pt x="120079" y="236664"/>
                    </a:lnTo>
                    <a:lnTo>
                      <a:pt x="120079" y="154114"/>
                    </a:lnTo>
                    <a:lnTo>
                      <a:pt x="0" y="0"/>
                    </a:lnTo>
                    <a:lnTo>
                      <a:pt x="67818" y="0"/>
                    </a:lnTo>
                    <a:lnTo>
                      <a:pt x="148272" y="107760"/>
                    </a:lnTo>
                    <a:lnTo>
                      <a:pt x="228663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: Shape 81">
                <a:extLst>
                  <a:ext uri="{FF2B5EF4-FFF2-40B4-BE49-F238E27FC236}">
                    <a16:creationId xmlns:a16="http://schemas.microsoft.com/office/drawing/2014/main" id="{77B4F068-3F95-4FA3-A04D-232D5180FFEE}"/>
                  </a:ext>
                </a:extLst>
              </p:cNvPr>
              <p:cNvSpPr/>
              <p:nvPr/>
            </p:nvSpPr>
            <p:spPr>
              <a:xfrm>
                <a:off x="5870733" y="3215195"/>
                <a:ext cx="214185" cy="236664"/>
              </a:xfrm>
              <a:custGeom>
                <a:avLst/>
                <a:gdLst>
                  <a:gd name="connsiteX0" fmla="*/ 214186 w 214185"/>
                  <a:gd name="connsiteY0" fmla="*/ 0 h 236664"/>
                  <a:gd name="connsiteX1" fmla="*/ 214186 w 214185"/>
                  <a:gd name="connsiteY1" fmla="*/ 50737 h 236664"/>
                  <a:gd name="connsiteX2" fmla="*/ 56388 w 214185"/>
                  <a:gd name="connsiteY2" fmla="*/ 50737 h 236664"/>
                  <a:gd name="connsiteX3" fmla="*/ 56388 w 214185"/>
                  <a:gd name="connsiteY3" fmla="*/ 90170 h 236664"/>
                  <a:gd name="connsiteX4" fmla="*/ 208534 w 214185"/>
                  <a:gd name="connsiteY4" fmla="*/ 90170 h 236664"/>
                  <a:gd name="connsiteX5" fmla="*/ 208534 w 214185"/>
                  <a:gd name="connsiteY5" fmla="*/ 140843 h 236664"/>
                  <a:gd name="connsiteX6" fmla="*/ 56388 w 214185"/>
                  <a:gd name="connsiteY6" fmla="*/ 140843 h 236664"/>
                  <a:gd name="connsiteX7" fmla="*/ 56388 w 214185"/>
                  <a:gd name="connsiteY7" fmla="*/ 185992 h 236664"/>
                  <a:gd name="connsiteX8" fmla="*/ 214186 w 214185"/>
                  <a:gd name="connsiteY8" fmla="*/ 185992 h 236664"/>
                  <a:gd name="connsiteX9" fmla="*/ 214186 w 214185"/>
                  <a:gd name="connsiteY9" fmla="*/ 236664 h 236664"/>
                  <a:gd name="connsiteX10" fmla="*/ 0 w 214185"/>
                  <a:gd name="connsiteY10" fmla="*/ 236664 h 236664"/>
                  <a:gd name="connsiteX11" fmla="*/ 0 w 214185"/>
                  <a:gd name="connsiteY11" fmla="*/ 0 h 236664"/>
                  <a:gd name="connsiteX12" fmla="*/ 214186 w 214185"/>
                  <a:gd name="connsiteY12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664">
                    <a:moveTo>
                      <a:pt x="214186" y="0"/>
                    </a:moveTo>
                    <a:lnTo>
                      <a:pt x="214186" y="50737"/>
                    </a:lnTo>
                    <a:lnTo>
                      <a:pt x="56388" y="50737"/>
                    </a:lnTo>
                    <a:lnTo>
                      <a:pt x="56388" y="90170"/>
                    </a:lnTo>
                    <a:lnTo>
                      <a:pt x="208534" y="90170"/>
                    </a:lnTo>
                    <a:lnTo>
                      <a:pt x="208534" y="140843"/>
                    </a:lnTo>
                    <a:lnTo>
                      <a:pt x="56388" y="140843"/>
                    </a:lnTo>
                    <a:lnTo>
                      <a:pt x="56388" y="185992"/>
                    </a:lnTo>
                    <a:lnTo>
                      <a:pt x="214186" y="185992"/>
                    </a:lnTo>
                    <a:lnTo>
                      <a:pt x="214186" y="236664"/>
                    </a:lnTo>
                    <a:lnTo>
                      <a:pt x="0" y="236664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2">
                <a:extLst>
                  <a:ext uri="{FF2B5EF4-FFF2-40B4-BE49-F238E27FC236}">
                    <a16:creationId xmlns:a16="http://schemas.microsoft.com/office/drawing/2014/main" id="{914B37FE-5DDB-416A-B45D-2608930C85CC}"/>
                  </a:ext>
                </a:extLst>
              </p:cNvPr>
              <p:cNvSpPr/>
              <p:nvPr/>
            </p:nvSpPr>
            <p:spPr>
              <a:xfrm>
                <a:off x="6160357" y="3215132"/>
                <a:ext cx="233933" cy="236727"/>
              </a:xfrm>
              <a:custGeom>
                <a:avLst/>
                <a:gdLst>
                  <a:gd name="connsiteX0" fmla="*/ 98679 w 233933"/>
                  <a:gd name="connsiteY0" fmla="*/ 146558 h 236727"/>
                  <a:gd name="connsiteX1" fmla="*/ 56388 w 233933"/>
                  <a:gd name="connsiteY1" fmla="*/ 146558 h 236727"/>
                  <a:gd name="connsiteX2" fmla="*/ 56388 w 233933"/>
                  <a:gd name="connsiteY2" fmla="*/ 236728 h 236727"/>
                  <a:gd name="connsiteX3" fmla="*/ 0 w 233933"/>
                  <a:gd name="connsiteY3" fmla="*/ 236728 h 236727"/>
                  <a:gd name="connsiteX4" fmla="*/ 0 w 233933"/>
                  <a:gd name="connsiteY4" fmla="*/ 0 h 236727"/>
                  <a:gd name="connsiteX5" fmla="*/ 143954 w 233933"/>
                  <a:gd name="connsiteY5" fmla="*/ 0 h 236727"/>
                  <a:gd name="connsiteX6" fmla="*/ 217043 w 233933"/>
                  <a:gd name="connsiteY6" fmla="*/ 73342 h 236727"/>
                  <a:gd name="connsiteX7" fmla="*/ 164465 w 233933"/>
                  <a:gd name="connsiteY7" fmla="*/ 143701 h 236727"/>
                  <a:gd name="connsiteX8" fmla="*/ 233934 w 233933"/>
                  <a:gd name="connsiteY8" fmla="*/ 236728 h 236727"/>
                  <a:gd name="connsiteX9" fmla="*/ 166307 w 233933"/>
                  <a:gd name="connsiteY9" fmla="*/ 236728 h 236727"/>
                  <a:gd name="connsiteX10" fmla="*/ 98679 w 233933"/>
                  <a:gd name="connsiteY10" fmla="*/ 146558 h 236727"/>
                  <a:gd name="connsiteX11" fmla="*/ 138239 w 233933"/>
                  <a:gd name="connsiteY11" fmla="*/ 50736 h 236727"/>
                  <a:gd name="connsiteX12" fmla="*/ 56388 w 233933"/>
                  <a:gd name="connsiteY12" fmla="*/ 50736 h 236727"/>
                  <a:gd name="connsiteX13" fmla="*/ 56388 w 233933"/>
                  <a:gd name="connsiteY13" fmla="*/ 95821 h 236727"/>
                  <a:gd name="connsiteX14" fmla="*/ 138239 w 233933"/>
                  <a:gd name="connsiteY14" fmla="*/ 95821 h 236727"/>
                  <a:gd name="connsiteX15" fmla="*/ 160655 w 233933"/>
                  <a:gd name="connsiteY15" fmla="*/ 73279 h 236727"/>
                  <a:gd name="connsiteX16" fmla="*/ 138239 w 233933"/>
                  <a:gd name="connsiteY16" fmla="*/ 50736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3933" h="236727">
                    <a:moveTo>
                      <a:pt x="98679" y="146558"/>
                    </a:moveTo>
                    <a:lnTo>
                      <a:pt x="56388" y="146558"/>
                    </a:lnTo>
                    <a:lnTo>
                      <a:pt x="56388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143954" y="0"/>
                    </a:lnTo>
                    <a:cubicBezTo>
                      <a:pt x="184341" y="127"/>
                      <a:pt x="217043" y="32893"/>
                      <a:pt x="217043" y="73342"/>
                    </a:cubicBezTo>
                    <a:cubicBezTo>
                      <a:pt x="217043" y="106680"/>
                      <a:pt x="194945" y="134810"/>
                      <a:pt x="164465" y="143701"/>
                    </a:cubicBezTo>
                    <a:lnTo>
                      <a:pt x="233934" y="236728"/>
                    </a:lnTo>
                    <a:lnTo>
                      <a:pt x="166307" y="236728"/>
                    </a:lnTo>
                    <a:lnTo>
                      <a:pt x="98679" y="146558"/>
                    </a:lnTo>
                    <a:close/>
                    <a:moveTo>
                      <a:pt x="138239" y="50736"/>
                    </a:moveTo>
                    <a:lnTo>
                      <a:pt x="56388" y="50736"/>
                    </a:lnTo>
                    <a:lnTo>
                      <a:pt x="56388" y="95821"/>
                    </a:lnTo>
                    <a:lnTo>
                      <a:pt x="138239" y="95821"/>
                    </a:lnTo>
                    <a:cubicBezTo>
                      <a:pt x="150622" y="95758"/>
                      <a:pt x="160655" y="85661"/>
                      <a:pt x="160655" y="73279"/>
                    </a:cubicBezTo>
                    <a:cubicBezTo>
                      <a:pt x="160655" y="60896"/>
                      <a:pt x="150622" y="50800"/>
                      <a:pt x="138239" y="507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3">
                <a:extLst>
                  <a:ext uri="{FF2B5EF4-FFF2-40B4-BE49-F238E27FC236}">
                    <a16:creationId xmlns:a16="http://schemas.microsoft.com/office/drawing/2014/main" id="{F835B766-117F-4FCC-BE33-C8CEFA70254E}"/>
                  </a:ext>
                </a:extLst>
              </p:cNvPr>
              <p:cNvSpPr/>
              <p:nvPr/>
            </p:nvSpPr>
            <p:spPr>
              <a:xfrm>
                <a:off x="5277198" y="3215132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6 w 291592"/>
                  <a:gd name="connsiteY3" fmla="*/ 197295 h 236727"/>
                  <a:gd name="connsiteX4" fmla="*/ 60516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96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6" y="197295"/>
                    </a:lnTo>
                    <a:lnTo>
                      <a:pt x="60516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96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4">
                <a:extLst>
                  <a:ext uri="{FF2B5EF4-FFF2-40B4-BE49-F238E27FC236}">
                    <a16:creationId xmlns:a16="http://schemas.microsoft.com/office/drawing/2014/main" id="{9381A76D-16DA-4F25-A7DE-E181A0D7B11F}"/>
                  </a:ext>
                </a:extLst>
              </p:cNvPr>
              <p:cNvSpPr/>
              <p:nvPr/>
            </p:nvSpPr>
            <p:spPr>
              <a:xfrm>
                <a:off x="5009102" y="3215258"/>
                <a:ext cx="236664" cy="236791"/>
              </a:xfrm>
              <a:custGeom>
                <a:avLst/>
                <a:gdLst>
                  <a:gd name="connsiteX0" fmla="*/ 56388 w 236664"/>
                  <a:gd name="connsiteY0" fmla="*/ 90233 h 236791"/>
                  <a:gd name="connsiteX1" fmla="*/ 155003 w 236664"/>
                  <a:gd name="connsiteY1" fmla="*/ 90233 h 236791"/>
                  <a:gd name="connsiteX2" fmla="*/ 174752 w 236664"/>
                  <a:gd name="connsiteY2" fmla="*/ 70485 h 236791"/>
                  <a:gd name="connsiteX3" fmla="*/ 155003 w 236664"/>
                  <a:gd name="connsiteY3" fmla="*/ 50737 h 236791"/>
                  <a:gd name="connsiteX4" fmla="*/ 56388 w 236664"/>
                  <a:gd name="connsiteY4" fmla="*/ 50737 h 236791"/>
                  <a:gd name="connsiteX5" fmla="*/ 56388 w 236664"/>
                  <a:gd name="connsiteY5" fmla="*/ 90170 h 236791"/>
                  <a:gd name="connsiteX6" fmla="*/ 56388 w 236664"/>
                  <a:gd name="connsiteY6" fmla="*/ 186055 h 236791"/>
                  <a:gd name="connsiteX7" fmla="*/ 157861 w 236664"/>
                  <a:gd name="connsiteY7" fmla="*/ 186055 h 236791"/>
                  <a:gd name="connsiteX8" fmla="*/ 180340 w 236664"/>
                  <a:gd name="connsiteY8" fmla="*/ 163449 h 236791"/>
                  <a:gd name="connsiteX9" fmla="*/ 157861 w 236664"/>
                  <a:gd name="connsiteY9" fmla="*/ 140907 h 236791"/>
                  <a:gd name="connsiteX10" fmla="*/ 56324 w 236664"/>
                  <a:gd name="connsiteY10" fmla="*/ 140907 h 236791"/>
                  <a:gd name="connsiteX11" fmla="*/ 56324 w 236664"/>
                  <a:gd name="connsiteY11" fmla="*/ 186055 h 236791"/>
                  <a:gd name="connsiteX12" fmla="*/ 214947 w 236664"/>
                  <a:gd name="connsiteY12" fmla="*/ 113411 h 236791"/>
                  <a:gd name="connsiteX13" fmla="*/ 236664 w 236664"/>
                  <a:gd name="connsiteY13" fmla="*/ 164910 h 236791"/>
                  <a:gd name="connsiteX14" fmla="*/ 164909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25 h 236791"/>
                  <a:gd name="connsiteX19" fmla="*/ 214884 w 236664"/>
                  <a:gd name="connsiteY19" fmla="*/ 113411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233"/>
                    </a:moveTo>
                    <a:lnTo>
                      <a:pt x="155003" y="90233"/>
                    </a:lnTo>
                    <a:cubicBezTo>
                      <a:pt x="165925" y="90233"/>
                      <a:pt x="174752" y="81407"/>
                      <a:pt x="174752" y="70485"/>
                    </a:cubicBezTo>
                    <a:cubicBezTo>
                      <a:pt x="174752" y="59563"/>
                      <a:pt x="165862" y="50737"/>
                      <a:pt x="155003" y="50737"/>
                    </a:cubicBezTo>
                    <a:lnTo>
                      <a:pt x="56388" y="50737"/>
                    </a:lnTo>
                    <a:cubicBezTo>
                      <a:pt x="56388" y="50737"/>
                      <a:pt x="56388" y="90170"/>
                      <a:pt x="56388" y="90170"/>
                    </a:cubicBezTo>
                    <a:close/>
                    <a:moveTo>
                      <a:pt x="56388" y="186055"/>
                    </a:moveTo>
                    <a:lnTo>
                      <a:pt x="157861" y="186055"/>
                    </a:lnTo>
                    <a:cubicBezTo>
                      <a:pt x="170307" y="186055"/>
                      <a:pt x="180340" y="175958"/>
                      <a:pt x="180340" y="163449"/>
                    </a:cubicBezTo>
                    <a:cubicBezTo>
                      <a:pt x="180340" y="150939"/>
                      <a:pt x="170307" y="140907"/>
                      <a:pt x="157861" y="140907"/>
                    </a:cubicBezTo>
                    <a:lnTo>
                      <a:pt x="56324" y="140907"/>
                    </a:lnTo>
                    <a:lnTo>
                      <a:pt x="56324" y="186055"/>
                    </a:lnTo>
                    <a:close/>
                    <a:moveTo>
                      <a:pt x="214947" y="113411"/>
                    </a:moveTo>
                    <a:cubicBezTo>
                      <a:pt x="228346" y="126492"/>
                      <a:pt x="236664" y="144717"/>
                      <a:pt x="236664" y="164910"/>
                    </a:cubicBezTo>
                    <a:cubicBezTo>
                      <a:pt x="236664" y="204533"/>
                      <a:pt x="204533" y="236728"/>
                      <a:pt x="164909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79" y="64"/>
                      <a:pt x="231077" y="30988"/>
                      <a:pt x="231077" y="69025"/>
                    </a:cubicBezTo>
                    <a:cubicBezTo>
                      <a:pt x="231077" y="85915"/>
                      <a:pt x="224980" y="101410"/>
                      <a:pt x="214884" y="1134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85">
                <a:extLst>
                  <a:ext uri="{FF2B5EF4-FFF2-40B4-BE49-F238E27FC236}">
                    <a16:creationId xmlns:a16="http://schemas.microsoft.com/office/drawing/2014/main" id="{673EB24F-33A2-4B3C-994F-C4AE079B9AC3}"/>
                  </a:ext>
                </a:extLst>
              </p:cNvPr>
              <p:cNvSpPr/>
              <p:nvPr/>
            </p:nvSpPr>
            <p:spPr>
              <a:xfrm>
                <a:off x="5583586" y="3502596"/>
                <a:ext cx="214185" cy="236727"/>
              </a:xfrm>
              <a:custGeom>
                <a:avLst/>
                <a:gdLst>
                  <a:gd name="connsiteX0" fmla="*/ 214186 w 214185"/>
                  <a:gd name="connsiteY0" fmla="*/ 0 h 236727"/>
                  <a:gd name="connsiteX1" fmla="*/ 214186 w 214185"/>
                  <a:gd name="connsiteY1" fmla="*/ 50736 h 236727"/>
                  <a:gd name="connsiteX2" fmla="*/ 56388 w 214185"/>
                  <a:gd name="connsiteY2" fmla="*/ 50736 h 236727"/>
                  <a:gd name="connsiteX3" fmla="*/ 56388 w 214185"/>
                  <a:gd name="connsiteY3" fmla="*/ 90233 h 236727"/>
                  <a:gd name="connsiteX4" fmla="*/ 208534 w 214185"/>
                  <a:gd name="connsiteY4" fmla="*/ 90170 h 236727"/>
                  <a:gd name="connsiteX5" fmla="*/ 208534 w 214185"/>
                  <a:gd name="connsiteY5" fmla="*/ 140907 h 236727"/>
                  <a:gd name="connsiteX6" fmla="*/ 56388 w 214185"/>
                  <a:gd name="connsiteY6" fmla="*/ 140907 h 236727"/>
                  <a:gd name="connsiteX7" fmla="*/ 56388 w 214185"/>
                  <a:gd name="connsiteY7" fmla="*/ 185991 h 236727"/>
                  <a:gd name="connsiteX8" fmla="*/ 214186 w 214185"/>
                  <a:gd name="connsiteY8" fmla="*/ 185991 h 236727"/>
                  <a:gd name="connsiteX9" fmla="*/ 214186 w 214185"/>
                  <a:gd name="connsiteY9" fmla="*/ 236728 h 236727"/>
                  <a:gd name="connsiteX10" fmla="*/ 0 w 214185"/>
                  <a:gd name="connsiteY10" fmla="*/ 236728 h 236727"/>
                  <a:gd name="connsiteX11" fmla="*/ 0 w 214185"/>
                  <a:gd name="connsiteY11" fmla="*/ 0 h 236727"/>
                  <a:gd name="connsiteX12" fmla="*/ 214186 w 214185"/>
                  <a:gd name="connsiteY12" fmla="*/ 0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727">
                    <a:moveTo>
                      <a:pt x="214186" y="0"/>
                    </a:moveTo>
                    <a:lnTo>
                      <a:pt x="214186" y="50736"/>
                    </a:lnTo>
                    <a:lnTo>
                      <a:pt x="56388" y="50736"/>
                    </a:lnTo>
                    <a:lnTo>
                      <a:pt x="56388" y="90233"/>
                    </a:lnTo>
                    <a:lnTo>
                      <a:pt x="208534" y="90170"/>
                    </a:lnTo>
                    <a:lnTo>
                      <a:pt x="208534" y="140907"/>
                    </a:lnTo>
                    <a:lnTo>
                      <a:pt x="56388" y="140907"/>
                    </a:lnTo>
                    <a:lnTo>
                      <a:pt x="56388" y="185991"/>
                    </a:lnTo>
                    <a:lnTo>
                      <a:pt x="214186" y="185991"/>
                    </a:lnTo>
                    <a:lnTo>
                      <a:pt x="214186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86">
                <a:extLst>
                  <a:ext uri="{FF2B5EF4-FFF2-40B4-BE49-F238E27FC236}">
                    <a16:creationId xmlns:a16="http://schemas.microsoft.com/office/drawing/2014/main" id="{3F74F269-B25F-45EB-B140-1C90A8E110A2}"/>
                  </a:ext>
                </a:extLst>
              </p:cNvPr>
              <p:cNvSpPr/>
              <p:nvPr/>
            </p:nvSpPr>
            <p:spPr>
              <a:xfrm>
                <a:off x="5583522" y="3795648"/>
                <a:ext cx="256540" cy="236728"/>
              </a:xfrm>
              <a:custGeom>
                <a:avLst/>
                <a:gdLst>
                  <a:gd name="connsiteX0" fmla="*/ 174688 w 256540"/>
                  <a:gd name="connsiteY0" fmla="*/ 73342 h 236728"/>
                  <a:gd name="connsiteX1" fmla="*/ 152337 w 256540"/>
                  <a:gd name="connsiteY1" fmla="*/ 50800 h 236728"/>
                  <a:gd name="connsiteX2" fmla="*/ 56388 w 256540"/>
                  <a:gd name="connsiteY2" fmla="*/ 50800 h 236728"/>
                  <a:gd name="connsiteX3" fmla="*/ 56388 w 256540"/>
                  <a:gd name="connsiteY3" fmla="*/ 95885 h 236728"/>
                  <a:gd name="connsiteX4" fmla="*/ 152337 w 256540"/>
                  <a:gd name="connsiteY4" fmla="*/ 95885 h 236728"/>
                  <a:gd name="connsiteX5" fmla="*/ 174688 w 256540"/>
                  <a:gd name="connsiteY5" fmla="*/ 73406 h 236728"/>
                  <a:gd name="connsiteX6" fmla="*/ 63 w 256540"/>
                  <a:gd name="connsiteY6" fmla="*/ 236728 h 236728"/>
                  <a:gd name="connsiteX7" fmla="*/ 63 w 256540"/>
                  <a:gd name="connsiteY7" fmla="*/ 0 h 236728"/>
                  <a:gd name="connsiteX8" fmla="*/ 158178 w 256540"/>
                  <a:gd name="connsiteY8" fmla="*/ 0 h 236728"/>
                  <a:gd name="connsiteX9" fmla="*/ 231013 w 256540"/>
                  <a:gd name="connsiteY9" fmla="*/ 73342 h 236728"/>
                  <a:gd name="connsiteX10" fmla="*/ 185420 w 256540"/>
                  <a:gd name="connsiteY10" fmla="*/ 141288 h 236728"/>
                  <a:gd name="connsiteX11" fmla="*/ 256540 w 256540"/>
                  <a:gd name="connsiteY11" fmla="*/ 236665 h 236728"/>
                  <a:gd name="connsiteX12" fmla="*/ 188849 w 256540"/>
                  <a:gd name="connsiteY12" fmla="*/ 236665 h 236728"/>
                  <a:gd name="connsiteX13" fmla="*/ 121222 w 256540"/>
                  <a:gd name="connsiteY13" fmla="*/ 146495 h 236728"/>
                  <a:gd name="connsiteX14" fmla="*/ 56388 w 256540"/>
                  <a:gd name="connsiteY14" fmla="*/ 146495 h 236728"/>
                  <a:gd name="connsiteX15" fmla="*/ 56388 w 256540"/>
                  <a:gd name="connsiteY15" fmla="*/ 236665 h 236728"/>
                  <a:gd name="connsiteX16" fmla="*/ 0 w 256540"/>
                  <a:gd name="connsiteY16" fmla="*/ 236665 h 236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6540" h="236728">
                    <a:moveTo>
                      <a:pt x="174688" y="73342"/>
                    </a:moveTo>
                    <a:cubicBezTo>
                      <a:pt x="174688" y="60897"/>
                      <a:pt x="164719" y="50864"/>
                      <a:pt x="152337" y="50800"/>
                    </a:cubicBezTo>
                    <a:lnTo>
                      <a:pt x="56388" y="50800"/>
                    </a:lnTo>
                    <a:lnTo>
                      <a:pt x="56388" y="95885"/>
                    </a:lnTo>
                    <a:lnTo>
                      <a:pt x="152337" y="95885"/>
                    </a:lnTo>
                    <a:cubicBezTo>
                      <a:pt x="164719" y="95758"/>
                      <a:pt x="174688" y="85725"/>
                      <a:pt x="174688" y="73406"/>
                    </a:cubicBezTo>
                    <a:close/>
                    <a:moveTo>
                      <a:pt x="63" y="236728"/>
                    </a:moveTo>
                    <a:lnTo>
                      <a:pt x="63" y="0"/>
                    </a:lnTo>
                    <a:lnTo>
                      <a:pt x="158178" y="0"/>
                    </a:lnTo>
                    <a:cubicBezTo>
                      <a:pt x="198438" y="254"/>
                      <a:pt x="231013" y="33020"/>
                      <a:pt x="231013" y="73342"/>
                    </a:cubicBezTo>
                    <a:cubicBezTo>
                      <a:pt x="231013" y="104013"/>
                      <a:pt x="212153" y="130366"/>
                      <a:pt x="185420" y="141288"/>
                    </a:cubicBezTo>
                    <a:lnTo>
                      <a:pt x="256540" y="236665"/>
                    </a:lnTo>
                    <a:lnTo>
                      <a:pt x="188849" y="236665"/>
                    </a:lnTo>
                    <a:lnTo>
                      <a:pt x="121222" y="146495"/>
                    </a:lnTo>
                    <a:lnTo>
                      <a:pt x="56388" y="146495"/>
                    </a:lnTo>
                    <a:lnTo>
                      <a:pt x="56388" y="236665"/>
                    </a:lnTo>
                    <a:lnTo>
                      <a:pt x="0" y="236665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82" name="Freeform: Shape 76">
              <a:extLst>
                <a:ext uri="{FF2B5EF4-FFF2-40B4-BE49-F238E27FC236}">
                  <a16:creationId xmlns:a16="http://schemas.microsoft.com/office/drawing/2014/main" id="{52578D44-E025-4327-B342-6F561381986D}"/>
                </a:ext>
              </a:extLst>
            </p:cNvPr>
            <p:cNvSpPr/>
            <p:nvPr/>
          </p:nvSpPr>
          <p:spPr>
            <a:xfrm>
              <a:off x="4836699" y="2481643"/>
              <a:ext cx="1709864" cy="1605470"/>
            </a:xfrm>
            <a:custGeom>
              <a:avLst/>
              <a:gdLst>
                <a:gd name="connsiteX0" fmla="*/ 1708150 w 1709864"/>
                <a:gd name="connsiteY0" fmla="*/ 802767 h 1605470"/>
                <a:gd name="connsiteX1" fmla="*/ 854075 w 1709864"/>
                <a:gd name="connsiteY1" fmla="*/ 0 h 1605470"/>
                <a:gd name="connsiteX2" fmla="*/ 0 w 1709864"/>
                <a:gd name="connsiteY2" fmla="*/ 802767 h 1605470"/>
                <a:gd name="connsiteX3" fmla="*/ 4890 w 1709864"/>
                <a:gd name="connsiteY3" fmla="*/ 856171 h 1605470"/>
                <a:gd name="connsiteX4" fmla="*/ 165100 w 1709864"/>
                <a:gd name="connsiteY4" fmla="*/ 1257300 h 1605470"/>
                <a:gd name="connsiteX5" fmla="*/ 854075 w 1709864"/>
                <a:gd name="connsiteY5" fmla="*/ 1605471 h 1605470"/>
                <a:gd name="connsiteX6" fmla="*/ 106235 w 1709864"/>
                <a:gd name="connsiteY6" fmla="*/ 908748 h 1605470"/>
                <a:gd name="connsiteX7" fmla="*/ 104331 w 1709864"/>
                <a:gd name="connsiteY7" fmla="*/ 855726 h 1605470"/>
                <a:gd name="connsiteX8" fmla="*/ 106235 w 1709864"/>
                <a:gd name="connsiteY8" fmla="*/ 802703 h 1605470"/>
                <a:gd name="connsiteX9" fmla="*/ 854075 w 1709864"/>
                <a:gd name="connsiteY9" fmla="*/ 105982 h 1605470"/>
                <a:gd name="connsiteX10" fmla="*/ 1543114 w 1709864"/>
                <a:gd name="connsiteY10" fmla="*/ 454279 h 1605470"/>
                <a:gd name="connsiteX11" fmla="*/ 1703261 w 1709864"/>
                <a:gd name="connsiteY11" fmla="*/ 856107 h 1605470"/>
                <a:gd name="connsiteX12" fmla="*/ 1708150 w 1709864"/>
                <a:gd name="connsiteY12" fmla="*/ 908685 h 1605470"/>
                <a:gd name="connsiteX13" fmla="*/ 1709864 w 1709864"/>
                <a:gd name="connsiteY13" fmla="*/ 855663 h 1605470"/>
                <a:gd name="connsiteX14" fmla="*/ 1708150 w 1709864"/>
                <a:gd name="connsiteY14" fmla="*/ 802640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08150" y="802767"/>
                  </a:moveTo>
                  <a:cubicBezTo>
                    <a:pt x="1680782" y="354838"/>
                    <a:pt x="1308862" y="0"/>
                    <a:pt x="854075" y="0"/>
                  </a:cubicBezTo>
                  <a:cubicBezTo>
                    <a:pt x="399288" y="0"/>
                    <a:pt x="27368" y="354838"/>
                    <a:pt x="0" y="802767"/>
                  </a:cubicBezTo>
                  <a:cubicBezTo>
                    <a:pt x="1080" y="820738"/>
                    <a:pt x="2731" y="838581"/>
                    <a:pt x="4890" y="856171"/>
                  </a:cubicBezTo>
                  <a:cubicBezTo>
                    <a:pt x="23368" y="1005141"/>
                    <a:pt x="80201" y="1142238"/>
                    <a:pt x="165100" y="1257300"/>
                  </a:cubicBezTo>
                  <a:cubicBezTo>
                    <a:pt x="320929" y="1468501"/>
                    <a:pt x="571500" y="1605471"/>
                    <a:pt x="854075" y="1605471"/>
                  </a:cubicBezTo>
                  <a:cubicBezTo>
                    <a:pt x="458470" y="1605471"/>
                    <a:pt x="133541" y="1297496"/>
                    <a:pt x="106235" y="908748"/>
                  </a:cubicBezTo>
                  <a:cubicBezTo>
                    <a:pt x="105029" y="891222"/>
                    <a:pt x="104331" y="873570"/>
                    <a:pt x="104331" y="855726"/>
                  </a:cubicBezTo>
                  <a:cubicBezTo>
                    <a:pt x="104331" y="837883"/>
                    <a:pt x="105029" y="820229"/>
                    <a:pt x="106235" y="802703"/>
                  </a:cubicBezTo>
                  <a:cubicBezTo>
                    <a:pt x="133541" y="413957"/>
                    <a:pt x="458470" y="105982"/>
                    <a:pt x="854075" y="105982"/>
                  </a:cubicBezTo>
                  <a:cubicBezTo>
                    <a:pt x="1136714" y="105982"/>
                    <a:pt x="1387285" y="243014"/>
                    <a:pt x="1543114" y="454279"/>
                  </a:cubicBezTo>
                  <a:cubicBezTo>
                    <a:pt x="1628140" y="569532"/>
                    <a:pt x="1684846" y="706882"/>
                    <a:pt x="1703261" y="856107"/>
                  </a:cubicBezTo>
                  <a:cubicBezTo>
                    <a:pt x="1705420" y="873506"/>
                    <a:pt x="1707071" y="891032"/>
                    <a:pt x="1708150" y="908685"/>
                  </a:cubicBezTo>
                  <a:cubicBezTo>
                    <a:pt x="1709230" y="891159"/>
                    <a:pt x="1709864" y="873442"/>
                    <a:pt x="1709864" y="855663"/>
                  </a:cubicBezTo>
                  <a:cubicBezTo>
                    <a:pt x="1709864" y="837883"/>
                    <a:pt x="1709230" y="820166"/>
                    <a:pt x="1708150" y="802640"/>
                  </a:cubicBezTo>
                </a:path>
              </a:pathLst>
            </a:custGeom>
            <a:solidFill>
              <a:srgbClr val="89D32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77">
              <a:extLst>
                <a:ext uri="{FF2B5EF4-FFF2-40B4-BE49-F238E27FC236}">
                  <a16:creationId xmlns:a16="http://schemas.microsoft.com/office/drawing/2014/main" id="{DFF44304-3AE5-4F7C-B995-7723FB44DAB2}"/>
                </a:ext>
              </a:extLst>
            </p:cNvPr>
            <p:cNvSpPr/>
            <p:nvPr/>
          </p:nvSpPr>
          <p:spPr>
            <a:xfrm>
              <a:off x="4834985" y="2587751"/>
              <a:ext cx="1709864" cy="1605470"/>
            </a:xfrm>
            <a:custGeom>
              <a:avLst/>
              <a:gdLst>
                <a:gd name="connsiteX0" fmla="*/ 1714 w 1709864"/>
                <a:gd name="connsiteY0" fmla="*/ 802704 h 1605470"/>
                <a:gd name="connsiteX1" fmla="*/ 855790 w 1709864"/>
                <a:gd name="connsiteY1" fmla="*/ 1605470 h 1605470"/>
                <a:gd name="connsiteX2" fmla="*/ 1709865 w 1709864"/>
                <a:gd name="connsiteY2" fmla="*/ 802704 h 1605470"/>
                <a:gd name="connsiteX3" fmla="*/ 1704975 w 1709864"/>
                <a:gd name="connsiteY3" fmla="*/ 749300 h 1605470"/>
                <a:gd name="connsiteX4" fmla="*/ 1544765 w 1709864"/>
                <a:gd name="connsiteY4" fmla="*/ 348171 h 1605470"/>
                <a:gd name="connsiteX5" fmla="*/ 855790 w 1709864"/>
                <a:gd name="connsiteY5" fmla="*/ 0 h 1605470"/>
                <a:gd name="connsiteX6" fmla="*/ 1603629 w 1709864"/>
                <a:gd name="connsiteY6" fmla="*/ 696722 h 1605470"/>
                <a:gd name="connsiteX7" fmla="*/ 1605534 w 1709864"/>
                <a:gd name="connsiteY7" fmla="*/ 749745 h 1605470"/>
                <a:gd name="connsiteX8" fmla="*/ 1603629 w 1709864"/>
                <a:gd name="connsiteY8" fmla="*/ 802767 h 1605470"/>
                <a:gd name="connsiteX9" fmla="*/ 855790 w 1709864"/>
                <a:gd name="connsiteY9" fmla="*/ 1499489 h 1605470"/>
                <a:gd name="connsiteX10" fmla="*/ 166751 w 1709864"/>
                <a:gd name="connsiteY10" fmla="*/ 1151192 h 1605470"/>
                <a:gd name="connsiteX11" fmla="*/ 6604 w 1709864"/>
                <a:gd name="connsiteY11" fmla="*/ 749364 h 1605470"/>
                <a:gd name="connsiteX12" fmla="*/ 1714 w 1709864"/>
                <a:gd name="connsiteY12" fmla="*/ 696786 h 1605470"/>
                <a:gd name="connsiteX13" fmla="*/ 0 w 1709864"/>
                <a:gd name="connsiteY13" fmla="*/ 749808 h 1605470"/>
                <a:gd name="connsiteX14" fmla="*/ 1714 w 1709864"/>
                <a:gd name="connsiteY14" fmla="*/ 802831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14" y="802704"/>
                  </a:moveTo>
                  <a:cubicBezTo>
                    <a:pt x="29083" y="1250632"/>
                    <a:pt x="401003" y="1605470"/>
                    <a:pt x="855790" y="1605470"/>
                  </a:cubicBezTo>
                  <a:cubicBezTo>
                    <a:pt x="1310577" y="1605470"/>
                    <a:pt x="1682496" y="1250632"/>
                    <a:pt x="1709865" y="802704"/>
                  </a:cubicBezTo>
                  <a:cubicBezTo>
                    <a:pt x="1708785" y="784733"/>
                    <a:pt x="1707134" y="766889"/>
                    <a:pt x="1704975" y="749300"/>
                  </a:cubicBezTo>
                  <a:cubicBezTo>
                    <a:pt x="1686497" y="600329"/>
                    <a:pt x="1629728" y="463233"/>
                    <a:pt x="1544765" y="348171"/>
                  </a:cubicBezTo>
                  <a:cubicBezTo>
                    <a:pt x="1388935" y="136970"/>
                    <a:pt x="1138365" y="0"/>
                    <a:pt x="855790" y="0"/>
                  </a:cubicBezTo>
                  <a:cubicBezTo>
                    <a:pt x="1251394" y="0"/>
                    <a:pt x="1576324" y="307975"/>
                    <a:pt x="1603629" y="696722"/>
                  </a:cubicBezTo>
                  <a:cubicBezTo>
                    <a:pt x="1604835" y="714248"/>
                    <a:pt x="1605534" y="731901"/>
                    <a:pt x="1605534" y="749745"/>
                  </a:cubicBezTo>
                  <a:cubicBezTo>
                    <a:pt x="1605534" y="767588"/>
                    <a:pt x="1604835" y="785241"/>
                    <a:pt x="1603629" y="802767"/>
                  </a:cubicBezTo>
                  <a:cubicBezTo>
                    <a:pt x="1576324" y="1191514"/>
                    <a:pt x="1251394" y="1499489"/>
                    <a:pt x="855790" y="1499489"/>
                  </a:cubicBezTo>
                  <a:cubicBezTo>
                    <a:pt x="573151" y="1499489"/>
                    <a:pt x="322580" y="1362456"/>
                    <a:pt x="166751" y="1151192"/>
                  </a:cubicBezTo>
                  <a:cubicBezTo>
                    <a:pt x="81725" y="1035939"/>
                    <a:pt x="25019" y="898589"/>
                    <a:pt x="6604" y="749364"/>
                  </a:cubicBezTo>
                  <a:cubicBezTo>
                    <a:pt x="4445" y="731964"/>
                    <a:pt x="2794" y="714439"/>
                    <a:pt x="1714" y="696786"/>
                  </a:cubicBezTo>
                  <a:cubicBezTo>
                    <a:pt x="635" y="714312"/>
                    <a:pt x="0" y="731964"/>
                    <a:pt x="0" y="749808"/>
                  </a:cubicBezTo>
                  <a:cubicBezTo>
                    <a:pt x="0" y="767651"/>
                    <a:pt x="635" y="785305"/>
                    <a:pt x="1714" y="802831"/>
                  </a:cubicBezTo>
                </a:path>
              </a:pathLst>
            </a:custGeom>
            <a:solidFill>
              <a:srgbClr val="00BC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D46AB291-1BEC-6276-1288-953089EBF7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0164" y="557911"/>
            <a:ext cx="3577907" cy="22215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581E9EA-58ED-533A-2028-247A945CD5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931523" y="2991925"/>
            <a:ext cx="3324628" cy="967829"/>
          </a:xfrm>
        </p:spPr>
        <p:txBody>
          <a:bodyPr wrap="none" anchor="t">
            <a:spAutoFit/>
          </a:bodyPr>
          <a:lstStyle>
            <a:lvl1pPr>
              <a:lnSpc>
                <a:spcPct val="70000"/>
              </a:lnSpc>
              <a:defRPr sz="8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11A7474B-FEC2-0C74-9130-12E65D7266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47597" y="3532194"/>
            <a:ext cx="2429933" cy="1160462"/>
          </a:xfrm>
        </p:spPr>
        <p:txBody>
          <a:bodyPr/>
          <a:lstStyle>
            <a:lvl1pPr>
              <a:defRPr sz="8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you!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64417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asvg="http://schemas.microsoft.com/office/drawing/2016/SVG/main" xmlns:p15="http://schemas.microsoft.com/office/powerpoint/2012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-0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4" descr="A blue and black gradient&#10;&#10;Description automatically generated">
            <a:extLst>
              <a:ext uri="{FF2B5EF4-FFF2-40B4-BE49-F238E27FC236}">
                <a16:creationId xmlns:a16="http://schemas.microsoft.com/office/drawing/2014/main" id="{24EA389C-6138-D0FE-C72D-F91915DF54C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6560" t="62" r="127" b="62"/>
          <a:stretch/>
        </p:blipFill>
        <p:spPr>
          <a:xfrm>
            <a:off x="-1496060" y="1"/>
            <a:ext cx="5582919" cy="6857999"/>
          </a:xfrm>
          <a:prstGeom prst="parallelogram">
            <a:avLst>
              <a:gd name="adj" fmla="val 24454"/>
            </a:avLst>
          </a:prstGeom>
        </p:spPr>
      </p:pic>
      <p:sp>
        <p:nvSpPr>
          <p:cNvPr id="97" name="Bildplatzhalter 96">
            <a:extLst>
              <a:ext uri="{FF2B5EF4-FFF2-40B4-BE49-F238E27FC236}">
                <a16:creationId xmlns:a16="http://schemas.microsoft.com/office/drawing/2014/main" id="{0EE96EC6-E5DA-46FA-8813-0E3749E9AF3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2725543" y="0"/>
            <a:ext cx="9464871" cy="6858000"/>
          </a:xfrm>
          <a:custGeom>
            <a:avLst/>
            <a:gdLst>
              <a:gd name="connsiteX0" fmla="*/ 1343002 w 9464871"/>
              <a:gd name="connsiteY0" fmla="*/ 0 h 6858000"/>
              <a:gd name="connsiteX1" fmla="*/ 9464871 w 9464871"/>
              <a:gd name="connsiteY1" fmla="*/ 0 h 6858000"/>
              <a:gd name="connsiteX2" fmla="*/ 9464871 w 9464871"/>
              <a:gd name="connsiteY2" fmla="*/ 6858000 h 6858000"/>
              <a:gd name="connsiteX3" fmla="*/ 0 w 946487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64871" h="6858000">
                <a:moveTo>
                  <a:pt x="1343002" y="0"/>
                </a:moveTo>
                <a:lnTo>
                  <a:pt x="9464871" y="0"/>
                </a:lnTo>
                <a:lnTo>
                  <a:pt x="94648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540000" anchor="ctr" anchorCtr="1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15" name="Graphic 5">
            <a:extLst>
              <a:ext uri="{FF2B5EF4-FFF2-40B4-BE49-F238E27FC236}">
                <a16:creationId xmlns:a16="http://schemas.microsoft.com/office/drawing/2014/main" id="{D51004B3-3242-45DF-8821-382B7AE3D5C7}"/>
              </a:ext>
            </a:extLst>
          </p:cNvPr>
          <p:cNvGrpSpPr/>
          <p:nvPr userDrawn="1"/>
        </p:nvGrpSpPr>
        <p:grpSpPr>
          <a:xfrm>
            <a:off x="365696" y="6326822"/>
            <a:ext cx="954203" cy="175337"/>
            <a:chOff x="4442808" y="6326822"/>
            <a:chExt cx="954203" cy="175337"/>
          </a:xfrm>
          <a:solidFill>
            <a:srgbClr val="FFFFFF"/>
          </a:solidFill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DC0E9B0E-4D82-4A8B-BEBB-D20DE334CB19}"/>
                </a:ext>
              </a:extLst>
            </p:cNvPr>
            <p:cNvSpPr/>
            <p:nvPr/>
          </p:nvSpPr>
          <p:spPr>
            <a:xfrm>
              <a:off x="4442808" y="6326822"/>
              <a:ext cx="106180" cy="138373"/>
            </a:xfrm>
            <a:custGeom>
              <a:avLst/>
              <a:gdLst>
                <a:gd name="connsiteX0" fmla="*/ 24575 w 106180"/>
                <a:gd name="connsiteY0" fmla="*/ 117158 h 138373"/>
                <a:gd name="connsiteX1" fmla="*/ 24384 w 106180"/>
                <a:gd name="connsiteY1" fmla="*/ 117158 h 138373"/>
                <a:gd name="connsiteX2" fmla="*/ 20828 w 106180"/>
                <a:gd name="connsiteY2" fmla="*/ 135699 h 138373"/>
                <a:gd name="connsiteX3" fmla="*/ 0 w 106180"/>
                <a:gd name="connsiteY3" fmla="*/ 135318 h 138373"/>
                <a:gd name="connsiteX4" fmla="*/ 31306 w 106180"/>
                <a:gd name="connsiteY4" fmla="*/ 0 h 138373"/>
                <a:gd name="connsiteX5" fmla="*/ 53150 w 106180"/>
                <a:gd name="connsiteY5" fmla="*/ 381 h 138373"/>
                <a:gd name="connsiteX6" fmla="*/ 45466 w 106180"/>
                <a:gd name="connsiteY6" fmla="*/ 33846 h 138373"/>
                <a:gd name="connsiteX7" fmla="*/ 39243 w 106180"/>
                <a:gd name="connsiteY7" fmla="*/ 54864 h 138373"/>
                <a:gd name="connsiteX8" fmla="*/ 39433 w 106180"/>
                <a:gd name="connsiteY8" fmla="*/ 54864 h 138373"/>
                <a:gd name="connsiteX9" fmla="*/ 73343 w 106180"/>
                <a:gd name="connsiteY9" fmla="*/ 35941 h 138373"/>
                <a:gd name="connsiteX10" fmla="*/ 106172 w 106180"/>
                <a:gd name="connsiteY10" fmla="*/ 74041 h 138373"/>
                <a:gd name="connsiteX11" fmla="*/ 53975 w 106180"/>
                <a:gd name="connsiteY11" fmla="*/ 138367 h 138373"/>
                <a:gd name="connsiteX12" fmla="*/ 24575 w 106180"/>
                <a:gd name="connsiteY12" fmla="*/ 117221 h 138373"/>
                <a:gd name="connsiteX13" fmla="*/ 83820 w 106180"/>
                <a:gd name="connsiteY13" fmla="*/ 76518 h 138373"/>
                <a:gd name="connsiteX14" fmla="*/ 65596 w 106180"/>
                <a:gd name="connsiteY14" fmla="*/ 54356 h 138373"/>
                <a:gd name="connsiteX15" fmla="*/ 32004 w 106180"/>
                <a:gd name="connsiteY15" fmla="*/ 97599 h 138373"/>
                <a:gd name="connsiteX16" fmla="*/ 51308 w 106180"/>
                <a:gd name="connsiteY16" fmla="*/ 119824 h 138373"/>
                <a:gd name="connsiteX17" fmla="*/ 83820 w 106180"/>
                <a:gd name="connsiteY17" fmla="*/ 76581 h 13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6180" h="138373">
                  <a:moveTo>
                    <a:pt x="24575" y="117158"/>
                  </a:moveTo>
                  <a:lnTo>
                    <a:pt x="24384" y="117158"/>
                  </a:lnTo>
                  <a:cubicBezTo>
                    <a:pt x="23749" y="123127"/>
                    <a:pt x="22479" y="129286"/>
                    <a:pt x="20828" y="135699"/>
                  </a:cubicBezTo>
                  <a:lnTo>
                    <a:pt x="0" y="135318"/>
                  </a:lnTo>
                  <a:lnTo>
                    <a:pt x="31306" y="0"/>
                  </a:lnTo>
                  <a:lnTo>
                    <a:pt x="53150" y="381"/>
                  </a:lnTo>
                  <a:lnTo>
                    <a:pt x="45466" y="33846"/>
                  </a:lnTo>
                  <a:cubicBezTo>
                    <a:pt x="43688" y="41466"/>
                    <a:pt x="42164" y="47308"/>
                    <a:pt x="39243" y="54864"/>
                  </a:cubicBezTo>
                  <a:lnTo>
                    <a:pt x="39433" y="54864"/>
                  </a:lnTo>
                  <a:cubicBezTo>
                    <a:pt x="47689" y="41974"/>
                    <a:pt x="60833" y="35687"/>
                    <a:pt x="73343" y="35941"/>
                  </a:cubicBezTo>
                  <a:cubicBezTo>
                    <a:pt x="94361" y="36322"/>
                    <a:pt x="106553" y="51245"/>
                    <a:pt x="106172" y="74041"/>
                  </a:cubicBezTo>
                  <a:cubicBezTo>
                    <a:pt x="105664" y="103823"/>
                    <a:pt x="88710" y="138938"/>
                    <a:pt x="53975" y="138367"/>
                  </a:cubicBezTo>
                  <a:cubicBezTo>
                    <a:pt x="40386" y="138113"/>
                    <a:pt x="27496" y="130747"/>
                    <a:pt x="24575" y="117221"/>
                  </a:cubicBezTo>
                  <a:close/>
                  <a:moveTo>
                    <a:pt x="83820" y="76518"/>
                  </a:moveTo>
                  <a:cubicBezTo>
                    <a:pt x="84074" y="62674"/>
                    <a:pt x="77216" y="54547"/>
                    <a:pt x="65596" y="54356"/>
                  </a:cubicBezTo>
                  <a:cubicBezTo>
                    <a:pt x="43942" y="53975"/>
                    <a:pt x="32322" y="78549"/>
                    <a:pt x="32004" y="97599"/>
                  </a:cubicBezTo>
                  <a:cubicBezTo>
                    <a:pt x="31750" y="111379"/>
                    <a:pt x="39497" y="119571"/>
                    <a:pt x="51308" y="119824"/>
                  </a:cubicBezTo>
                  <a:cubicBezTo>
                    <a:pt x="73343" y="120206"/>
                    <a:pt x="83439" y="95568"/>
                    <a:pt x="83820" y="765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7">
              <a:extLst>
                <a:ext uri="{FF2B5EF4-FFF2-40B4-BE49-F238E27FC236}">
                  <a16:creationId xmlns:a16="http://schemas.microsoft.com/office/drawing/2014/main" id="{DCF88FF7-18F9-4314-A75A-D3C01DD496B1}"/>
                </a:ext>
              </a:extLst>
            </p:cNvPr>
            <p:cNvSpPr/>
            <p:nvPr/>
          </p:nvSpPr>
          <p:spPr>
            <a:xfrm>
              <a:off x="4564411" y="6362685"/>
              <a:ext cx="94749" cy="102258"/>
            </a:xfrm>
            <a:custGeom>
              <a:avLst/>
              <a:gdLst>
                <a:gd name="connsiteX0" fmla="*/ 0 w 94749"/>
                <a:gd name="connsiteY0" fmla="*/ 75897 h 102258"/>
                <a:gd name="connsiteX1" fmla="*/ 36513 w 94749"/>
                <a:gd name="connsiteY1" fmla="*/ 43893 h 102258"/>
                <a:gd name="connsiteX2" fmla="*/ 71183 w 94749"/>
                <a:gd name="connsiteY2" fmla="*/ 40972 h 102258"/>
                <a:gd name="connsiteX3" fmla="*/ 72390 w 94749"/>
                <a:gd name="connsiteY3" fmla="*/ 36082 h 102258"/>
                <a:gd name="connsiteX4" fmla="*/ 53467 w 94749"/>
                <a:gd name="connsiteY4" fmla="*/ 17540 h 102258"/>
                <a:gd name="connsiteX5" fmla="*/ 19114 w 94749"/>
                <a:gd name="connsiteY5" fmla="*/ 23192 h 102258"/>
                <a:gd name="connsiteX6" fmla="*/ 23432 w 94749"/>
                <a:gd name="connsiteY6" fmla="*/ 4459 h 102258"/>
                <a:gd name="connsiteX7" fmla="*/ 55880 w 94749"/>
                <a:gd name="connsiteY7" fmla="*/ 14 h 102258"/>
                <a:gd name="connsiteX8" fmla="*/ 93472 w 94749"/>
                <a:gd name="connsiteY8" fmla="*/ 37606 h 102258"/>
                <a:gd name="connsiteX9" fmla="*/ 82804 w 94749"/>
                <a:gd name="connsiteY9" fmla="*/ 83834 h 102258"/>
                <a:gd name="connsiteX10" fmla="*/ 79820 w 94749"/>
                <a:gd name="connsiteY10" fmla="*/ 101106 h 102258"/>
                <a:gd name="connsiteX11" fmla="*/ 58547 w 94749"/>
                <a:gd name="connsiteY11" fmla="*/ 100725 h 102258"/>
                <a:gd name="connsiteX12" fmla="*/ 62675 w 94749"/>
                <a:gd name="connsiteY12" fmla="*/ 83961 h 102258"/>
                <a:gd name="connsiteX13" fmla="*/ 62484 w 94749"/>
                <a:gd name="connsiteY13" fmla="*/ 83961 h 102258"/>
                <a:gd name="connsiteX14" fmla="*/ 28956 w 94749"/>
                <a:gd name="connsiteY14" fmla="*/ 102249 h 102258"/>
                <a:gd name="connsiteX15" fmla="*/ 127 w 94749"/>
                <a:gd name="connsiteY15" fmla="*/ 75961 h 102258"/>
                <a:gd name="connsiteX16" fmla="*/ 66294 w 94749"/>
                <a:gd name="connsiteY16" fmla="*/ 62118 h 102258"/>
                <a:gd name="connsiteX17" fmla="*/ 67882 w 94749"/>
                <a:gd name="connsiteY17" fmla="*/ 55259 h 102258"/>
                <a:gd name="connsiteX18" fmla="*/ 40576 w 94749"/>
                <a:gd name="connsiteY18" fmla="*/ 57482 h 102258"/>
                <a:gd name="connsiteX19" fmla="*/ 21526 w 94749"/>
                <a:gd name="connsiteY19" fmla="*/ 73548 h 102258"/>
                <a:gd name="connsiteX20" fmla="*/ 35814 w 94749"/>
                <a:gd name="connsiteY20" fmla="*/ 85803 h 102258"/>
                <a:gd name="connsiteX21" fmla="*/ 66294 w 94749"/>
                <a:gd name="connsiteY21" fmla="*/ 62181 h 1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4749" h="102258">
                  <a:moveTo>
                    <a:pt x="0" y="75897"/>
                  </a:moveTo>
                  <a:cubicBezTo>
                    <a:pt x="381" y="56085"/>
                    <a:pt x="15240" y="45671"/>
                    <a:pt x="36513" y="43893"/>
                  </a:cubicBezTo>
                  <a:lnTo>
                    <a:pt x="71183" y="40972"/>
                  </a:lnTo>
                  <a:lnTo>
                    <a:pt x="72390" y="36082"/>
                  </a:lnTo>
                  <a:cubicBezTo>
                    <a:pt x="75502" y="22557"/>
                    <a:pt x="68897" y="17794"/>
                    <a:pt x="53467" y="17540"/>
                  </a:cubicBezTo>
                  <a:cubicBezTo>
                    <a:pt x="43497" y="17350"/>
                    <a:pt x="32893" y="18747"/>
                    <a:pt x="19114" y="23192"/>
                  </a:cubicBezTo>
                  <a:lnTo>
                    <a:pt x="23432" y="4459"/>
                  </a:lnTo>
                  <a:cubicBezTo>
                    <a:pt x="33718" y="1538"/>
                    <a:pt x="44895" y="-176"/>
                    <a:pt x="55880" y="14"/>
                  </a:cubicBezTo>
                  <a:cubicBezTo>
                    <a:pt x="84455" y="523"/>
                    <a:pt x="99378" y="11762"/>
                    <a:pt x="93472" y="37606"/>
                  </a:cubicBezTo>
                  <a:lnTo>
                    <a:pt x="82804" y="83834"/>
                  </a:lnTo>
                  <a:cubicBezTo>
                    <a:pt x="81597" y="89042"/>
                    <a:pt x="80264" y="94947"/>
                    <a:pt x="79820" y="101106"/>
                  </a:cubicBezTo>
                  <a:lnTo>
                    <a:pt x="58547" y="100725"/>
                  </a:lnTo>
                  <a:cubicBezTo>
                    <a:pt x="59309" y="95518"/>
                    <a:pt x="60515" y="89994"/>
                    <a:pt x="62675" y="83961"/>
                  </a:cubicBezTo>
                  <a:lnTo>
                    <a:pt x="62484" y="83961"/>
                  </a:lnTo>
                  <a:cubicBezTo>
                    <a:pt x="53785" y="97360"/>
                    <a:pt x="41720" y="102503"/>
                    <a:pt x="28956" y="102249"/>
                  </a:cubicBezTo>
                  <a:cubicBezTo>
                    <a:pt x="11747" y="101932"/>
                    <a:pt x="-190" y="91708"/>
                    <a:pt x="127" y="75961"/>
                  </a:cubicBezTo>
                  <a:close/>
                  <a:moveTo>
                    <a:pt x="66294" y="62118"/>
                  </a:moveTo>
                  <a:lnTo>
                    <a:pt x="67882" y="55259"/>
                  </a:lnTo>
                  <a:lnTo>
                    <a:pt x="40576" y="57482"/>
                  </a:lnTo>
                  <a:cubicBezTo>
                    <a:pt x="28765" y="58498"/>
                    <a:pt x="21653" y="64340"/>
                    <a:pt x="21526" y="73548"/>
                  </a:cubicBezTo>
                  <a:cubicBezTo>
                    <a:pt x="21400" y="81358"/>
                    <a:pt x="27114" y="85676"/>
                    <a:pt x="35814" y="85803"/>
                  </a:cubicBezTo>
                  <a:cubicBezTo>
                    <a:pt x="51435" y="86057"/>
                    <a:pt x="63182" y="75897"/>
                    <a:pt x="66294" y="621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8">
              <a:extLst>
                <a:ext uri="{FF2B5EF4-FFF2-40B4-BE49-F238E27FC236}">
                  <a16:creationId xmlns:a16="http://schemas.microsoft.com/office/drawing/2014/main" id="{FA74EBE5-03C5-47C6-B2EB-BD31F2C88B66}"/>
                </a:ext>
              </a:extLst>
            </p:cNvPr>
            <p:cNvSpPr/>
            <p:nvPr/>
          </p:nvSpPr>
          <p:spPr>
            <a:xfrm>
              <a:off x="4662074" y="6363906"/>
              <a:ext cx="123444" cy="138253"/>
            </a:xfrm>
            <a:custGeom>
              <a:avLst/>
              <a:gdLst>
                <a:gd name="connsiteX0" fmla="*/ 64 w 123444"/>
                <a:gd name="connsiteY0" fmla="*/ 136017 h 138253"/>
                <a:gd name="connsiteX1" fmla="*/ 4191 w 123444"/>
                <a:gd name="connsiteY1" fmla="*/ 117856 h 138253"/>
                <a:gd name="connsiteX2" fmla="*/ 16701 w 123444"/>
                <a:gd name="connsiteY2" fmla="*/ 119571 h 138253"/>
                <a:gd name="connsiteX3" fmla="*/ 35052 w 123444"/>
                <a:gd name="connsiteY3" fmla="*/ 108458 h 138253"/>
                <a:gd name="connsiteX4" fmla="*/ 39561 w 123444"/>
                <a:gd name="connsiteY4" fmla="*/ 100838 h 138253"/>
                <a:gd name="connsiteX5" fmla="*/ 24575 w 123444"/>
                <a:gd name="connsiteY5" fmla="*/ 0 h 138253"/>
                <a:gd name="connsiteX6" fmla="*/ 46609 w 123444"/>
                <a:gd name="connsiteY6" fmla="*/ 381 h 138253"/>
                <a:gd name="connsiteX7" fmla="*/ 55880 w 123444"/>
                <a:gd name="connsiteY7" fmla="*/ 75374 h 138253"/>
                <a:gd name="connsiteX8" fmla="*/ 56071 w 123444"/>
                <a:gd name="connsiteY8" fmla="*/ 75374 h 138253"/>
                <a:gd name="connsiteX9" fmla="*/ 98806 w 123444"/>
                <a:gd name="connsiteY9" fmla="*/ 1334 h 138253"/>
                <a:gd name="connsiteX10" fmla="*/ 123444 w 123444"/>
                <a:gd name="connsiteY10" fmla="*/ 1778 h 138253"/>
                <a:gd name="connsiteX11" fmla="*/ 54420 w 123444"/>
                <a:gd name="connsiteY11" fmla="*/ 115760 h 138253"/>
                <a:gd name="connsiteX12" fmla="*/ 17145 w 123444"/>
                <a:gd name="connsiteY12" fmla="*/ 138240 h 138253"/>
                <a:gd name="connsiteX13" fmla="*/ 0 w 123444"/>
                <a:gd name="connsiteY13" fmla="*/ 136080 h 138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3444" h="138253">
                  <a:moveTo>
                    <a:pt x="64" y="136017"/>
                  </a:moveTo>
                  <a:lnTo>
                    <a:pt x="4191" y="117856"/>
                  </a:lnTo>
                  <a:cubicBezTo>
                    <a:pt x="8573" y="119063"/>
                    <a:pt x="11875" y="119507"/>
                    <a:pt x="16701" y="119571"/>
                  </a:cubicBezTo>
                  <a:cubicBezTo>
                    <a:pt x="25527" y="119697"/>
                    <a:pt x="30607" y="116205"/>
                    <a:pt x="35052" y="108458"/>
                  </a:cubicBezTo>
                  <a:lnTo>
                    <a:pt x="39561" y="100838"/>
                  </a:lnTo>
                  <a:lnTo>
                    <a:pt x="24575" y="0"/>
                  </a:lnTo>
                  <a:lnTo>
                    <a:pt x="46609" y="381"/>
                  </a:lnTo>
                  <a:lnTo>
                    <a:pt x="55880" y="75374"/>
                  </a:lnTo>
                  <a:lnTo>
                    <a:pt x="56071" y="75374"/>
                  </a:lnTo>
                  <a:cubicBezTo>
                    <a:pt x="56071" y="75374"/>
                    <a:pt x="98806" y="1334"/>
                    <a:pt x="98806" y="1334"/>
                  </a:cubicBezTo>
                  <a:lnTo>
                    <a:pt x="123444" y="1778"/>
                  </a:lnTo>
                  <a:lnTo>
                    <a:pt x="54420" y="115760"/>
                  </a:lnTo>
                  <a:cubicBezTo>
                    <a:pt x="45212" y="131064"/>
                    <a:pt x="37275" y="138621"/>
                    <a:pt x="17145" y="138240"/>
                  </a:cubicBezTo>
                  <a:cubicBezTo>
                    <a:pt x="11176" y="138113"/>
                    <a:pt x="4890" y="137351"/>
                    <a:pt x="0" y="13608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9">
              <a:extLst>
                <a:ext uri="{FF2B5EF4-FFF2-40B4-BE49-F238E27FC236}">
                  <a16:creationId xmlns:a16="http://schemas.microsoft.com/office/drawing/2014/main" id="{F827AF90-847B-4F45-A436-ADD994BBCCA2}"/>
                </a:ext>
              </a:extLst>
            </p:cNvPr>
            <p:cNvSpPr/>
            <p:nvPr/>
          </p:nvSpPr>
          <p:spPr>
            <a:xfrm>
              <a:off x="4790716" y="6362690"/>
              <a:ext cx="95075" cy="102578"/>
            </a:xfrm>
            <a:custGeom>
              <a:avLst/>
              <a:gdLst>
                <a:gd name="connsiteX0" fmla="*/ 9 w 95075"/>
                <a:gd name="connsiteY0" fmla="*/ 62620 h 102578"/>
                <a:gd name="connsiteX1" fmla="*/ 57857 w 95075"/>
                <a:gd name="connsiteY1" fmla="*/ 9 h 102578"/>
                <a:gd name="connsiteX2" fmla="*/ 95068 w 95075"/>
                <a:gd name="connsiteY2" fmla="*/ 37728 h 102578"/>
                <a:gd name="connsiteX3" fmla="*/ 92401 w 95075"/>
                <a:gd name="connsiteY3" fmla="*/ 56206 h 102578"/>
                <a:gd name="connsiteX4" fmla="*/ 21916 w 95075"/>
                <a:gd name="connsiteY4" fmla="*/ 54937 h 102578"/>
                <a:gd name="connsiteX5" fmla="*/ 21345 w 95075"/>
                <a:gd name="connsiteY5" fmla="*/ 62112 h 102578"/>
                <a:gd name="connsiteX6" fmla="*/ 48396 w 95075"/>
                <a:gd name="connsiteY6" fmla="*/ 84528 h 102578"/>
                <a:gd name="connsiteX7" fmla="*/ 80654 w 95075"/>
                <a:gd name="connsiteY7" fmla="*/ 79638 h 102578"/>
                <a:gd name="connsiteX8" fmla="*/ 76209 w 95075"/>
                <a:gd name="connsiteY8" fmla="*/ 98561 h 102578"/>
                <a:gd name="connsiteX9" fmla="*/ 44141 w 95075"/>
                <a:gd name="connsiteY9" fmla="*/ 102562 h 102578"/>
                <a:gd name="connsiteX10" fmla="*/ 9 w 95075"/>
                <a:gd name="connsiteY10" fmla="*/ 62684 h 102578"/>
                <a:gd name="connsiteX11" fmla="*/ 25980 w 95075"/>
                <a:gd name="connsiteY11" fmla="*/ 40776 h 102578"/>
                <a:gd name="connsiteX12" fmla="*/ 73859 w 95075"/>
                <a:gd name="connsiteY12" fmla="*/ 41601 h 102578"/>
                <a:gd name="connsiteX13" fmla="*/ 73986 w 95075"/>
                <a:gd name="connsiteY13" fmla="*/ 39062 h 102578"/>
                <a:gd name="connsiteX14" fmla="*/ 55444 w 95075"/>
                <a:gd name="connsiteY14" fmla="*/ 18234 h 102578"/>
                <a:gd name="connsiteX15" fmla="*/ 25917 w 95075"/>
                <a:gd name="connsiteY15" fmla="*/ 40712 h 102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075" h="102578">
                  <a:moveTo>
                    <a:pt x="9" y="62620"/>
                  </a:moveTo>
                  <a:cubicBezTo>
                    <a:pt x="517" y="32267"/>
                    <a:pt x="21408" y="-626"/>
                    <a:pt x="57857" y="9"/>
                  </a:cubicBezTo>
                  <a:cubicBezTo>
                    <a:pt x="81479" y="454"/>
                    <a:pt x="95449" y="14931"/>
                    <a:pt x="95068" y="37728"/>
                  </a:cubicBezTo>
                  <a:cubicBezTo>
                    <a:pt x="94941" y="44142"/>
                    <a:pt x="93608" y="51444"/>
                    <a:pt x="92401" y="56206"/>
                  </a:cubicBezTo>
                  <a:lnTo>
                    <a:pt x="21916" y="54937"/>
                  </a:lnTo>
                  <a:cubicBezTo>
                    <a:pt x="21599" y="57350"/>
                    <a:pt x="21345" y="59762"/>
                    <a:pt x="21345" y="62112"/>
                  </a:cubicBezTo>
                  <a:cubicBezTo>
                    <a:pt x="21091" y="76907"/>
                    <a:pt x="30743" y="84210"/>
                    <a:pt x="48396" y="84528"/>
                  </a:cubicBezTo>
                  <a:cubicBezTo>
                    <a:pt x="57984" y="84718"/>
                    <a:pt x="68017" y="83766"/>
                    <a:pt x="80654" y="79638"/>
                  </a:cubicBezTo>
                  <a:lnTo>
                    <a:pt x="76209" y="98561"/>
                  </a:lnTo>
                  <a:cubicBezTo>
                    <a:pt x="66112" y="101355"/>
                    <a:pt x="55317" y="102752"/>
                    <a:pt x="44141" y="102562"/>
                  </a:cubicBezTo>
                  <a:cubicBezTo>
                    <a:pt x="15884" y="102054"/>
                    <a:pt x="-436" y="87512"/>
                    <a:pt x="9" y="62684"/>
                  </a:cubicBezTo>
                  <a:close/>
                  <a:moveTo>
                    <a:pt x="25980" y="40776"/>
                  </a:moveTo>
                  <a:lnTo>
                    <a:pt x="73859" y="41601"/>
                  </a:lnTo>
                  <a:cubicBezTo>
                    <a:pt x="73986" y="40649"/>
                    <a:pt x="73986" y="39824"/>
                    <a:pt x="73986" y="39062"/>
                  </a:cubicBezTo>
                  <a:cubicBezTo>
                    <a:pt x="74240" y="25473"/>
                    <a:pt x="67446" y="18487"/>
                    <a:pt x="55444" y="18234"/>
                  </a:cubicBezTo>
                  <a:cubicBezTo>
                    <a:pt x="41030" y="17980"/>
                    <a:pt x="31251" y="28330"/>
                    <a:pt x="25917" y="40712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20">
              <a:extLst>
                <a:ext uri="{FF2B5EF4-FFF2-40B4-BE49-F238E27FC236}">
                  <a16:creationId xmlns:a16="http://schemas.microsoft.com/office/drawing/2014/main" id="{D5EB02C9-B615-4C48-AC67-7182B47A1FC5}"/>
                </a:ext>
              </a:extLst>
            </p:cNvPr>
            <p:cNvSpPr/>
            <p:nvPr/>
          </p:nvSpPr>
          <p:spPr>
            <a:xfrm>
              <a:off x="4897469" y="6363200"/>
              <a:ext cx="75691" cy="99765"/>
            </a:xfrm>
            <a:custGeom>
              <a:avLst/>
              <a:gdLst>
                <a:gd name="connsiteX0" fmla="*/ 22606 w 75691"/>
                <a:gd name="connsiteY0" fmla="*/ 1150 h 99765"/>
                <a:gd name="connsiteX1" fmla="*/ 43434 w 75691"/>
                <a:gd name="connsiteY1" fmla="*/ 1531 h 99765"/>
                <a:gd name="connsiteX2" fmla="*/ 38163 w 75691"/>
                <a:gd name="connsiteY2" fmla="*/ 20771 h 99765"/>
                <a:gd name="connsiteX3" fmla="*/ 38354 w 75691"/>
                <a:gd name="connsiteY3" fmla="*/ 20771 h 99765"/>
                <a:gd name="connsiteX4" fmla="*/ 75692 w 75691"/>
                <a:gd name="connsiteY4" fmla="*/ 7 h 99765"/>
                <a:gd name="connsiteX5" fmla="*/ 70739 w 75691"/>
                <a:gd name="connsiteY5" fmla="*/ 21407 h 99765"/>
                <a:gd name="connsiteX6" fmla="*/ 34226 w 75691"/>
                <a:gd name="connsiteY6" fmla="*/ 45727 h 99765"/>
                <a:gd name="connsiteX7" fmla="*/ 21844 w 75691"/>
                <a:gd name="connsiteY7" fmla="*/ 99765 h 99765"/>
                <a:gd name="connsiteX8" fmla="*/ 0 w 75691"/>
                <a:gd name="connsiteY8" fmla="*/ 99384 h 99765"/>
                <a:gd name="connsiteX9" fmla="*/ 22669 w 75691"/>
                <a:gd name="connsiteY9" fmla="*/ 1150 h 9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691" h="99765">
                  <a:moveTo>
                    <a:pt x="22606" y="1150"/>
                  </a:moveTo>
                  <a:lnTo>
                    <a:pt x="43434" y="1531"/>
                  </a:lnTo>
                  <a:cubicBezTo>
                    <a:pt x="42227" y="7183"/>
                    <a:pt x="40449" y="14040"/>
                    <a:pt x="38163" y="20771"/>
                  </a:cubicBezTo>
                  <a:lnTo>
                    <a:pt x="38354" y="20771"/>
                  </a:lnTo>
                  <a:cubicBezTo>
                    <a:pt x="47815" y="6230"/>
                    <a:pt x="60896" y="-247"/>
                    <a:pt x="75692" y="7"/>
                  </a:cubicBezTo>
                  <a:lnTo>
                    <a:pt x="70739" y="21407"/>
                  </a:lnTo>
                  <a:cubicBezTo>
                    <a:pt x="51117" y="21089"/>
                    <a:pt x="38354" y="28074"/>
                    <a:pt x="34226" y="45727"/>
                  </a:cubicBezTo>
                  <a:lnTo>
                    <a:pt x="21844" y="99765"/>
                  </a:lnTo>
                  <a:lnTo>
                    <a:pt x="0" y="99384"/>
                  </a:lnTo>
                  <a:lnTo>
                    <a:pt x="22669" y="115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1">
              <a:extLst>
                <a:ext uri="{FF2B5EF4-FFF2-40B4-BE49-F238E27FC236}">
                  <a16:creationId xmlns:a16="http://schemas.microsoft.com/office/drawing/2014/main" id="{1918059A-9D05-4C58-B4FC-B6079723FEB1}"/>
                </a:ext>
              </a:extLst>
            </p:cNvPr>
            <p:cNvSpPr/>
            <p:nvPr/>
          </p:nvSpPr>
          <p:spPr>
            <a:xfrm>
              <a:off x="4975635" y="6436612"/>
              <a:ext cx="27372" cy="27372"/>
            </a:xfrm>
            <a:custGeom>
              <a:avLst/>
              <a:gdLst>
                <a:gd name="connsiteX0" fmla="*/ 2 w 27372"/>
                <a:gd name="connsiteY0" fmla="*/ 13527 h 27372"/>
                <a:gd name="connsiteX1" fmla="*/ 13845 w 27372"/>
                <a:gd name="connsiteY1" fmla="*/ 2 h 27372"/>
                <a:gd name="connsiteX2" fmla="*/ 27370 w 27372"/>
                <a:gd name="connsiteY2" fmla="*/ 14035 h 27372"/>
                <a:gd name="connsiteX3" fmla="*/ 13337 w 27372"/>
                <a:gd name="connsiteY3" fmla="*/ 27370 h 27372"/>
                <a:gd name="connsiteX4" fmla="*/ 2 w 27372"/>
                <a:gd name="connsiteY4" fmla="*/ 13527 h 27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372" h="27372">
                  <a:moveTo>
                    <a:pt x="2" y="13527"/>
                  </a:moveTo>
                  <a:cubicBezTo>
                    <a:pt x="129" y="5971"/>
                    <a:pt x="6288" y="-125"/>
                    <a:pt x="13845" y="2"/>
                  </a:cubicBezTo>
                  <a:cubicBezTo>
                    <a:pt x="21401" y="129"/>
                    <a:pt x="27498" y="6479"/>
                    <a:pt x="27370" y="14035"/>
                  </a:cubicBezTo>
                  <a:cubicBezTo>
                    <a:pt x="27243" y="21401"/>
                    <a:pt x="20893" y="27497"/>
                    <a:pt x="13337" y="27370"/>
                  </a:cubicBezTo>
                  <a:cubicBezTo>
                    <a:pt x="5781" y="27243"/>
                    <a:pt x="-125" y="20893"/>
                    <a:pt x="2" y="1352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7B67B7E-22F1-4440-97F4-D75C74570073}"/>
                </a:ext>
              </a:extLst>
            </p:cNvPr>
            <p:cNvSpPr/>
            <p:nvPr/>
          </p:nvSpPr>
          <p:spPr>
            <a:xfrm>
              <a:off x="5036270" y="6362815"/>
              <a:ext cx="88337" cy="102447"/>
            </a:xfrm>
            <a:custGeom>
              <a:avLst/>
              <a:gdLst>
                <a:gd name="connsiteX0" fmla="*/ 9 w 88337"/>
                <a:gd name="connsiteY0" fmla="*/ 61226 h 102447"/>
                <a:gd name="connsiteX1" fmla="*/ 58112 w 88337"/>
                <a:gd name="connsiteY1" fmla="*/ 12 h 102447"/>
                <a:gd name="connsiteX2" fmla="*/ 88338 w 88337"/>
                <a:gd name="connsiteY2" fmla="*/ 6489 h 102447"/>
                <a:gd name="connsiteX3" fmla="*/ 84083 w 88337"/>
                <a:gd name="connsiteY3" fmla="*/ 24650 h 102447"/>
                <a:gd name="connsiteX4" fmla="*/ 58620 w 88337"/>
                <a:gd name="connsiteY4" fmla="*/ 18554 h 102447"/>
                <a:gd name="connsiteX5" fmla="*/ 22361 w 88337"/>
                <a:gd name="connsiteY5" fmla="*/ 60146 h 102447"/>
                <a:gd name="connsiteX6" fmla="*/ 45285 w 88337"/>
                <a:gd name="connsiteY6" fmla="*/ 84022 h 102447"/>
                <a:gd name="connsiteX7" fmla="*/ 71510 w 88337"/>
                <a:gd name="connsiteY7" fmla="*/ 79260 h 102447"/>
                <a:gd name="connsiteX8" fmla="*/ 67002 w 88337"/>
                <a:gd name="connsiteY8" fmla="*/ 98691 h 102447"/>
                <a:gd name="connsiteX9" fmla="*/ 41157 w 88337"/>
                <a:gd name="connsiteY9" fmla="*/ 102438 h 102447"/>
                <a:gd name="connsiteX10" fmla="*/ 9 w 88337"/>
                <a:gd name="connsiteY10" fmla="*/ 61226 h 10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337" h="102447">
                  <a:moveTo>
                    <a:pt x="9" y="61226"/>
                  </a:moveTo>
                  <a:cubicBezTo>
                    <a:pt x="454" y="34619"/>
                    <a:pt x="17027" y="-750"/>
                    <a:pt x="58112" y="12"/>
                  </a:cubicBezTo>
                  <a:cubicBezTo>
                    <a:pt x="69351" y="202"/>
                    <a:pt x="79257" y="2425"/>
                    <a:pt x="88338" y="6489"/>
                  </a:cubicBezTo>
                  <a:lnTo>
                    <a:pt x="84083" y="24650"/>
                  </a:lnTo>
                  <a:cubicBezTo>
                    <a:pt x="75130" y="20205"/>
                    <a:pt x="67002" y="18681"/>
                    <a:pt x="58620" y="18554"/>
                  </a:cubicBezTo>
                  <a:cubicBezTo>
                    <a:pt x="34807" y="18109"/>
                    <a:pt x="22679" y="39763"/>
                    <a:pt x="22361" y="60146"/>
                  </a:cubicBezTo>
                  <a:cubicBezTo>
                    <a:pt x="22107" y="74942"/>
                    <a:pt x="30807" y="83769"/>
                    <a:pt x="45285" y="84022"/>
                  </a:cubicBezTo>
                  <a:cubicBezTo>
                    <a:pt x="52460" y="84150"/>
                    <a:pt x="61096" y="83007"/>
                    <a:pt x="71510" y="79260"/>
                  </a:cubicBezTo>
                  <a:lnTo>
                    <a:pt x="67002" y="98691"/>
                  </a:lnTo>
                  <a:cubicBezTo>
                    <a:pt x="58556" y="101421"/>
                    <a:pt x="50301" y="102564"/>
                    <a:pt x="41157" y="102438"/>
                  </a:cubicBezTo>
                  <a:cubicBezTo>
                    <a:pt x="15376" y="101993"/>
                    <a:pt x="-435" y="85610"/>
                    <a:pt x="9" y="61226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896965C-6A0A-481A-A254-D250FFF2AA2C}"/>
                </a:ext>
              </a:extLst>
            </p:cNvPr>
            <p:cNvSpPr/>
            <p:nvPr/>
          </p:nvSpPr>
          <p:spPr>
            <a:xfrm>
              <a:off x="5136219" y="6362689"/>
              <a:ext cx="96539" cy="102382"/>
            </a:xfrm>
            <a:custGeom>
              <a:avLst/>
              <a:gdLst>
                <a:gd name="connsiteX0" fmla="*/ 10 w 96539"/>
                <a:gd name="connsiteY0" fmla="*/ 63447 h 102382"/>
                <a:gd name="connsiteX1" fmla="*/ 57604 w 96539"/>
                <a:gd name="connsiteY1" fmla="*/ 10 h 102382"/>
                <a:gd name="connsiteX2" fmla="*/ 96530 w 96539"/>
                <a:gd name="connsiteY2" fmla="*/ 38936 h 102382"/>
                <a:gd name="connsiteX3" fmla="*/ 38935 w 96539"/>
                <a:gd name="connsiteY3" fmla="*/ 102372 h 102382"/>
                <a:gd name="connsiteX4" fmla="*/ 10 w 96539"/>
                <a:gd name="connsiteY4" fmla="*/ 63447 h 102382"/>
                <a:gd name="connsiteX5" fmla="*/ 74241 w 96539"/>
                <a:gd name="connsiteY5" fmla="*/ 39889 h 102382"/>
                <a:gd name="connsiteX6" fmla="*/ 55826 w 96539"/>
                <a:gd name="connsiteY6" fmla="*/ 18807 h 102382"/>
                <a:gd name="connsiteX7" fmla="*/ 22425 w 96539"/>
                <a:gd name="connsiteY7" fmla="*/ 62431 h 102382"/>
                <a:gd name="connsiteX8" fmla="*/ 40840 w 96539"/>
                <a:gd name="connsiteY8" fmla="*/ 83513 h 102382"/>
                <a:gd name="connsiteX9" fmla="*/ 74241 w 96539"/>
                <a:gd name="connsiteY9" fmla="*/ 39889 h 102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539" h="102382">
                  <a:moveTo>
                    <a:pt x="10" y="63447"/>
                  </a:moveTo>
                  <a:cubicBezTo>
                    <a:pt x="518" y="33602"/>
                    <a:pt x="19504" y="-688"/>
                    <a:pt x="57604" y="10"/>
                  </a:cubicBezTo>
                  <a:cubicBezTo>
                    <a:pt x="82560" y="455"/>
                    <a:pt x="96974" y="15251"/>
                    <a:pt x="96530" y="38936"/>
                  </a:cubicBezTo>
                  <a:cubicBezTo>
                    <a:pt x="96022" y="68781"/>
                    <a:pt x="77035" y="103071"/>
                    <a:pt x="38935" y="102372"/>
                  </a:cubicBezTo>
                  <a:cubicBezTo>
                    <a:pt x="14170" y="101928"/>
                    <a:pt x="-435" y="87259"/>
                    <a:pt x="10" y="63447"/>
                  </a:cubicBezTo>
                  <a:close/>
                  <a:moveTo>
                    <a:pt x="74241" y="39889"/>
                  </a:moveTo>
                  <a:cubicBezTo>
                    <a:pt x="74495" y="25919"/>
                    <a:pt x="67891" y="18997"/>
                    <a:pt x="55826" y="18807"/>
                  </a:cubicBezTo>
                  <a:cubicBezTo>
                    <a:pt x="31188" y="18362"/>
                    <a:pt x="22679" y="47127"/>
                    <a:pt x="22425" y="62431"/>
                  </a:cubicBezTo>
                  <a:cubicBezTo>
                    <a:pt x="22171" y="76401"/>
                    <a:pt x="28775" y="83322"/>
                    <a:pt x="40840" y="83513"/>
                  </a:cubicBezTo>
                  <a:cubicBezTo>
                    <a:pt x="65478" y="83957"/>
                    <a:pt x="73987" y="55192"/>
                    <a:pt x="74241" y="39889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4">
              <a:extLst>
                <a:ext uri="{FF2B5EF4-FFF2-40B4-BE49-F238E27FC236}">
                  <a16:creationId xmlns:a16="http://schemas.microsoft.com/office/drawing/2014/main" id="{89B2D99A-81F8-4AB3-8534-7151923E86B7}"/>
                </a:ext>
              </a:extLst>
            </p:cNvPr>
            <p:cNvSpPr/>
            <p:nvPr/>
          </p:nvSpPr>
          <p:spPr>
            <a:xfrm>
              <a:off x="5244686" y="6362437"/>
              <a:ext cx="152325" cy="101799"/>
            </a:xfrm>
            <a:custGeom>
              <a:avLst/>
              <a:gdLst>
                <a:gd name="connsiteX0" fmla="*/ 22670 w 152325"/>
                <a:gd name="connsiteY0" fmla="*/ 1152 h 101799"/>
                <a:gd name="connsiteX1" fmla="*/ 43498 w 152325"/>
                <a:gd name="connsiteY1" fmla="*/ 1533 h 101799"/>
                <a:gd name="connsiteX2" fmla="*/ 38545 w 152325"/>
                <a:gd name="connsiteY2" fmla="*/ 19884 h 101799"/>
                <a:gd name="connsiteX3" fmla="*/ 38735 w 152325"/>
                <a:gd name="connsiteY3" fmla="*/ 19884 h 101799"/>
                <a:gd name="connsiteX4" fmla="*/ 70803 w 152325"/>
                <a:gd name="connsiteY4" fmla="*/ 9 h 101799"/>
                <a:gd name="connsiteX5" fmla="*/ 95187 w 152325"/>
                <a:gd name="connsiteY5" fmla="*/ 19821 h 101799"/>
                <a:gd name="connsiteX6" fmla="*/ 95377 w 152325"/>
                <a:gd name="connsiteY6" fmla="*/ 19821 h 101799"/>
                <a:gd name="connsiteX7" fmla="*/ 127635 w 152325"/>
                <a:gd name="connsiteY7" fmla="*/ 1025 h 101799"/>
                <a:gd name="connsiteX8" fmla="*/ 150432 w 152325"/>
                <a:gd name="connsiteY8" fmla="*/ 37982 h 101799"/>
                <a:gd name="connsiteX9" fmla="*/ 133795 w 152325"/>
                <a:gd name="connsiteY9" fmla="*/ 101799 h 101799"/>
                <a:gd name="connsiteX10" fmla="*/ 111951 w 152325"/>
                <a:gd name="connsiteY10" fmla="*/ 101418 h 101799"/>
                <a:gd name="connsiteX11" fmla="*/ 127953 w 152325"/>
                <a:gd name="connsiteY11" fmla="*/ 39950 h 101799"/>
                <a:gd name="connsiteX12" fmla="*/ 117412 w 152325"/>
                <a:gd name="connsiteY12" fmla="*/ 19757 h 101799"/>
                <a:gd name="connsiteX13" fmla="*/ 91440 w 152325"/>
                <a:gd name="connsiteY13" fmla="*/ 45983 h 101799"/>
                <a:gd name="connsiteX14" fmla="*/ 77915 w 152325"/>
                <a:gd name="connsiteY14" fmla="*/ 100847 h 101799"/>
                <a:gd name="connsiteX15" fmla="*/ 55943 w 152325"/>
                <a:gd name="connsiteY15" fmla="*/ 100466 h 101799"/>
                <a:gd name="connsiteX16" fmla="*/ 71184 w 152325"/>
                <a:gd name="connsiteY16" fmla="*/ 38934 h 101799"/>
                <a:gd name="connsiteX17" fmla="*/ 60579 w 152325"/>
                <a:gd name="connsiteY17" fmla="*/ 18741 h 101799"/>
                <a:gd name="connsiteX18" fmla="*/ 34607 w 152325"/>
                <a:gd name="connsiteY18" fmla="*/ 44967 h 101799"/>
                <a:gd name="connsiteX19" fmla="*/ 21844 w 152325"/>
                <a:gd name="connsiteY19" fmla="*/ 99831 h 101799"/>
                <a:gd name="connsiteX20" fmla="*/ 0 w 152325"/>
                <a:gd name="connsiteY20" fmla="*/ 99450 h 101799"/>
                <a:gd name="connsiteX21" fmla="*/ 22796 w 152325"/>
                <a:gd name="connsiteY21" fmla="*/ 1215 h 101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2325" h="101799">
                  <a:moveTo>
                    <a:pt x="22670" y="1152"/>
                  </a:moveTo>
                  <a:lnTo>
                    <a:pt x="43498" y="1533"/>
                  </a:lnTo>
                  <a:cubicBezTo>
                    <a:pt x="42482" y="6422"/>
                    <a:pt x="40767" y="13280"/>
                    <a:pt x="38545" y="19884"/>
                  </a:cubicBezTo>
                  <a:lnTo>
                    <a:pt x="38735" y="19884"/>
                  </a:lnTo>
                  <a:cubicBezTo>
                    <a:pt x="45085" y="8009"/>
                    <a:pt x="55817" y="-309"/>
                    <a:pt x="70803" y="9"/>
                  </a:cubicBezTo>
                  <a:cubicBezTo>
                    <a:pt x="85027" y="263"/>
                    <a:pt x="94107" y="7883"/>
                    <a:pt x="95187" y="19821"/>
                  </a:cubicBezTo>
                  <a:lnTo>
                    <a:pt x="95377" y="19821"/>
                  </a:lnTo>
                  <a:cubicBezTo>
                    <a:pt x="102426" y="9216"/>
                    <a:pt x="113221" y="771"/>
                    <a:pt x="127635" y="1025"/>
                  </a:cubicBezTo>
                  <a:cubicBezTo>
                    <a:pt x="147638" y="1406"/>
                    <a:pt x="156528" y="14741"/>
                    <a:pt x="150432" y="37982"/>
                  </a:cubicBezTo>
                  <a:lnTo>
                    <a:pt x="133795" y="101799"/>
                  </a:lnTo>
                  <a:lnTo>
                    <a:pt x="111951" y="101418"/>
                  </a:lnTo>
                  <a:lnTo>
                    <a:pt x="127953" y="39950"/>
                  </a:lnTo>
                  <a:cubicBezTo>
                    <a:pt x="131445" y="26869"/>
                    <a:pt x="128778" y="19948"/>
                    <a:pt x="117412" y="19757"/>
                  </a:cubicBezTo>
                  <a:cubicBezTo>
                    <a:pt x="105220" y="19567"/>
                    <a:pt x="95568" y="29600"/>
                    <a:pt x="91440" y="45983"/>
                  </a:cubicBezTo>
                  <a:lnTo>
                    <a:pt x="77915" y="100847"/>
                  </a:lnTo>
                  <a:lnTo>
                    <a:pt x="55943" y="100466"/>
                  </a:lnTo>
                  <a:lnTo>
                    <a:pt x="71184" y="38934"/>
                  </a:lnTo>
                  <a:cubicBezTo>
                    <a:pt x="74485" y="25853"/>
                    <a:pt x="71818" y="18932"/>
                    <a:pt x="60579" y="18741"/>
                  </a:cubicBezTo>
                  <a:cubicBezTo>
                    <a:pt x="48514" y="18551"/>
                    <a:pt x="38418" y="28520"/>
                    <a:pt x="34607" y="44967"/>
                  </a:cubicBezTo>
                  <a:lnTo>
                    <a:pt x="21844" y="99831"/>
                  </a:lnTo>
                  <a:lnTo>
                    <a:pt x="0" y="99450"/>
                  </a:lnTo>
                  <a:lnTo>
                    <a:pt x="22796" y="1215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0" name="Graphic 5">
            <a:extLst>
              <a:ext uri="{FF2B5EF4-FFF2-40B4-BE49-F238E27FC236}">
                <a16:creationId xmlns:a16="http://schemas.microsoft.com/office/drawing/2014/main" id="{B03B2D53-07C3-4D83-8AA4-DB07A6CBBE0C}"/>
              </a:ext>
            </a:extLst>
          </p:cNvPr>
          <p:cNvGrpSpPr/>
          <p:nvPr userDrawn="1"/>
        </p:nvGrpSpPr>
        <p:grpSpPr>
          <a:xfrm>
            <a:off x="757872" y="2481643"/>
            <a:ext cx="1711578" cy="1711578"/>
            <a:chOff x="4834985" y="2481643"/>
            <a:chExt cx="1711578" cy="1711578"/>
          </a:xfrm>
        </p:grpSpPr>
        <p:grpSp>
          <p:nvGrpSpPr>
            <p:cNvPr id="81" name="Graphic 5">
              <a:extLst>
                <a:ext uri="{FF2B5EF4-FFF2-40B4-BE49-F238E27FC236}">
                  <a16:creationId xmlns:a16="http://schemas.microsoft.com/office/drawing/2014/main" id="{7CF269F6-C98C-438E-A978-60F11CC0AFBE}"/>
                </a:ext>
              </a:extLst>
            </p:cNvPr>
            <p:cNvGrpSpPr/>
            <p:nvPr/>
          </p:nvGrpSpPr>
          <p:grpSpPr>
            <a:xfrm>
              <a:off x="5009102" y="2645727"/>
              <a:ext cx="1385188" cy="1386649"/>
              <a:chOff x="5009102" y="2645727"/>
              <a:chExt cx="1385188" cy="1386649"/>
            </a:xfrm>
            <a:solidFill>
              <a:srgbClr val="FFFFFF"/>
            </a:solidFill>
          </p:grpSpPr>
          <p:sp>
            <p:nvSpPr>
              <p:cNvPr id="84" name="Freeform: Shape 78">
                <a:extLst>
                  <a:ext uri="{FF2B5EF4-FFF2-40B4-BE49-F238E27FC236}">
                    <a16:creationId xmlns:a16="http://schemas.microsoft.com/office/drawing/2014/main" id="{413DF7BE-865E-4E75-A1D8-D3C288A80C51}"/>
                  </a:ext>
                </a:extLst>
              </p:cNvPr>
              <p:cNvSpPr/>
              <p:nvPr/>
            </p:nvSpPr>
            <p:spPr>
              <a:xfrm>
                <a:off x="5583586" y="2645727"/>
                <a:ext cx="236664" cy="236791"/>
              </a:xfrm>
              <a:custGeom>
                <a:avLst/>
                <a:gdLst>
                  <a:gd name="connsiteX0" fmla="*/ 56388 w 236664"/>
                  <a:gd name="connsiteY0" fmla="*/ 90170 h 236791"/>
                  <a:gd name="connsiteX1" fmla="*/ 155004 w 236664"/>
                  <a:gd name="connsiteY1" fmla="*/ 90170 h 236791"/>
                  <a:gd name="connsiteX2" fmla="*/ 174752 w 236664"/>
                  <a:gd name="connsiteY2" fmla="*/ 70421 h 236791"/>
                  <a:gd name="connsiteX3" fmla="*/ 155004 w 236664"/>
                  <a:gd name="connsiteY3" fmla="*/ 50673 h 236791"/>
                  <a:gd name="connsiteX4" fmla="*/ 56388 w 236664"/>
                  <a:gd name="connsiteY4" fmla="*/ 50673 h 236791"/>
                  <a:gd name="connsiteX5" fmla="*/ 56388 w 236664"/>
                  <a:gd name="connsiteY5" fmla="*/ 90170 h 236791"/>
                  <a:gd name="connsiteX6" fmla="*/ 56388 w 236664"/>
                  <a:gd name="connsiteY6" fmla="*/ 185992 h 236791"/>
                  <a:gd name="connsiteX7" fmla="*/ 157924 w 236664"/>
                  <a:gd name="connsiteY7" fmla="*/ 185992 h 236791"/>
                  <a:gd name="connsiteX8" fmla="*/ 180404 w 236664"/>
                  <a:gd name="connsiteY8" fmla="*/ 163386 h 236791"/>
                  <a:gd name="connsiteX9" fmla="*/ 157924 w 236664"/>
                  <a:gd name="connsiteY9" fmla="*/ 140843 h 236791"/>
                  <a:gd name="connsiteX10" fmla="*/ 56388 w 236664"/>
                  <a:gd name="connsiteY10" fmla="*/ 140843 h 236791"/>
                  <a:gd name="connsiteX11" fmla="*/ 56388 w 236664"/>
                  <a:gd name="connsiteY11" fmla="*/ 185928 h 236791"/>
                  <a:gd name="connsiteX12" fmla="*/ 214948 w 236664"/>
                  <a:gd name="connsiteY12" fmla="*/ 113411 h 236791"/>
                  <a:gd name="connsiteX13" fmla="*/ 236665 w 236664"/>
                  <a:gd name="connsiteY13" fmla="*/ 164910 h 236791"/>
                  <a:gd name="connsiteX14" fmla="*/ 164910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88 h 236791"/>
                  <a:gd name="connsiteX19" fmla="*/ 214948 w 236664"/>
                  <a:gd name="connsiteY19" fmla="*/ 113474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170"/>
                    </a:moveTo>
                    <a:lnTo>
                      <a:pt x="155004" y="90170"/>
                    </a:lnTo>
                    <a:cubicBezTo>
                      <a:pt x="165862" y="90170"/>
                      <a:pt x="174752" y="81343"/>
                      <a:pt x="174752" y="70421"/>
                    </a:cubicBezTo>
                    <a:cubicBezTo>
                      <a:pt x="174752" y="59499"/>
                      <a:pt x="165862" y="50673"/>
                      <a:pt x="155004" y="50673"/>
                    </a:cubicBezTo>
                    <a:lnTo>
                      <a:pt x="56388" y="50673"/>
                    </a:lnTo>
                    <a:lnTo>
                      <a:pt x="56388" y="90170"/>
                    </a:lnTo>
                    <a:close/>
                    <a:moveTo>
                      <a:pt x="56388" y="185992"/>
                    </a:moveTo>
                    <a:lnTo>
                      <a:pt x="157924" y="185992"/>
                    </a:lnTo>
                    <a:cubicBezTo>
                      <a:pt x="170371" y="185992"/>
                      <a:pt x="180404" y="175895"/>
                      <a:pt x="180404" y="163386"/>
                    </a:cubicBezTo>
                    <a:cubicBezTo>
                      <a:pt x="180404" y="150876"/>
                      <a:pt x="170371" y="140843"/>
                      <a:pt x="157924" y="140843"/>
                    </a:cubicBezTo>
                    <a:lnTo>
                      <a:pt x="56388" y="140843"/>
                    </a:lnTo>
                    <a:lnTo>
                      <a:pt x="56388" y="185928"/>
                    </a:lnTo>
                    <a:close/>
                    <a:moveTo>
                      <a:pt x="214948" y="113411"/>
                    </a:moveTo>
                    <a:cubicBezTo>
                      <a:pt x="228346" y="126492"/>
                      <a:pt x="236665" y="144717"/>
                      <a:pt x="236665" y="164910"/>
                    </a:cubicBezTo>
                    <a:cubicBezTo>
                      <a:pt x="236665" y="204533"/>
                      <a:pt x="204534" y="236728"/>
                      <a:pt x="164910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16" y="64"/>
                      <a:pt x="231077" y="30988"/>
                      <a:pt x="231077" y="69088"/>
                    </a:cubicBezTo>
                    <a:cubicBezTo>
                      <a:pt x="231077" y="85979"/>
                      <a:pt x="224980" y="101473"/>
                      <a:pt x="214948" y="1134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79">
                <a:extLst>
                  <a:ext uri="{FF2B5EF4-FFF2-40B4-BE49-F238E27FC236}">
                    <a16:creationId xmlns:a16="http://schemas.microsoft.com/office/drawing/2014/main" id="{BEBADCC9-D13D-4F76-A4C1-23402B4CC524}"/>
                  </a:ext>
                </a:extLst>
              </p:cNvPr>
              <p:cNvSpPr/>
              <p:nvPr/>
            </p:nvSpPr>
            <p:spPr>
              <a:xfrm>
                <a:off x="5544914" y="2927667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5 w 291592"/>
                  <a:gd name="connsiteY3" fmla="*/ 197295 h 236727"/>
                  <a:gd name="connsiteX4" fmla="*/ 60515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33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5" y="197295"/>
                    </a:lnTo>
                    <a:lnTo>
                      <a:pt x="60515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33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: Shape 80">
                <a:extLst>
                  <a:ext uri="{FF2B5EF4-FFF2-40B4-BE49-F238E27FC236}">
                    <a16:creationId xmlns:a16="http://schemas.microsoft.com/office/drawing/2014/main" id="{194EE38B-32D7-426C-B64A-A64C64DD72B1}"/>
                  </a:ext>
                </a:extLst>
              </p:cNvPr>
              <p:cNvSpPr/>
              <p:nvPr/>
            </p:nvSpPr>
            <p:spPr>
              <a:xfrm>
                <a:off x="5542438" y="3215195"/>
                <a:ext cx="296481" cy="236664"/>
              </a:xfrm>
              <a:custGeom>
                <a:avLst/>
                <a:gdLst>
                  <a:gd name="connsiteX0" fmla="*/ 228663 w 296481"/>
                  <a:gd name="connsiteY0" fmla="*/ 0 h 236664"/>
                  <a:gd name="connsiteX1" fmla="*/ 296482 w 296481"/>
                  <a:gd name="connsiteY1" fmla="*/ 0 h 236664"/>
                  <a:gd name="connsiteX2" fmla="*/ 176466 w 296481"/>
                  <a:gd name="connsiteY2" fmla="*/ 154114 h 236664"/>
                  <a:gd name="connsiteX3" fmla="*/ 176466 w 296481"/>
                  <a:gd name="connsiteY3" fmla="*/ 236664 h 236664"/>
                  <a:gd name="connsiteX4" fmla="*/ 120079 w 296481"/>
                  <a:gd name="connsiteY4" fmla="*/ 236664 h 236664"/>
                  <a:gd name="connsiteX5" fmla="*/ 120079 w 296481"/>
                  <a:gd name="connsiteY5" fmla="*/ 154114 h 236664"/>
                  <a:gd name="connsiteX6" fmla="*/ 0 w 296481"/>
                  <a:gd name="connsiteY6" fmla="*/ 0 h 236664"/>
                  <a:gd name="connsiteX7" fmla="*/ 67818 w 296481"/>
                  <a:gd name="connsiteY7" fmla="*/ 0 h 236664"/>
                  <a:gd name="connsiteX8" fmla="*/ 148272 w 296481"/>
                  <a:gd name="connsiteY8" fmla="*/ 107760 h 236664"/>
                  <a:gd name="connsiteX9" fmla="*/ 228663 w 296481"/>
                  <a:gd name="connsiteY9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481" h="236664">
                    <a:moveTo>
                      <a:pt x="228663" y="0"/>
                    </a:moveTo>
                    <a:lnTo>
                      <a:pt x="296482" y="0"/>
                    </a:lnTo>
                    <a:lnTo>
                      <a:pt x="176466" y="154114"/>
                    </a:lnTo>
                    <a:lnTo>
                      <a:pt x="176466" y="236664"/>
                    </a:lnTo>
                    <a:lnTo>
                      <a:pt x="120079" y="236664"/>
                    </a:lnTo>
                    <a:lnTo>
                      <a:pt x="120079" y="154114"/>
                    </a:lnTo>
                    <a:lnTo>
                      <a:pt x="0" y="0"/>
                    </a:lnTo>
                    <a:lnTo>
                      <a:pt x="67818" y="0"/>
                    </a:lnTo>
                    <a:lnTo>
                      <a:pt x="148272" y="107760"/>
                    </a:lnTo>
                    <a:lnTo>
                      <a:pt x="228663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: Shape 81">
                <a:extLst>
                  <a:ext uri="{FF2B5EF4-FFF2-40B4-BE49-F238E27FC236}">
                    <a16:creationId xmlns:a16="http://schemas.microsoft.com/office/drawing/2014/main" id="{77B4F068-3F95-4FA3-A04D-232D5180FFEE}"/>
                  </a:ext>
                </a:extLst>
              </p:cNvPr>
              <p:cNvSpPr/>
              <p:nvPr/>
            </p:nvSpPr>
            <p:spPr>
              <a:xfrm>
                <a:off x="5870733" y="3215195"/>
                <a:ext cx="214185" cy="236664"/>
              </a:xfrm>
              <a:custGeom>
                <a:avLst/>
                <a:gdLst>
                  <a:gd name="connsiteX0" fmla="*/ 214186 w 214185"/>
                  <a:gd name="connsiteY0" fmla="*/ 0 h 236664"/>
                  <a:gd name="connsiteX1" fmla="*/ 214186 w 214185"/>
                  <a:gd name="connsiteY1" fmla="*/ 50737 h 236664"/>
                  <a:gd name="connsiteX2" fmla="*/ 56388 w 214185"/>
                  <a:gd name="connsiteY2" fmla="*/ 50737 h 236664"/>
                  <a:gd name="connsiteX3" fmla="*/ 56388 w 214185"/>
                  <a:gd name="connsiteY3" fmla="*/ 90170 h 236664"/>
                  <a:gd name="connsiteX4" fmla="*/ 208534 w 214185"/>
                  <a:gd name="connsiteY4" fmla="*/ 90170 h 236664"/>
                  <a:gd name="connsiteX5" fmla="*/ 208534 w 214185"/>
                  <a:gd name="connsiteY5" fmla="*/ 140843 h 236664"/>
                  <a:gd name="connsiteX6" fmla="*/ 56388 w 214185"/>
                  <a:gd name="connsiteY6" fmla="*/ 140843 h 236664"/>
                  <a:gd name="connsiteX7" fmla="*/ 56388 w 214185"/>
                  <a:gd name="connsiteY7" fmla="*/ 185992 h 236664"/>
                  <a:gd name="connsiteX8" fmla="*/ 214186 w 214185"/>
                  <a:gd name="connsiteY8" fmla="*/ 185992 h 236664"/>
                  <a:gd name="connsiteX9" fmla="*/ 214186 w 214185"/>
                  <a:gd name="connsiteY9" fmla="*/ 236664 h 236664"/>
                  <a:gd name="connsiteX10" fmla="*/ 0 w 214185"/>
                  <a:gd name="connsiteY10" fmla="*/ 236664 h 236664"/>
                  <a:gd name="connsiteX11" fmla="*/ 0 w 214185"/>
                  <a:gd name="connsiteY11" fmla="*/ 0 h 236664"/>
                  <a:gd name="connsiteX12" fmla="*/ 214186 w 214185"/>
                  <a:gd name="connsiteY12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664">
                    <a:moveTo>
                      <a:pt x="214186" y="0"/>
                    </a:moveTo>
                    <a:lnTo>
                      <a:pt x="214186" y="50737"/>
                    </a:lnTo>
                    <a:lnTo>
                      <a:pt x="56388" y="50737"/>
                    </a:lnTo>
                    <a:lnTo>
                      <a:pt x="56388" y="90170"/>
                    </a:lnTo>
                    <a:lnTo>
                      <a:pt x="208534" y="90170"/>
                    </a:lnTo>
                    <a:lnTo>
                      <a:pt x="208534" y="140843"/>
                    </a:lnTo>
                    <a:lnTo>
                      <a:pt x="56388" y="140843"/>
                    </a:lnTo>
                    <a:lnTo>
                      <a:pt x="56388" y="185992"/>
                    </a:lnTo>
                    <a:lnTo>
                      <a:pt x="214186" y="185992"/>
                    </a:lnTo>
                    <a:lnTo>
                      <a:pt x="214186" y="236664"/>
                    </a:lnTo>
                    <a:lnTo>
                      <a:pt x="0" y="236664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2">
                <a:extLst>
                  <a:ext uri="{FF2B5EF4-FFF2-40B4-BE49-F238E27FC236}">
                    <a16:creationId xmlns:a16="http://schemas.microsoft.com/office/drawing/2014/main" id="{914B37FE-5DDB-416A-B45D-2608930C85CC}"/>
                  </a:ext>
                </a:extLst>
              </p:cNvPr>
              <p:cNvSpPr/>
              <p:nvPr/>
            </p:nvSpPr>
            <p:spPr>
              <a:xfrm>
                <a:off x="6160357" y="3215132"/>
                <a:ext cx="233933" cy="236727"/>
              </a:xfrm>
              <a:custGeom>
                <a:avLst/>
                <a:gdLst>
                  <a:gd name="connsiteX0" fmla="*/ 98679 w 233933"/>
                  <a:gd name="connsiteY0" fmla="*/ 146558 h 236727"/>
                  <a:gd name="connsiteX1" fmla="*/ 56388 w 233933"/>
                  <a:gd name="connsiteY1" fmla="*/ 146558 h 236727"/>
                  <a:gd name="connsiteX2" fmla="*/ 56388 w 233933"/>
                  <a:gd name="connsiteY2" fmla="*/ 236728 h 236727"/>
                  <a:gd name="connsiteX3" fmla="*/ 0 w 233933"/>
                  <a:gd name="connsiteY3" fmla="*/ 236728 h 236727"/>
                  <a:gd name="connsiteX4" fmla="*/ 0 w 233933"/>
                  <a:gd name="connsiteY4" fmla="*/ 0 h 236727"/>
                  <a:gd name="connsiteX5" fmla="*/ 143954 w 233933"/>
                  <a:gd name="connsiteY5" fmla="*/ 0 h 236727"/>
                  <a:gd name="connsiteX6" fmla="*/ 217043 w 233933"/>
                  <a:gd name="connsiteY6" fmla="*/ 73342 h 236727"/>
                  <a:gd name="connsiteX7" fmla="*/ 164465 w 233933"/>
                  <a:gd name="connsiteY7" fmla="*/ 143701 h 236727"/>
                  <a:gd name="connsiteX8" fmla="*/ 233934 w 233933"/>
                  <a:gd name="connsiteY8" fmla="*/ 236728 h 236727"/>
                  <a:gd name="connsiteX9" fmla="*/ 166307 w 233933"/>
                  <a:gd name="connsiteY9" fmla="*/ 236728 h 236727"/>
                  <a:gd name="connsiteX10" fmla="*/ 98679 w 233933"/>
                  <a:gd name="connsiteY10" fmla="*/ 146558 h 236727"/>
                  <a:gd name="connsiteX11" fmla="*/ 138239 w 233933"/>
                  <a:gd name="connsiteY11" fmla="*/ 50736 h 236727"/>
                  <a:gd name="connsiteX12" fmla="*/ 56388 w 233933"/>
                  <a:gd name="connsiteY12" fmla="*/ 50736 h 236727"/>
                  <a:gd name="connsiteX13" fmla="*/ 56388 w 233933"/>
                  <a:gd name="connsiteY13" fmla="*/ 95821 h 236727"/>
                  <a:gd name="connsiteX14" fmla="*/ 138239 w 233933"/>
                  <a:gd name="connsiteY14" fmla="*/ 95821 h 236727"/>
                  <a:gd name="connsiteX15" fmla="*/ 160655 w 233933"/>
                  <a:gd name="connsiteY15" fmla="*/ 73279 h 236727"/>
                  <a:gd name="connsiteX16" fmla="*/ 138239 w 233933"/>
                  <a:gd name="connsiteY16" fmla="*/ 50736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3933" h="236727">
                    <a:moveTo>
                      <a:pt x="98679" y="146558"/>
                    </a:moveTo>
                    <a:lnTo>
                      <a:pt x="56388" y="146558"/>
                    </a:lnTo>
                    <a:lnTo>
                      <a:pt x="56388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143954" y="0"/>
                    </a:lnTo>
                    <a:cubicBezTo>
                      <a:pt x="184341" y="127"/>
                      <a:pt x="217043" y="32893"/>
                      <a:pt x="217043" y="73342"/>
                    </a:cubicBezTo>
                    <a:cubicBezTo>
                      <a:pt x="217043" y="106680"/>
                      <a:pt x="194945" y="134810"/>
                      <a:pt x="164465" y="143701"/>
                    </a:cubicBezTo>
                    <a:lnTo>
                      <a:pt x="233934" y="236728"/>
                    </a:lnTo>
                    <a:lnTo>
                      <a:pt x="166307" y="236728"/>
                    </a:lnTo>
                    <a:lnTo>
                      <a:pt x="98679" y="146558"/>
                    </a:lnTo>
                    <a:close/>
                    <a:moveTo>
                      <a:pt x="138239" y="50736"/>
                    </a:moveTo>
                    <a:lnTo>
                      <a:pt x="56388" y="50736"/>
                    </a:lnTo>
                    <a:lnTo>
                      <a:pt x="56388" y="95821"/>
                    </a:lnTo>
                    <a:lnTo>
                      <a:pt x="138239" y="95821"/>
                    </a:lnTo>
                    <a:cubicBezTo>
                      <a:pt x="150622" y="95758"/>
                      <a:pt x="160655" y="85661"/>
                      <a:pt x="160655" y="73279"/>
                    </a:cubicBezTo>
                    <a:cubicBezTo>
                      <a:pt x="160655" y="60896"/>
                      <a:pt x="150622" y="50800"/>
                      <a:pt x="138239" y="507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3">
                <a:extLst>
                  <a:ext uri="{FF2B5EF4-FFF2-40B4-BE49-F238E27FC236}">
                    <a16:creationId xmlns:a16="http://schemas.microsoft.com/office/drawing/2014/main" id="{F835B766-117F-4FCC-BE33-C8CEFA70254E}"/>
                  </a:ext>
                </a:extLst>
              </p:cNvPr>
              <p:cNvSpPr/>
              <p:nvPr/>
            </p:nvSpPr>
            <p:spPr>
              <a:xfrm>
                <a:off x="5277198" y="3215132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6 w 291592"/>
                  <a:gd name="connsiteY3" fmla="*/ 197295 h 236727"/>
                  <a:gd name="connsiteX4" fmla="*/ 60516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96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6" y="197295"/>
                    </a:lnTo>
                    <a:lnTo>
                      <a:pt x="60516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96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4">
                <a:extLst>
                  <a:ext uri="{FF2B5EF4-FFF2-40B4-BE49-F238E27FC236}">
                    <a16:creationId xmlns:a16="http://schemas.microsoft.com/office/drawing/2014/main" id="{9381A76D-16DA-4F25-A7DE-E181A0D7B11F}"/>
                  </a:ext>
                </a:extLst>
              </p:cNvPr>
              <p:cNvSpPr/>
              <p:nvPr/>
            </p:nvSpPr>
            <p:spPr>
              <a:xfrm>
                <a:off x="5009102" y="3215258"/>
                <a:ext cx="236664" cy="236791"/>
              </a:xfrm>
              <a:custGeom>
                <a:avLst/>
                <a:gdLst>
                  <a:gd name="connsiteX0" fmla="*/ 56388 w 236664"/>
                  <a:gd name="connsiteY0" fmla="*/ 90233 h 236791"/>
                  <a:gd name="connsiteX1" fmla="*/ 155003 w 236664"/>
                  <a:gd name="connsiteY1" fmla="*/ 90233 h 236791"/>
                  <a:gd name="connsiteX2" fmla="*/ 174752 w 236664"/>
                  <a:gd name="connsiteY2" fmla="*/ 70485 h 236791"/>
                  <a:gd name="connsiteX3" fmla="*/ 155003 w 236664"/>
                  <a:gd name="connsiteY3" fmla="*/ 50737 h 236791"/>
                  <a:gd name="connsiteX4" fmla="*/ 56388 w 236664"/>
                  <a:gd name="connsiteY4" fmla="*/ 50737 h 236791"/>
                  <a:gd name="connsiteX5" fmla="*/ 56388 w 236664"/>
                  <a:gd name="connsiteY5" fmla="*/ 90170 h 236791"/>
                  <a:gd name="connsiteX6" fmla="*/ 56388 w 236664"/>
                  <a:gd name="connsiteY6" fmla="*/ 186055 h 236791"/>
                  <a:gd name="connsiteX7" fmla="*/ 157861 w 236664"/>
                  <a:gd name="connsiteY7" fmla="*/ 186055 h 236791"/>
                  <a:gd name="connsiteX8" fmla="*/ 180340 w 236664"/>
                  <a:gd name="connsiteY8" fmla="*/ 163449 h 236791"/>
                  <a:gd name="connsiteX9" fmla="*/ 157861 w 236664"/>
                  <a:gd name="connsiteY9" fmla="*/ 140907 h 236791"/>
                  <a:gd name="connsiteX10" fmla="*/ 56324 w 236664"/>
                  <a:gd name="connsiteY10" fmla="*/ 140907 h 236791"/>
                  <a:gd name="connsiteX11" fmla="*/ 56324 w 236664"/>
                  <a:gd name="connsiteY11" fmla="*/ 186055 h 236791"/>
                  <a:gd name="connsiteX12" fmla="*/ 214947 w 236664"/>
                  <a:gd name="connsiteY12" fmla="*/ 113411 h 236791"/>
                  <a:gd name="connsiteX13" fmla="*/ 236664 w 236664"/>
                  <a:gd name="connsiteY13" fmla="*/ 164910 h 236791"/>
                  <a:gd name="connsiteX14" fmla="*/ 164909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25 h 236791"/>
                  <a:gd name="connsiteX19" fmla="*/ 214884 w 236664"/>
                  <a:gd name="connsiteY19" fmla="*/ 113411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233"/>
                    </a:moveTo>
                    <a:lnTo>
                      <a:pt x="155003" y="90233"/>
                    </a:lnTo>
                    <a:cubicBezTo>
                      <a:pt x="165925" y="90233"/>
                      <a:pt x="174752" y="81407"/>
                      <a:pt x="174752" y="70485"/>
                    </a:cubicBezTo>
                    <a:cubicBezTo>
                      <a:pt x="174752" y="59563"/>
                      <a:pt x="165862" y="50737"/>
                      <a:pt x="155003" y="50737"/>
                    </a:cubicBezTo>
                    <a:lnTo>
                      <a:pt x="56388" y="50737"/>
                    </a:lnTo>
                    <a:cubicBezTo>
                      <a:pt x="56388" y="50737"/>
                      <a:pt x="56388" y="90170"/>
                      <a:pt x="56388" y="90170"/>
                    </a:cubicBezTo>
                    <a:close/>
                    <a:moveTo>
                      <a:pt x="56388" y="186055"/>
                    </a:moveTo>
                    <a:lnTo>
                      <a:pt x="157861" y="186055"/>
                    </a:lnTo>
                    <a:cubicBezTo>
                      <a:pt x="170307" y="186055"/>
                      <a:pt x="180340" y="175958"/>
                      <a:pt x="180340" y="163449"/>
                    </a:cubicBezTo>
                    <a:cubicBezTo>
                      <a:pt x="180340" y="150939"/>
                      <a:pt x="170307" y="140907"/>
                      <a:pt x="157861" y="140907"/>
                    </a:cubicBezTo>
                    <a:lnTo>
                      <a:pt x="56324" y="140907"/>
                    </a:lnTo>
                    <a:lnTo>
                      <a:pt x="56324" y="186055"/>
                    </a:lnTo>
                    <a:close/>
                    <a:moveTo>
                      <a:pt x="214947" y="113411"/>
                    </a:moveTo>
                    <a:cubicBezTo>
                      <a:pt x="228346" y="126492"/>
                      <a:pt x="236664" y="144717"/>
                      <a:pt x="236664" y="164910"/>
                    </a:cubicBezTo>
                    <a:cubicBezTo>
                      <a:pt x="236664" y="204533"/>
                      <a:pt x="204533" y="236728"/>
                      <a:pt x="164909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79" y="64"/>
                      <a:pt x="231077" y="30988"/>
                      <a:pt x="231077" y="69025"/>
                    </a:cubicBezTo>
                    <a:cubicBezTo>
                      <a:pt x="231077" y="85915"/>
                      <a:pt x="224980" y="101410"/>
                      <a:pt x="214884" y="1134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85">
                <a:extLst>
                  <a:ext uri="{FF2B5EF4-FFF2-40B4-BE49-F238E27FC236}">
                    <a16:creationId xmlns:a16="http://schemas.microsoft.com/office/drawing/2014/main" id="{673EB24F-33A2-4B3C-994F-C4AE079B9AC3}"/>
                  </a:ext>
                </a:extLst>
              </p:cNvPr>
              <p:cNvSpPr/>
              <p:nvPr/>
            </p:nvSpPr>
            <p:spPr>
              <a:xfrm>
                <a:off x="5583586" y="3502596"/>
                <a:ext cx="214185" cy="236727"/>
              </a:xfrm>
              <a:custGeom>
                <a:avLst/>
                <a:gdLst>
                  <a:gd name="connsiteX0" fmla="*/ 214186 w 214185"/>
                  <a:gd name="connsiteY0" fmla="*/ 0 h 236727"/>
                  <a:gd name="connsiteX1" fmla="*/ 214186 w 214185"/>
                  <a:gd name="connsiteY1" fmla="*/ 50736 h 236727"/>
                  <a:gd name="connsiteX2" fmla="*/ 56388 w 214185"/>
                  <a:gd name="connsiteY2" fmla="*/ 50736 h 236727"/>
                  <a:gd name="connsiteX3" fmla="*/ 56388 w 214185"/>
                  <a:gd name="connsiteY3" fmla="*/ 90233 h 236727"/>
                  <a:gd name="connsiteX4" fmla="*/ 208534 w 214185"/>
                  <a:gd name="connsiteY4" fmla="*/ 90170 h 236727"/>
                  <a:gd name="connsiteX5" fmla="*/ 208534 w 214185"/>
                  <a:gd name="connsiteY5" fmla="*/ 140907 h 236727"/>
                  <a:gd name="connsiteX6" fmla="*/ 56388 w 214185"/>
                  <a:gd name="connsiteY6" fmla="*/ 140907 h 236727"/>
                  <a:gd name="connsiteX7" fmla="*/ 56388 w 214185"/>
                  <a:gd name="connsiteY7" fmla="*/ 185991 h 236727"/>
                  <a:gd name="connsiteX8" fmla="*/ 214186 w 214185"/>
                  <a:gd name="connsiteY8" fmla="*/ 185991 h 236727"/>
                  <a:gd name="connsiteX9" fmla="*/ 214186 w 214185"/>
                  <a:gd name="connsiteY9" fmla="*/ 236728 h 236727"/>
                  <a:gd name="connsiteX10" fmla="*/ 0 w 214185"/>
                  <a:gd name="connsiteY10" fmla="*/ 236728 h 236727"/>
                  <a:gd name="connsiteX11" fmla="*/ 0 w 214185"/>
                  <a:gd name="connsiteY11" fmla="*/ 0 h 236727"/>
                  <a:gd name="connsiteX12" fmla="*/ 214186 w 214185"/>
                  <a:gd name="connsiteY12" fmla="*/ 0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727">
                    <a:moveTo>
                      <a:pt x="214186" y="0"/>
                    </a:moveTo>
                    <a:lnTo>
                      <a:pt x="214186" y="50736"/>
                    </a:lnTo>
                    <a:lnTo>
                      <a:pt x="56388" y="50736"/>
                    </a:lnTo>
                    <a:lnTo>
                      <a:pt x="56388" y="90233"/>
                    </a:lnTo>
                    <a:lnTo>
                      <a:pt x="208534" y="90170"/>
                    </a:lnTo>
                    <a:lnTo>
                      <a:pt x="208534" y="140907"/>
                    </a:lnTo>
                    <a:lnTo>
                      <a:pt x="56388" y="140907"/>
                    </a:lnTo>
                    <a:lnTo>
                      <a:pt x="56388" y="185991"/>
                    </a:lnTo>
                    <a:lnTo>
                      <a:pt x="214186" y="185991"/>
                    </a:lnTo>
                    <a:lnTo>
                      <a:pt x="214186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86">
                <a:extLst>
                  <a:ext uri="{FF2B5EF4-FFF2-40B4-BE49-F238E27FC236}">
                    <a16:creationId xmlns:a16="http://schemas.microsoft.com/office/drawing/2014/main" id="{3F74F269-B25F-45EB-B140-1C90A8E110A2}"/>
                  </a:ext>
                </a:extLst>
              </p:cNvPr>
              <p:cNvSpPr/>
              <p:nvPr/>
            </p:nvSpPr>
            <p:spPr>
              <a:xfrm>
                <a:off x="5583522" y="3795648"/>
                <a:ext cx="256540" cy="236728"/>
              </a:xfrm>
              <a:custGeom>
                <a:avLst/>
                <a:gdLst>
                  <a:gd name="connsiteX0" fmla="*/ 174688 w 256540"/>
                  <a:gd name="connsiteY0" fmla="*/ 73342 h 236728"/>
                  <a:gd name="connsiteX1" fmla="*/ 152337 w 256540"/>
                  <a:gd name="connsiteY1" fmla="*/ 50800 h 236728"/>
                  <a:gd name="connsiteX2" fmla="*/ 56388 w 256540"/>
                  <a:gd name="connsiteY2" fmla="*/ 50800 h 236728"/>
                  <a:gd name="connsiteX3" fmla="*/ 56388 w 256540"/>
                  <a:gd name="connsiteY3" fmla="*/ 95885 h 236728"/>
                  <a:gd name="connsiteX4" fmla="*/ 152337 w 256540"/>
                  <a:gd name="connsiteY4" fmla="*/ 95885 h 236728"/>
                  <a:gd name="connsiteX5" fmla="*/ 174688 w 256540"/>
                  <a:gd name="connsiteY5" fmla="*/ 73406 h 236728"/>
                  <a:gd name="connsiteX6" fmla="*/ 63 w 256540"/>
                  <a:gd name="connsiteY6" fmla="*/ 236728 h 236728"/>
                  <a:gd name="connsiteX7" fmla="*/ 63 w 256540"/>
                  <a:gd name="connsiteY7" fmla="*/ 0 h 236728"/>
                  <a:gd name="connsiteX8" fmla="*/ 158178 w 256540"/>
                  <a:gd name="connsiteY8" fmla="*/ 0 h 236728"/>
                  <a:gd name="connsiteX9" fmla="*/ 231013 w 256540"/>
                  <a:gd name="connsiteY9" fmla="*/ 73342 h 236728"/>
                  <a:gd name="connsiteX10" fmla="*/ 185420 w 256540"/>
                  <a:gd name="connsiteY10" fmla="*/ 141288 h 236728"/>
                  <a:gd name="connsiteX11" fmla="*/ 256540 w 256540"/>
                  <a:gd name="connsiteY11" fmla="*/ 236665 h 236728"/>
                  <a:gd name="connsiteX12" fmla="*/ 188849 w 256540"/>
                  <a:gd name="connsiteY12" fmla="*/ 236665 h 236728"/>
                  <a:gd name="connsiteX13" fmla="*/ 121222 w 256540"/>
                  <a:gd name="connsiteY13" fmla="*/ 146495 h 236728"/>
                  <a:gd name="connsiteX14" fmla="*/ 56388 w 256540"/>
                  <a:gd name="connsiteY14" fmla="*/ 146495 h 236728"/>
                  <a:gd name="connsiteX15" fmla="*/ 56388 w 256540"/>
                  <a:gd name="connsiteY15" fmla="*/ 236665 h 236728"/>
                  <a:gd name="connsiteX16" fmla="*/ 0 w 256540"/>
                  <a:gd name="connsiteY16" fmla="*/ 236665 h 236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6540" h="236728">
                    <a:moveTo>
                      <a:pt x="174688" y="73342"/>
                    </a:moveTo>
                    <a:cubicBezTo>
                      <a:pt x="174688" y="60897"/>
                      <a:pt x="164719" y="50864"/>
                      <a:pt x="152337" y="50800"/>
                    </a:cubicBezTo>
                    <a:lnTo>
                      <a:pt x="56388" y="50800"/>
                    </a:lnTo>
                    <a:lnTo>
                      <a:pt x="56388" y="95885"/>
                    </a:lnTo>
                    <a:lnTo>
                      <a:pt x="152337" y="95885"/>
                    </a:lnTo>
                    <a:cubicBezTo>
                      <a:pt x="164719" y="95758"/>
                      <a:pt x="174688" y="85725"/>
                      <a:pt x="174688" y="73406"/>
                    </a:cubicBezTo>
                    <a:close/>
                    <a:moveTo>
                      <a:pt x="63" y="236728"/>
                    </a:moveTo>
                    <a:lnTo>
                      <a:pt x="63" y="0"/>
                    </a:lnTo>
                    <a:lnTo>
                      <a:pt x="158178" y="0"/>
                    </a:lnTo>
                    <a:cubicBezTo>
                      <a:pt x="198438" y="254"/>
                      <a:pt x="231013" y="33020"/>
                      <a:pt x="231013" y="73342"/>
                    </a:cubicBezTo>
                    <a:cubicBezTo>
                      <a:pt x="231013" y="104013"/>
                      <a:pt x="212153" y="130366"/>
                      <a:pt x="185420" y="141288"/>
                    </a:cubicBezTo>
                    <a:lnTo>
                      <a:pt x="256540" y="236665"/>
                    </a:lnTo>
                    <a:lnTo>
                      <a:pt x="188849" y="236665"/>
                    </a:lnTo>
                    <a:lnTo>
                      <a:pt x="121222" y="146495"/>
                    </a:lnTo>
                    <a:lnTo>
                      <a:pt x="56388" y="146495"/>
                    </a:lnTo>
                    <a:lnTo>
                      <a:pt x="56388" y="236665"/>
                    </a:lnTo>
                    <a:lnTo>
                      <a:pt x="0" y="236665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82" name="Freeform: Shape 76">
              <a:extLst>
                <a:ext uri="{FF2B5EF4-FFF2-40B4-BE49-F238E27FC236}">
                  <a16:creationId xmlns:a16="http://schemas.microsoft.com/office/drawing/2014/main" id="{52578D44-E025-4327-B342-6F561381986D}"/>
                </a:ext>
              </a:extLst>
            </p:cNvPr>
            <p:cNvSpPr/>
            <p:nvPr/>
          </p:nvSpPr>
          <p:spPr>
            <a:xfrm>
              <a:off x="4836699" y="2481643"/>
              <a:ext cx="1709864" cy="1605470"/>
            </a:xfrm>
            <a:custGeom>
              <a:avLst/>
              <a:gdLst>
                <a:gd name="connsiteX0" fmla="*/ 1708150 w 1709864"/>
                <a:gd name="connsiteY0" fmla="*/ 802767 h 1605470"/>
                <a:gd name="connsiteX1" fmla="*/ 854075 w 1709864"/>
                <a:gd name="connsiteY1" fmla="*/ 0 h 1605470"/>
                <a:gd name="connsiteX2" fmla="*/ 0 w 1709864"/>
                <a:gd name="connsiteY2" fmla="*/ 802767 h 1605470"/>
                <a:gd name="connsiteX3" fmla="*/ 4890 w 1709864"/>
                <a:gd name="connsiteY3" fmla="*/ 856171 h 1605470"/>
                <a:gd name="connsiteX4" fmla="*/ 165100 w 1709864"/>
                <a:gd name="connsiteY4" fmla="*/ 1257300 h 1605470"/>
                <a:gd name="connsiteX5" fmla="*/ 854075 w 1709864"/>
                <a:gd name="connsiteY5" fmla="*/ 1605471 h 1605470"/>
                <a:gd name="connsiteX6" fmla="*/ 106235 w 1709864"/>
                <a:gd name="connsiteY6" fmla="*/ 908748 h 1605470"/>
                <a:gd name="connsiteX7" fmla="*/ 104331 w 1709864"/>
                <a:gd name="connsiteY7" fmla="*/ 855726 h 1605470"/>
                <a:gd name="connsiteX8" fmla="*/ 106235 w 1709864"/>
                <a:gd name="connsiteY8" fmla="*/ 802703 h 1605470"/>
                <a:gd name="connsiteX9" fmla="*/ 854075 w 1709864"/>
                <a:gd name="connsiteY9" fmla="*/ 105982 h 1605470"/>
                <a:gd name="connsiteX10" fmla="*/ 1543114 w 1709864"/>
                <a:gd name="connsiteY10" fmla="*/ 454279 h 1605470"/>
                <a:gd name="connsiteX11" fmla="*/ 1703261 w 1709864"/>
                <a:gd name="connsiteY11" fmla="*/ 856107 h 1605470"/>
                <a:gd name="connsiteX12" fmla="*/ 1708150 w 1709864"/>
                <a:gd name="connsiteY12" fmla="*/ 908685 h 1605470"/>
                <a:gd name="connsiteX13" fmla="*/ 1709864 w 1709864"/>
                <a:gd name="connsiteY13" fmla="*/ 855663 h 1605470"/>
                <a:gd name="connsiteX14" fmla="*/ 1708150 w 1709864"/>
                <a:gd name="connsiteY14" fmla="*/ 802640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08150" y="802767"/>
                  </a:moveTo>
                  <a:cubicBezTo>
                    <a:pt x="1680782" y="354838"/>
                    <a:pt x="1308862" y="0"/>
                    <a:pt x="854075" y="0"/>
                  </a:cubicBezTo>
                  <a:cubicBezTo>
                    <a:pt x="399288" y="0"/>
                    <a:pt x="27368" y="354838"/>
                    <a:pt x="0" y="802767"/>
                  </a:cubicBezTo>
                  <a:cubicBezTo>
                    <a:pt x="1080" y="820738"/>
                    <a:pt x="2731" y="838581"/>
                    <a:pt x="4890" y="856171"/>
                  </a:cubicBezTo>
                  <a:cubicBezTo>
                    <a:pt x="23368" y="1005141"/>
                    <a:pt x="80201" y="1142238"/>
                    <a:pt x="165100" y="1257300"/>
                  </a:cubicBezTo>
                  <a:cubicBezTo>
                    <a:pt x="320929" y="1468501"/>
                    <a:pt x="571500" y="1605471"/>
                    <a:pt x="854075" y="1605471"/>
                  </a:cubicBezTo>
                  <a:cubicBezTo>
                    <a:pt x="458470" y="1605471"/>
                    <a:pt x="133541" y="1297496"/>
                    <a:pt x="106235" y="908748"/>
                  </a:cubicBezTo>
                  <a:cubicBezTo>
                    <a:pt x="105029" y="891222"/>
                    <a:pt x="104331" y="873570"/>
                    <a:pt x="104331" y="855726"/>
                  </a:cubicBezTo>
                  <a:cubicBezTo>
                    <a:pt x="104331" y="837883"/>
                    <a:pt x="105029" y="820229"/>
                    <a:pt x="106235" y="802703"/>
                  </a:cubicBezTo>
                  <a:cubicBezTo>
                    <a:pt x="133541" y="413957"/>
                    <a:pt x="458470" y="105982"/>
                    <a:pt x="854075" y="105982"/>
                  </a:cubicBezTo>
                  <a:cubicBezTo>
                    <a:pt x="1136714" y="105982"/>
                    <a:pt x="1387285" y="243014"/>
                    <a:pt x="1543114" y="454279"/>
                  </a:cubicBezTo>
                  <a:cubicBezTo>
                    <a:pt x="1628140" y="569532"/>
                    <a:pt x="1684846" y="706882"/>
                    <a:pt x="1703261" y="856107"/>
                  </a:cubicBezTo>
                  <a:cubicBezTo>
                    <a:pt x="1705420" y="873506"/>
                    <a:pt x="1707071" y="891032"/>
                    <a:pt x="1708150" y="908685"/>
                  </a:cubicBezTo>
                  <a:cubicBezTo>
                    <a:pt x="1709230" y="891159"/>
                    <a:pt x="1709864" y="873442"/>
                    <a:pt x="1709864" y="855663"/>
                  </a:cubicBezTo>
                  <a:cubicBezTo>
                    <a:pt x="1709864" y="837883"/>
                    <a:pt x="1709230" y="820166"/>
                    <a:pt x="1708150" y="802640"/>
                  </a:cubicBezTo>
                </a:path>
              </a:pathLst>
            </a:custGeom>
            <a:solidFill>
              <a:srgbClr val="89D32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77">
              <a:extLst>
                <a:ext uri="{FF2B5EF4-FFF2-40B4-BE49-F238E27FC236}">
                  <a16:creationId xmlns:a16="http://schemas.microsoft.com/office/drawing/2014/main" id="{DFF44304-3AE5-4F7C-B995-7723FB44DAB2}"/>
                </a:ext>
              </a:extLst>
            </p:cNvPr>
            <p:cNvSpPr/>
            <p:nvPr/>
          </p:nvSpPr>
          <p:spPr>
            <a:xfrm>
              <a:off x="4834985" y="2587751"/>
              <a:ext cx="1709864" cy="1605470"/>
            </a:xfrm>
            <a:custGeom>
              <a:avLst/>
              <a:gdLst>
                <a:gd name="connsiteX0" fmla="*/ 1714 w 1709864"/>
                <a:gd name="connsiteY0" fmla="*/ 802704 h 1605470"/>
                <a:gd name="connsiteX1" fmla="*/ 855790 w 1709864"/>
                <a:gd name="connsiteY1" fmla="*/ 1605470 h 1605470"/>
                <a:gd name="connsiteX2" fmla="*/ 1709865 w 1709864"/>
                <a:gd name="connsiteY2" fmla="*/ 802704 h 1605470"/>
                <a:gd name="connsiteX3" fmla="*/ 1704975 w 1709864"/>
                <a:gd name="connsiteY3" fmla="*/ 749300 h 1605470"/>
                <a:gd name="connsiteX4" fmla="*/ 1544765 w 1709864"/>
                <a:gd name="connsiteY4" fmla="*/ 348171 h 1605470"/>
                <a:gd name="connsiteX5" fmla="*/ 855790 w 1709864"/>
                <a:gd name="connsiteY5" fmla="*/ 0 h 1605470"/>
                <a:gd name="connsiteX6" fmla="*/ 1603629 w 1709864"/>
                <a:gd name="connsiteY6" fmla="*/ 696722 h 1605470"/>
                <a:gd name="connsiteX7" fmla="*/ 1605534 w 1709864"/>
                <a:gd name="connsiteY7" fmla="*/ 749745 h 1605470"/>
                <a:gd name="connsiteX8" fmla="*/ 1603629 w 1709864"/>
                <a:gd name="connsiteY8" fmla="*/ 802767 h 1605470"/>
                <a:gd name="connsiteX9" fmla="*/ 855790 w 1709864"/>
                <a:gd name="connsiteY9" fmla="*/ 1499489 h 1605470"/>
                <a:gd name="connsiteX10" fmla="*/ 166751 w 1709864"/>
                <a:gd name="connsiteY10" fmla="*/ 1151192 h 1605470"/>
                <a:gd name="connsiteX11" fmla="*/ 6604 w 1709864"/>
                <a:gd name="connsiteY11" fmla="*/ 749364 h 1605470"/>
                <a:gd name="connsiteX12" fmla="*/ 1714 w 1709864"/>
                <a:gd name="connsiteY12" fmla="*/ 696786 h 1605470"/>
                <a:gd name="connsiteX13" fmla="*/ 0 w 1709864"/>
                <a:gd name="connsiteY13" fmla="*/ 749808 h 1605470"/>
                <a:gd name="connsiteX14" fmla="*/ 1714 w 1709864"/>
                <a:gd name="connsiteY14" fmla="*/ 802831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14" y="802704"/>
                  </a:moveTo>
                  <a:cubicBezTo>
                    <a:pt x="29083" y="1250632"/>
                    <a:pt x="401003" y="1605470"/>
                    <a:pt x="855790" y="1605470"/>
                  </a:cubicBezTo>
                  <a:cubicBezTo>
                    <a:pt x="1310577" y="1605470"/>
                    <a:pt x="1682496" y="1250632"/>
                    <a:pt x="1709865" y="802704"/>
                  </a:cubicBezTo>
                  <a:cubicBezTo>
                    <a:pt x="1708785" y="784733"/>
                    <a:pt x="1707134" y="766889"/>
                    <a:pt x="1704975" y="749300"/>
                  </a:cubicBezTo>
                  <a:cubicBezTo>
                    <a:pt x="1686497" y="600329"/>
                    <a:pt x="1629728" y="463233"/>
                    <a:pt x="1544765" y="348171"/>
                  </a:cubicBezTo>
                  <a:cubicBezTo>
                    <a:pt x="1388935" y="136970"/>
                    <a:pt x="1138365" y="0"/>
                    <a:pt x="855790" y="0"/>
                  </a:cubicBezTo>
                  <a:cubicBezTo>
                    <a:pt x="1251394" y="0"/>
                    <a:pt x="1576324" y="307975"/>
                    <a:pt x="1603629" y="696722"/>
                  </a:cubicBezTo>
                  <a:cubicBezTo>
                    <a:pt x="1604835" y="714248"/>
                    <a:pt x="1605534" y="731901"/>
                    <a:pt x="1605534" y="749745"/>
                  </a:cubicBezTo>
                  <a:cubicBezTo>
                    <a:pt x="1605534" y="767588"/>
                    <a:pt x="1604835" y="785241"/>
                    <a:pt x="1603629" y="802767"/>
                  </a:cubicBezTo>
                  <a:cubicBezTo>
                    <a:pt x="1576324" y="1191514"/>
                    <a:pt x="1251394" y="1499489"/>
                    <a:pt x="855790" y="1499489"/>
                  </a:cubicBezTo>
                  <a:cubicBezTo>
                    <a:pt x="573151" y="1499489"/>
                    <a:pt x="322580" y="1362456"/>
                    <a:pt x="166751" y="1151192"/>
                  </a:cubicBezTo>
                  <a:cubicBezTo>
                    <a:pt x="81725" y="1035939"/>
                    <a:pt x="25019" y="898589"/>
                    <a:pt x="6604" y="749364"/>
                  </a:cubicBezTo>
                  <a:cubicBezTo>
                    <a:pt x="4445" y="731964"/>
                    <a:pt x="2794" y="714439"/>
                    <a:pt x="1714" y="696786"/>
                  </a:cubicBezTo>
                  <a:cubicBezTo>
                    <a:pt x="635" y="714312"/>
                    <a:pt x="0" y="731964"/>
                    <a:pt x="0" y="749808"/>
                  </a:cubicBezTo>
                  <a:cubicBezTo>
                    <a:pt x="0" y="767651"/>
                    <a:pt x="635" y="785305"/>
                    <a:pt x="1714" y="802831"/>
                  </a:cubicBezTo>
                </a:path>
              </a:pathLst>
            </a:custGeom>
            <a:solidFill>
              <a:srgbClr val="00BC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80A9974F-CC38-D29D-FA0A-5992E168DD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0164" y="557911"/>
            <a:ext cx="3577907" cy="22215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CADB1F1-08D4-4305-2067-3DB9B4DCE62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931523" y="2991925"/>
            <a:ext cx="3324628" cy="967829"/>
          </a:xfrm>
        </p:spPr>
        <p:txBody>
          <a:bodyPr wrap="none" anchor="t">
            <a:spAutoFit/>
          </a:bodyPr>
          <a:lstStyle>
            <a:lvl1pPr>
              <a:lnSpc>
                <a:spcPct val="70000"/>
              </a:lnSpc>
              <a:defRPr sz="8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9E3AA573-83BB-099E-C7C7-6A56C7C243C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47597" y="3532194"/>
            <a:ext cx="2429933" cy="1160462"/>
          </a:xfrm>
        </p:spPr>
        <p:txBody>
          <a:bodyPr/>
          <a:lstStyle>
            <a:lvl1pPr>
              <a:defRPr sz="8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you!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79763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-0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Bildplatzhalter 96">
            <a:extLst>
              <a:ext uri="{FF2B5EF4-FFF2-40B4-BE49-F238E27FC236}">
                <a16:creationId xmlns:a16="http://schemas.microsoft.com/office/drawing/2014/main" id="{0EE96EC6-E5DA-46FA-8813-0E3749E9AF3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2725543" y="0"/>
            <a:ext cx="9464871" cy="6858000"/>
          </a:xfrm>
          <a:custGeom>
            <a:avLst/>
            <a:gdLst>
              <a:gd name="connsiteX0" fmla="*/ 1343002 w 9464871"/>
              <a:gd name="connsiteY0" fmla="*/ 0 h 6858000"/>
              <a:gd name="connsiteX1" fmla="*/ 9464871 w 9464871"/>
              <a:gd name="connsiteY1" fmla="*/ 0 h 6858000"/>
              <a:gd name="connsiteX2" fmla="*/ 9464871 w 9464871"/>
              <a:gd name="connsiteY2" fmla="*/ 6858000 h 6858000"/>
              <a:gd name="connsiteX3" fmla="*/ 0 w 946487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64871" h="6858000">
                <a:moveTo>
                  <a:pt x="1343002" y="0"/>
                </a:moveTo>
                <a:lnTo>
                  <a:pt x="9464871" y="0"/>
                </a:lnTo>
                <a:lnTo>
                  <a:pt x="94648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93" name="Picture 12" descr="A green and black gradient&#10;&#10;Description automatically generated">
            <a:extLst>
              <a:ext uri="{FF2B5EF4-FFF2-40B4-BE49-F238E27FC236}">
                <a16:creationId xmlns:a16="http://schemas.microsoft.com/office/drawing/2014/main" id="{556B6A24-57ED-49E2-A0F5-DC032FA461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72" t="62" b="62"/>
          <a:stretch>
            <a:fillRect/>
          </a:stretch>
        </p:blipFill>
        <p:spPr>
          <a:xfrm>
            <a:off x="1" y="0"/>
            <a:ext cx="4101146" cy="6858000"/>
          </a:xfrm>
          <a:custGeom>
            <a:avLst/>
            <a:gdLst>
              <a:gd name="connsiteX0" fmla="*/ 0 w 4101146"/>
              <a:gd name="connsiteY0" fmla="*/ 0 h 6858000"/>
              <a:gd name="connsiteX1" fmla="*/ 4101146 w 4101146"/>
              <a:gd name="connsiteY1" fmla="*/ 0 h 6858000"/>
              <a:gd name="connsiteX2" fmla="*/ 4101146 w 4101146"/>
              <a:gd name="connsiteY2" fmla="*/ 6858000 h 6858000"/>
              <a:gd name="connsiteX3" fmla="*/ 0 w 410114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01146" h="6858000">
                <a:moveTo>
                  <a:pt x="0" y="0"/>
                </a:moveTo>
                <a:lnTo>
                  <a:pt x="4101146" y="0"/>
                </a:lnTo>
                <a:lnTo>
                  <a:pt x="410114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15" name="Graphic 5">
            <a:extLst>
              <a:ext uri="{FF2B5EF4-FFF2-40B4-BE49-F238E27FC236}">
                <a16:creationId xmlns:a16="http://schemas.microsoft.com/office/drawing/2014/main" id="{D51004B3-3242-45DF-8821-382B7AE3D5C7}"/>
              </a:ext>
            </a:extLst>
          </p:cNvPr>
          <p:cNvGrpSpPr/>
          <p:nvPr userDrawn="1"/>
        </p:nvGrpSpPr>
        <p:grpSpPr>
          <a:xfrm>
            <a:off x="365696" y="6326822"/>
            <a:ext cx="954203" cy="175337"/>
            <a:chOff x="4442808" y="6326822"/>
            <a:chExt cx="954203" cy="175337"/>
          </a:xfrm>
          <a:solidFill>
            <a:srgbClr val="FFFFFF"/>
          </a:solidFill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DC0E9B0E-4D82-4A8B-BEBB-D20DE334CB19}"/>
                </a:ext>
              </a:extLst>
            </p:cNvPr>
            <p:cNvSpPr/>
            <p:nvPr/>
          </p:nvSpPr>
          <p:spPr>
            <a:xfrm>
              <a:off x="4442808" y="6326822"/>
              <a:ext cx="106180" cy="138373"/>
            </a:xfrm>
            <a:custGeom>
              <a:avLst/>
              <a:gdLst>
                <a:gd name="connsiteX0" fmla="*/ 24575 w 106180"/>
                <a:gd name="connsiteY0" fmla="*/ 117158 h 138373"/>
                <a:gd name="connsiteX1" fmla="*/ 24384 w 106180"/>
                <a:gd name="connsiteY1" fmla="*/ 117158 h 138373"/>
                <a:gd name="connsiteX2" fmla="*/ 20828 w 106180"/>
                <a:gd name="connsiteY2" fmla="*/ 135699 h 138373"/>
                <a:gd name="connsiteX3" fmla="*/ 0 w 106180"/>
                <a:gd name="connsiteY3" fmla="*/ 135318 h 138373"/>
                <a:gd name="connsiteX4" fmla="*/ 31306 w 106180"/>
                <a:gd name="connsiteY4" fmla="*/ 0 h 138373"/>
                <a:gd name="connsiteX5" fmla="*/ 53150 w 106180"/>
                <a:gd name="connsiteY5" fmla="*/ 381 h 138373"/>
                <a:gd name="connsiteX6" fmla="*/ 45466 w 106180"/>
                <a:gd name="connsiteY6" fmla="*/ 33846 h 138373"/>
                <a:gd name="connsiteX7" fmla="*/ 39243 w 106180"/>
                <a:gd name="connsiteY7" fmla="*/ 54864 h 138373"/>
                <a:gd name="connsiteX8" fmla="*/ 39433 w 106180"/>
                <a:gd name="connsiteY8" fmla="*/ 54864 h 138373"/>
                <a:gd name="connsiteX9" fmla="*/ 73343 w 106180"/>
                <a:gd name="connsiteY9" fmla="*/ 35941 h 138373"/>
                <a:gd name="connsiteX10" fmla="*/ 106172 w 106180"/>
                <a:gd name="connsiteY10" fmla="*/ 74041 h 138373"/>
                <a:gd name="connsiteX11" fmla="*/ 53975 w 106180"/>
                <a:gd name="connsiteY11" fmla="*/ 138367 h 138373"/>
                <a:gd name="connsiteX12" fmla="*/ 24575 w 106180"/>
                <a:gd name="connsiteY12" fmla="*/ 117221 h 138373"/>
                <a:gd name="connsiteX13" fmla="*/ 83820 w 106180"/>
                <a:gd name="connsiteY13" fmla="*/ 76518 h 138373"/>
                <a:gd name="connsiteX14" fmla="*/ 65596 w 106180"/>
                <a:gd name="connsiteY14" fmla="*/ 54356 h 138373"/>
                <a:gd name="connsiteX15" fmla="*/ 32004 w 106180"/>
                <a:gd name="connsiteY15" fmla="*/ 97599 h 138373"/>
                <a:gd name="connsiteX16" fmla="*/ 51308 w 106180"/>
                <a:gd name="connsiteY16" fmla="*/ 119824 h 138373"/>
                <a:gd name="connsiteX17" fmla="*/ 83820 w 106180"/>
                <a:gd name="connsiteY17" fmla="*/ 76581 h 13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6180" h="138373">
                  <a:moveTo>
                    <a:pt x="24575" y="117158"/>
                  </a:moveTo>
                  <a:lnTo>
                    <a:pt x="24384" y="117158"/>
                  </a:lnTo>
                  <a:cubicBezTo>
                    <a:pt x="23749" y="123127"/>
                    <a:pt x="22479" y="129286"/>
                    <a:pt x="20828" y="135699"/>
                  </a:cubicBezTo>
                  <a:lnTo>
                    <a:pt x="0" y="135318"/>
                  </a:lnTo>
                  <a:lnTo>
                    <a:pt x="31306" y="0"/>
                  </a:lnTo>
                  <a:lnTo>
                    <a:pt x="53150" y="381"/>
                  </a:lnTo>
                  <a:lnTo>
                    <a:pt x="45466" y="33846"/>
                  </a:lnTo>
                  <a:cubicBezTo>
                    <a:pt x="43688" y="41466"/>
                    <a:pt x="42164" y="47308"/>
                    <a:pt x="39243" y="54864"/>
                  </a:cubicBezTo>
                  <a:lnTo>
                    <a:pt x="39433" y="54864"/>
                  </a:lnTo>
                  <a:cubicBezTo>
                    <a:pt x="47689" y="41974"/>
                    <a:pt x="60833" y="35687"/>
                    <a:pt x="73343" y="35941"/>
                  </a:cubicBezTo>
                  <a:cubicBezTo>
                    <a:pt x="94361" y="36322"/>
                    <a:pt x="106553" y="51245"/>
                    <a:pt x="106172" y="74041"/>
                  </a:cubicBezTo>
                  <a:cubicBezTo>
                    <a:pt x="105664" y="103823"/>
                    <a:pt x="88710" y="138938"/>
                    <a:pt x="53975" y="138367"/>
                  </a:cubicBezTo>
                  <a:cubicBezTo>
                    <a:pt x="40386" y="138113"/>
                    <a:pt x="27496" y="130747"/>
                    <a:pt x="24575" y="117221"/>
                  </a:cubicBezTo>
                  <a:close/>
                  <a:moveTo>
                    <a:pt x="83820" y="76518"/>
                  </a:moveTo>
                  <a:cubicBezTo>
                    <a:pt x="84074" y="62674"/>
                    <a:pt x="77216" y="54547"/>
                    <a:pt x="65596" y="54356"/>
                  </a:cubicBezTo>
                  <a:cubicBezTo>
                    <a:pt x="43942" y="53975"/>
                    <a:pt x="32322" y="78549"/>
                    <a:pt x="32004" y="97599"/>
                  </a:cubicBezTo>
                  <a:cubicBezTo>
                    <a:pt x="31750" y="111379"/>
                    <a:pt x="39497" y="119571"/>
                    <a:pt x="51308" y="119824"/>
                  </a:cubicBezTo>
                  <a:cubicBezTo>
                    <a:pt x="73343" y="120206"/>
                    <a:pt x="83439" y="95568"/>
                    <a:pt x="83820" y="765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7">
              <a:extLst>
                <a:ext uri="{FF2B5EF4-FFF2-40B4-BE49-F238E27FC236}">
                  <a16:creationId xmlns:a16="http://schemas.microsoft.com/office/drawing/2014/main" id="{DCF88FF7-18F9-4314-A75A-D3C01DD496B1}"/>
                </a:ext>
              </a:extLst>
            </p:cNvPr>
            <p:cNvSpPr/>
            <p:nvPr/>
          </p:nvSpPr>
          <p:spPr>
            <a:xfrm>
              <a:off x="4564411" y="6362685"/>
              <a:ext cx="94749" cy="102258"/>
            </a:xfrm>
            <a:custGeom>
              <a:avLst/>
              <a:gdLst>
                <a:gd name="connsiteX0" fmla="*/ 0 w 94749"/>
                <a:gd name="connsiteY0" fmla="*/ 75897 h 102258"/>
                <a:gd name="connsiteX1" fmla="*/ 36513 w 94749"/>
                <a:gd name="connsiteY1" fmla="*/ 43893 h 102258"/>
                <a:gd name="connsiteX2" fmla="*/ 71183 w 94749"/>
                <a:gd name="connsiteY2" fmla="*/ 40972 h 102258"/>
                <a:gd name="connsiteX3" fmla="*/ 72390 w 94749"/>
                <a:gd name="connsiteY3" fmla="*/ 36082 h 102258"/>
                <a:gd name="connsiteX4" fmla="*/ 53467 w 94749"/>
                <a:gd name="connsiteY4" fmla="*/ 17540 h 102258"/>
                <a:gd name="connsiteX5" fmla="*/ 19114 w 94749"/>
                <a:gd name="connsiteY5" fmla="*/ 23192 h 102258"/>
                <a:gd name="connsiteX6" fmla="*/ 23432 w 94749"/>
                <a:gd name="connsiteY6" fmla="*/ 4459 h 102258"/>
                <a:gd name="connsiteX7" fmla="*/ 55880 w 94749"/>
                <a:gd name="connsiteY7" fmla="*/ 14 h 102258"/>
                <a:gd name="connsiteX8" fmla="*/ 93472 w 94749"/>
                <a:gd name="connsiteY8" fmla="*/ 37606 h 102258"/>
                <a:gd name="connsiteX9" fmla="*/ 82804 w 94749"/>
                <a:gd name="connsiteY9" fmla="*/ 83834 h 102258"/>
                <a:gd name="connsiteX10" fmla="*/ 79820 w 94749"/>
                <a:gd name="connsiteY10" fmla="*/ 101106 h 102258"/>
                <a:gd name="connsiteX11" fmla="*/ 58547 w 94749"/>
                <a:gd name="connsiteY11" fmla="*/ 100725 h 102258"/>
                <a:gd name="connsiteX12" fmla="*/ 62675 w 94749"/>
                <a:gd name="connsiteY12" fmla="*/ 83961 h 102258"/>
                <a:gd name="connsiteX13" fmla="*/ 62484 w 94749"/>
                <a:gd name="connsiteY13" fmla="*/ 83961 h 102258"/>
                <a:gd name="connsiteX14" fmla="*/ 28956 w 94749"/>
                <a:gd name="connsiteY14" fmla="*/ 102249 h 102258"/>
                <a:gd name="connsiteX15" fmla="*/ 127 w 94749"/>
                <a:gd name="connsiteY15" fmla="*/ 75961 h 102258"/>
                <a:gd name="connsiteX16" fmla="*/ 66294 w 94749"/>
                <a:gd name="connsiteY16" fmla="*/ 62118 h 102258"/>
                <a:gd name="connsiteX17" fmla="*/ 67882 w 94749"/>
                <a:gd name="connsiteY17" fmla="*/ 55259 h 102258"/>
                <a:gd name="connsiteX18" fmla="*/ 40576 w 94749"/>
                <a:gd name="connsiteY18" fmla="*/ 57482 h 102258"/>
                <a:gd name="connsiteX19" fmla="*/ 21526 w 94749"/>
                <a:gd name="connsiteY19" fmla="*/ 73548 h 102258"/>
                <a:gd name="connsiteX20" fmla="*/ 35814 w 94749"/>
                <a:gd name="connsiteY20" fmla="*/ 85803 h 102258"/>
                <a:gd name="connsiteX21" fmla="*/ 66294 w 94749"/>
                <a:gd name="connsiteY21" fmla="*/ 62181 h 1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4749" h="102258">
                  <a:moveTo>
                    <a:pt x="0" y="75897"/>
                  </a:moveTo>
                  <a:cubicBezTo>
                    <a:pt x="381" y="56085"/>
                    <a:pt x="15240" y="45671"/>
                    <a:pt x="36513" y="43893"/>
                  </a:cubicBezTo>
                  <a:lnTo>
                    <a:pt x="71183" y="40972"/>
                  </a:lnTo>
                  <a:lnTo>
                    <a:pt x="72390" y="36082"/>
                  </a:lnTo>
                  <a:cubicBezTo>
                    <a:pt x="75502" y="22557"/>
                    <a:pt x="68897" y="17794"/>
                    <a:pt x="53467" y="17540"/>
                  </a:cubicBezTo>
                  <a:cubicBezTo>
                    <a:pt x="43497" y="17350"/>
                    <a:pt x="32893" y="18747"/>
                    <a:pt x="19114" y="23192"/>
                  </a:cubicBezTo>
                  <a:lnTo>
                    <a:pt x="23432" y="4459"/>
                  </a:lnTo>
                  <a:cubicBezTo>
                    <a:pt x="33718" y="1538"/>
                    <a:pt x="44895" y="-176"/>
                    <a:pt x="55880" y="14"/>
                  </a:cubicBezTo>
                  <a:cubicBezTo>
                    <a:pt x="84455" y="523"/>
                    <a:pt x="99378" y="11762"/>
                    <a:pt x="93472" y="37606"/>
                  </a:cubicBezTo>
                  <a:lnTo>
                    <a:pt x="82804" y="83834"/>
                  </a:lnTo>
                  <a:cubicBezTo>
                    <a:pt x="81597" y="89042"/>
                    <a:pt x="80264" y="94947"/>
                    <a:pt x="79820" y="101106"/>
                  </a:cubicBezTo>
                  <a:lnTo>
                    <a:pt x="58547" y="100725"/>
                  </a:lnTo>
                  <a:cubicBezTo>
                    <a:pt x="59309" y="95518"/>
                    <a:pt x="60515" y="89994"/>
                    <a:pt x="62675" y="83961"/>
                  </a:cubicBezTo>
                  <a:lnTo>
                    <a:pt x="62484" y="83961"/>
                  </a:lnTo>
                  <a:cubicBezTo>
                    <a:pt x="53785" y="97360"/>
                    <a:pt x="41720" y="102503"/>
                    <a:pt x="28956" y="102249"/>
                  </a:cubicBezTo>
                  <a:cubicBezTo>
                    <a:pt x="11747" y="101932"/>
                    <a:pt x="-190" y="91708"/>
                    <a:pt x="127" y="75961"/>
                  </a:cubicBezTo>
                  <a:close/>
                  <a:moveTo>
                    <a:pt x="66294" y="62118"/>
                  </a:moveTo>
                  <a:lnTo>
                    <a:pt x="67882" y="55259"/>
                  </a:lnTo>
                  <a:lnTo>
                    <a:pt x="40576" y="57482"/>
                  </a:lnTo>
                  <a:cubicBezTo>
                    <a:pt x="28765" y="58498"/>
                    <a:pt x="21653" y="64340"/>
                    <a:pt x="21526" y="73548"/>
                  </a:cubicBezTo>
                  <a:cubicBezTo>
                    <a:pt x="21400" y="81358"/>
                    <a:pt x="27114" y="85676"/>
                    <a:pt x="35814" y="85803"/>
                  </a:cubicBezTo>
                  <a:cubicBezTo>
                    <a:pt x="51435" y="86057"/>
                    <a:pt x="63182" y="75897"/>
                    <a:pt x="66294" y="621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8">
              <a:extLst>
                <a:ext uri="{FF2B5EF4-FFF2-40B4-BE49-F238E27FC236}">
                  <a16:creationId xmlns:a16="http://schemas.microsoft.com/office/drawing/2014/main" id="{FA74EBE5-03C5-47C6-B2EB-BD31F2C88B66}"/>
                </a:ext>
              </a:extLst>
            </p:cNvPr>
            <p:cNvSpPr/>
            <p:nvPr/>
          </p:nvSpPr>
          <p:spPr>
            <a:xfrm>
              <a:off x="4662074" y="6363906"/>
              <a:ext cx="123444" cy="138253"/>
            </a:xfrm>
            <a:custGeom>
              <a:avLst/>
              <a:gdLst>
                <a:gd name="connsiteX0" fmla="*/ 64 w 123444"/>
                <a:gd name="connsiteY0" fmla="*/ 136017 h 138253"/>
                <a:gd name="connsiteX1" fmla="*/ 4191 w 123444"/>
                <a:gd name="connsiteY1" fmla="*/ 117856 h 138253"/>
                <a:gd name="connsiteX2" fmla="*/ 16701 w 123444"/>
                <a:gd name="connsiteY2" fmla="*/ 119571 h 138253"/>
                <a:gd name="connsiteX3" fmla="*/ 35052 w 123444"/>
                <a:gd name="connsiteY3" fmla="*/ 108458 h 138253"/>
                <a:gd name="connsiteX4" fmla="*/ 39561 w 123444"/>
                <a:gd name="connsiteY4" fmla="*/ 100838 h 138253"/>
                <a:gd name="connsiteX5" fmla="*/ 24575 w 123444"/>
                <a:gd name="connsiteY5" fmla="*/ 0 h 138253"/>
                <a:gd name="connsiteX6" fmla="*/ 46609 w 123444"/>
                <a:gd name="connsiteY6" fmla="*/ 381 h 138253"/>
                <a:gd name="connsiteX7" fmla="*/ 55880 w 123444"/>
                <a:gd name="connsiteY7" fmla="*/ 75374 h 138253"/>
                <a:gd name="connsiteX8" fmla="*/ 56071 w 123444"/>
                <a:gd name="connsiteY8" fmla="*/ 75374 h 138253"/>
                <a:gd name="connsiteX9" fmla="*/ 98806 w 123444"/>
                <a:gd name="connsiteY9" fmla="*/ 1334 h 138253"/>
                <a:gd name="connsiteX10" fmla="*/ 123444 w 123444"/>
                <a:gd name="connsiteY10" fmla="*/ 1778 h 138253"/>
                <a:gd name="connsiteX11" fmla="*/ 54420 w 123444"/>
                <a:gd name="connsiteY11" fmla="*/ 115760 h 138253"/>
                <a:gd name="connsiteX12" fmla="*/ 17145 w 123444"/>
                <a:gd name="connsiteY12" fmla="*/ 138240 h 138253"/>
                <a:gd name="connsiteX13" fmla="*/ 0 w 123444"/>
                <a:gd name="connsiteY13" fmla="*/ 136080 h 138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3444" h="138253">
                  <a:moveTo>
                    <a:pt x="64" y="136017"/>
                  </a:moveTo>
                  <a:lnTo>
                    <a:pt x="4191" y="117856"/>
                  </a:lnTo>
                  <a:cubicBezTo>
                    <a:pt x="8573" y="119063"/>
                    <a:pt x="11875" y="119507"/>
                    <a:pt x="16701" y="119571"/>
                  </a:cubicBezTo>
                  <a:cubicBezTo>
                    <a:pt x="25527" y="119697"/>
                    <a:pt x="30607" y="116205"/>
                    <a:pt x="35052" y="108458"/>
                  </a:cubicBezTo>
                  <a:lnTo>
                    <a:pt x="39561" y="100838"/>
                  </a:lnTo>
                  <a:lnTo>
                    <a:pt x="24575" y="0"/>
                  </a:lnTo>
                  <a:lnTo>
                    <a:pt x="46609" y="381"/>
                  </a:lnTo>
                  <a:lnTo>
                    <a:pt x="55880" y="75374"/>
                  </a:lnTo>
                  <a:lnTo>
                    <a:pt x="56071" y="75374"/>
                  </a:lnTo>
                  <a:cubicBezTo>
                    <a:pt x="56071" y="75374"/>
                    <a:pt x="98806" y="1334"/>
                    <a:pt x="98806" y="1334"/>
                  </a:cubicBezTo>
                  <a:lnTo>
                    <a:pt x="123444" y="1778"/>
                  </a:lnTo>
                  <a:lnTo>
                    <a:pt x="54420" y="115760"/>
                  </a:lnTo>
                  <a:cubicBezTo>
                    <a:pt x="45212" y="131064"/>
                    <a:pt x="37275" y="138621"/>
                    <a:pt x="17145" y="138240"/>
                  </a:cubicBezTo>
                  <a:cubicBezTo>
                    <a:pt x="11176" y="138113"/>
                    <a:pt x="4890" y="137351"/>
                    <a:pt x="0" y="13608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9">
              <a:extLst>
                <a:ext uri="{FF2B5EF4-FFF2-40B4-BE49-F238E27FC236}">
                  <a16:creationId xmlns:a16="http://schemas.microsoft.com/office/drawing/2014/main" id="{F827AF90-847B-4F45-A436-ADD994BBCCA2}"/>
                </a:ext>
              </a:extLst>
            </p:cNvPr>
            <p:cNvSpPr/>
            <p:nvPr/>
          </p:nvSpPr>
          <p:spPr>
            <a:xfrm>
              <a:off x="4790716" y="6362690"/>
              <a:ext cx="95075" cy="102578"/>
            </a:xfrm>
            <a:custGeom>
              <a:avLst/>
              <a:gdLst>
                <a:gd name="connsiteX0" fmla="*/ 9 w 95075"/>
                <a:gd name="connsiteY0" fmla="*/ 62620 h 102578"/>
                <a:gd name="connsiteX1" fmla="*/ 57857 w 95075"/>
                <a:gd name="connsiteY1" fmla="*/ 9 h 102578"/>
                <a:gd name="connsiteX2" fmla="*/ 95068 w 95075"/>
                <a:gd name="connsiteY2" fmla="*/ 37728 h 102578"/>
                <a:gd name="connsiteX3" fmla="*/ 92401 w 95075"/>
                <a:gd name="connsiteY3" fmla="*/ 56206 h 102578"/>
                <a:gd name="connsiteX4" fmla="*/ 21916 w 95075"/>
                <a:gd name="connsiteY4" fmla="*/ 54937 h 102578"/>
                <a:gd name="connsiteX5" fmla="*/ 21345 w 95075"/>
                <a:gd name="connsiteY5" fmla="*/ 62112 h 102578"/>
                <a:gd name="connsiteX6" fmla="*/ 48396 w 95075"/>
                <a:gd name="connsiteY6" fmla="*/ 84528 h 102578"/>
                <a:gd name="connsiteX7" fmla="*/ 80654 w 95075"/>
                <a:gd name="connsiteY7" fmla="*/ 79638 h 102578"/>
                <a:gd name="connsiteX8" fmla="*/ 76209 w 95075"/>
                <a:gd name="connsiteY8" fmla="*/ 98561 h 102578"/>
                <a:gd name="connsiteX9" fmla="*/ 44141 w 95075"/>
                <a:gd name="connsiteY9" fmla="*/ 102562 h 102578"/>
                <a:gd name="connsiteX10" fmla="*/ 9 w 95075"/>
                <a:gd name="connsiteY10" fmla="*/ 62684 h 102578"/>
                <a:gd name="connsiteX11" fmla="*/ 25980 w 95075"/>
                <a:gd name="connsiteY11" fmla="*/ 40776 h 102578"/>
                <a:gd name="connsiteX12" fmla="*/ 73859 w 95075"/>
                <a:gd name="connsiteY12" fmla="*/ 41601 h 102578"/>
                <a:gd name="connsiteX13" fmla="*/ 73986 w 95075"/>
                <a:gd name="connsiteY13" fmla="*/ 39062 h 102578"/>
                <a:gd name="connsiteX14" fmla="*/ 55444 w 95075"/>
                <a:gd name="connsiteY14" fmla="*/ 18234 h 102578"/>
                <a:gd name="connsiteX15" fmla="*/ 25917 w 95075"/>
                <a:gd name="connsiteY15" fmla="*/ 40712 h 102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075" h="102578">
                  <a:moveTo>
                    <a:pt x="9" y="62620"/>
                  </a:moveTo>
                  <a:cubicBezTo>
                    <a:pt x="517" y="32267"/>
                    <a:pt x="21408" y="-626"/>
                    <a:pt x="57857" y="9"/>
                  </a:cubicBezTo>
                  <a:cubicBezTo>
                    <a:pt x="81479" y="454"/>
                    <a:pt x="95449" y="14931"/>
                    <a:pt x="95068" y="37728"/>
                  </a:cubicBezTo>
                  <a:cubicBezTo>
                    <a:pt x="94941" y="44142"/>
                    <a:pt x="93608" y="51444"/>
                    <a:pt x="92401" y="56206"/>
                  </a:cubicBezTo>
                  <a:lnTo>
                    <a:pt x="21916" y="54937"/>
                  </a:lnTo>
                  <a:cubicBezTo>
                    <a:pt x="21599" y="57350"/>
                    <a:pt x="21345" y="59762"/>
                    <a:pt x="21345" y="62112"/>
                  </a:cubicBezTo>
                  <a:cubicBezTo>
                    <a:pt x="21091" y="76907"/>
                    <a:pt x="30743" y="84210"/>
                    <a:pt x="48396" y="84528"/>
                  </a:cubicBezTo>
                  <a:cubicBezTo>
                    <a:pt x="57984" y="84718"/>
                    <a:pt x="68017" y="83766"/>
                    <a:pt x="80654" y="79638"/>
                  </a:cubicBezTo>
                  <a:lnTo>
                    <a:pt x="76209" y="98561"/>
                  </a:lnTo>
                  <a:cubicBezTo>
                    <a:pt x="66112" y="101355"/>
                    <a:pt x="55317" y="102752"/>
                    <a:pt x="44141" y="102562"/>
                  </a:cubicBezTo>
                  <a:cubicBezTo>
                    <a:pt x="15884" y="102054"/>
                    <a:pt x="-436" y="87512"/>
                    <a:pt x="9" y="62684"/>
                  </a:cubicBezTo>
                  <a:close/>
                  <a:moveTo>
                    <a:pt x="25980" y="40776"/>
                  </a:moveTo>
                  <a:lnTo>
                    <a:pt x="73859" y="41601"/>
                  </a:lnTo>
                  <a:cubicBezTo>
                    <a:pt x="73986" y="40649"/>
                    <a:pt x="73986" y="39824"/>
                    <a:pt x="73986" y="39062"/>
                  </a:cubicBezTo>
                  <a:cubicBezTo>
                    <a:pt x="74240" y="25473"/>
                    <a:pt x="67446" y="18487"/>
                    <a:pt x="55444" y="18234"/>
                  </a:cubicBezTo>
                  <a:cubicBezTo>
                    <a:pt x="41030" y="17980"/>
                    <a:pt x="31251" y="28330"/>
                    <a:pt x="25917" y="40712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20">
              <a:extLst>
                <a:ext uri="{FF2B5EF4-FFF2-40B4-BE49-F238E27FC236}">
                  <a16:creationId xmlns:a16="http://schemas.microsoft.com/office/drawing/2014/main" id="{D5EB02C9-B615-4C48-AC67-7182B47A1FC5}"/>
                </a:ext>
              </a:extLst>
            </p:cNvPr>
            <p:cNvSpPr/>
            <p:nvPr/>
          </p:nvSpPr>
          <p:spPr>
            <a:xfrm>
              <a:off x="4897469" y="6363200"/>
              <a:ext cx="75691" cy="99765"/>
            </a:xfrm>
            <a:custGeom>
              <a:avLst/>
              <a:gdLst>
                <a:gd name="connsiteX0" fmla="*/ 22606 w 75691"/>
                <a:gd name="connsiteY0" fmla="*/ 1150 h 99765"/>
                <a:gd name="connsiteX1" fmla="*/ 43434 w 75691"/>
                <a:gd name="connsiteY1" fmla="*/ 1531 h 99765"/>
                <a:gd name="connsiteX2" fmla="*/ 38163 w 75691"/>
                <a:gd name="connsiteY2" fmla="*/ 20771 h 99765"/>
                <a:gd name="connsiteX3" fmla="*/ 38354 w 75691"/>
                <a:gd name="connsiteY3" fmla="*/ 20771 h 99765"/>
                <a:gd name="connsiteX4" fmla="*/ 75692 w 75691"/>
                <a:gd name="connsiteY4" fmla="*/ 7 h 99765"/>
                <a:gd name="connsiteX5" fmla="*/ 70739 w 75691"/>
                <a:gd name="connsiteY5" fmla="*/ 21407 h 99765"/>
                <a:gd name="connsiteX6" fmla="*/ 34226 w 75691"/>
                <a:gd name="connsiteY6" fmla="*/ 45727 h 99765"/>
                <a:gd name="connsiteX7" fmla="*/ 21844 w 75691"/>
                <a:gd name="connsiteY7" fmla="*/ 99765 h 99765"/>
                <a:gd name="connsiteX8" fmla="*/ 0 w 75691"/>
                <a:gd name="connsiteY8" fmla="*/ 99384 h 99765"/>
                <a:gd name="connsiteX9" fmla="*/ 22669 w 75691"/>
                <a:gd name="connsiteY9" fmla="*/ 1150 h 9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691" h="99765">
                  <a:moveTo>
                    <a:pt x="22606" y="1150"/>
                  </a:moveTo>
                  <a:lnTo>
                    <a:pt x="43434" y="1531"/>
                  </a:lnTo>
                  <a:cubicBezTo>
                    <a:pt x="42227" y="7183"/>
                    <a:pt x="40449" y="14040"/>
                    <a:pt x="38163" y="20771"/>
                  </a:cubicBezTo>
                  <a:lnTo>
                    <a:pt x="38354" y="20771"/>
                  </a:lnTo>
                  <a:cubicBezTo>
                    <a:pt x="47815" y="6230"/>
                    <a:pt x="60896" y="-247"/>
                    <a:pt x="75692" y="7"/>
                  </a:cubicBezTo>
                  <a:lnTo>
                    <a:pt x="70739" y="21407"/>
                  </a:lnTo>
                  <a:cubicBezTo>
                    <a:pt x="51117" y="21089"/>
                    <a:pt x="38354" y="28074"/>
                    <a:pt x="34226" y="45727"/>
                  </a:cubicBezTo>
                  <a:lnTo>
                    <a:pt x="21844" y="99765"/>
                  </a:lnTo>
                  <a:lnTo>
                    <a:pt x="0" y="99384"/>
                  </a:lnTo>
                  <a:lnTo>
                    <a:pt x="22669" y="115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1">
              <a:extLst>
                <a:ext uri="{FF2B5EF4-FFF2-40B4-BE49-F238E27FC236}">
                  <a16:creationId xmlns:a16="http://schemas.microsoft.com/office/drawing/2014/main" id="{1918059A-9D05-4C58-B4FC-B6079723FEB1}"/>
                </a:ext>
              </a:extLst>
            </p:cNvPr>
            <p:cNvSpPr/>
            <p:nvPr/>
          </p:nvSpPr>
          <p:spPr>
            <a:xfrm>
              <a:off x="4975635" y="6436612"/>
              <a:ext cx="27372" cy="27372"/>
            </a:xfrm>
            <a:custGeom>
              <a:avLst/>
              <a:gdLst>
                <a:gd name="connsiteX0" fmla="*/ 2 w 27372"/>
                <a:gd name="connsiteY0" fmla="*/ 13527 h 27372"/>
                <a:gd name="connsiteX1" fmla="*/ 13845 w 27372"/>
                <a:gd name="connsiteY1" fmla="*/ 2 h 27372"/>
                <a:gd name="connsiteX2" fmla="*/ 27370 w 27372"/>
                <a:gd name="connsiteY2" fmla="*/ 14035 h 27372"/>
                <a:gd name="connsiteX3" fmla="*/ 13337 w 27372"/>
                <a:gd name="connsiteY3" fmla="*/ 27370 h 27372"/>
                <a:gd name="connsiteX4" fmla="*/ 2 w 27372"/>
                <a:gd name="connsiteY4" fmla="*/ 13527 h 27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372" h="27372">
                  <a:moveTo>
                    <a:pt x="2" y="13527"/>
                  </a:moveTo>
                  <a:cubicBezTo>
                    <a:pt x="129" y="5971"/>
                    <a:pt x="6288" y="-125"/>
                    <a:pt x="13845" y="2"/>
                  </a:cubicBezTo>
                  <a:cubicBezTo>
                    <a:pt x="21401" y="129"/>
                    <a:pt x="27498" y="6479"/>
                    <a:pt x="27370" y="14035"/>
                  </a:cubicBezTo>
                  <a:cubicBezTo>
                    <a:pt x="27243" y="21401"/>
                    <a:pt x="20893" y="27497"/>
                    <a:pt x="13337" y="27370"/>
                  </a:cubicBezTo>
                  <a:cubicBezTo>
                    <a:pt x="5781" y="27243"/>
                    <a:pt x="-125" y="20893"/>
                    <a:pt x="2" y="1352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7B67B7E-22F1-4440-97F4-D75C74570073}"/>
                </a:ext>
              </a:extLst>
            </p:cNvPr>
            <p:cNvSpPr/>
            <p:nvPr/>
          </p:nvSpPr>
          <p:spPr>
            <a:xfrm>
              <a:off x="5036270" y="6362815"/>
              <a:ext cx="88337" cy="102447"/>
            </a:xfrm>
            <a:custGeom>
              <a:avLst/>
              <a:gdLst>
                <a:gd name="connsiteX0" fmla="*/ 9 w 88337"/>
                <a:gd name="connsiteY0" fmla="*/ 61226 h 102447"/>
                <a:gd name="connsiteX1" fmla="*/ 58112 w 88337"/>
                <a:gd name="connsiteY1" fmla="*/ 12 h 102447"/>
                <a:gd name="connsiteX2" fmla="*/ 88338 w 88337"/>
                <a:gd name="connsiteY2" fmla="*/ 6489 h 102447"/>
                <a:gd name="connsiteX3" fmla="*/ 84083 w 88337"/>
                <a:gd name="connsiteY3" fmla="*/ 24650 h 102447"/>
                <a:gd name="connsiteX4" fmla="*/ 58620 w 88337"/>
                <a:gd name="connsiteY4" fmla="*/ 18554 h 102447"/>
                <a:gd name="connsiteX5" fmla="*/ 22361 w 88337"/>
                <a:gd name="connsiteY5" fmla="*/ 60146 h 102447"/>
                <a:gd name="connsiteX6" fmla="*/ 45285 w 88337"/>
                <a:gd name="connsiteY6" fmla="*/ 84022 h 102447"/>
                <a:gd name="connsiteX7" fmla="*/ 71510 w 88337"/>
                <a:gd name="connsiteY7" fmla="*/ 79260 h 102447"/>
                <a:gd name="connsiteX8" fmla="*/ 67002 w 88337"/>
                <a:gd name="connsiteY8" fmla="*/ 98691 h 102447"/>
                <a:gd name="connsiteX9" fmla="*/ 41157 w 88337"/>
                <a:gd name="connsiteY9" fmla="*/ 102438 h 102447"/>
                <a:gd name="connsiteX10" fmla="*/ 9 w 88337"/>
                <a:gd name="connsiteY10" fmla="*/ 61226 h 10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337" h="102447">
                  <a:moveTo>
                    <a:pt x="9" y="61226"/>
                  </a:moveTo>
                  <a:cubicBezTo>
                    <a:pt x="454" y="34619"/>
                    <a:pt x="17027" y="-750"/>
                    <a:pt x="58112" y="12"/>
                  </a:cubicBezTo>
                  <a:cubicBezTo>
                    <a:pt x="69351" y="202"/>
                    <a:pt x="79257" y="2425"/>
                    <a:pt x="88338" y="6489"/>
                  </a:cubicBezTo>
                  <a:lnTo>
                    <a:pt x="84083" y="24650"/>
                  </a:lnTo>
                  <a:cubicBezTo>
                    <a:pt x="75130" y="20205"/>
                    <a:pt x="67002" y="18681"/>
                    <a:pt x="58620" y="18554"/>
                  </a:cubicBezTo>
                  <a:cubicBezTo>
                    <a:pt x="34807" y="18109"/>
                    <a:pt x="22679" y="39763"/>
                    <a:pt x="22361" y="60146"/>
                  </a:cubicBezTo>
                  <a:cubicBezTo>
                    <a:pt x="22107" y="74942"/>
                    <a:pt x="30807" y="83769"/>
                    <a:pt x="45285" y="84022"/>
                  </a:cubicBezTo>
                  <a:cubicBezTo>
                    <a:pt x="52460" y="84150"/>
                    <a:pt x="61096" y="83007"/>
                    <a:pt x="71510" y="79260"/>
                  </a:cubicBezTo>
                  <a:lnTo>
                    <a:pt x="67002" y="98691"/>
                  </a:lnTo>
                  <a:cubicBezTo>
                    <a:pt x="58556" y="101421"/>
                    <a:pt x="50301" y="102564"/>
                    <a:pt x="41157" y="102438"/>
                  </a:cubicBezTo>
                  <a:cubicBezTo>
                    <a:pt x="15376" y="101993"/>
                    <a:pt x="-435" y="85610"/>
                    <a:pt x="9" y="61226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896965C-6A0A-481A-A254-D250FFF2AA2C}"/>
                </a:ext>
              </a:extLst>
            </p:cNvPr>
            <p:cNvSpPr/>
            <p:nvPr/>
          </p:nvSpPr>
          <p:spPr>
            <a:xfrm>
              <a:off x="5136219" y="6362689"/>
              <a:ext cx="96539" cy="102382"/>
            </a:xfrm>
            <a:custGeom>
              <a:avLst/>
              <a:gdLst>
                <a:gd name="connsiteX0" fmla="*/ 10 w 96539"/>
                <a:gd name="connsiteY0" fmla="*/ 63447 h 102382"/>
                <a:gd name="connsiteX1" fmla="*/ 57604 w 96539"/>
                <a:gd name="connsiteY1" fmla="*/ 10 h 102382"/>
                <a:gd name="connsiteX2" fmla="*/ 96530 w 96539"/>
                <a:gd name="connsiteY2" fmla="*/ 38936 h 102382"/>
                <a:gd name="connsiteX3" fmla="*/ 38935 w 96539"/>
                <a:gd name="connsiteY3" fmla="*/ 102372 h 102382"/>
                <a:gd name="connsiteX4" fmla="*/ 10 w 96539"/>
                <a:gd name="connsiteY4" fmla="*/ 63447 h 102382"/>
                <a:gd name="connsiteX5" fmla="*/ 74241 w 96539"/>
                <a:gd name="connsiteY5" fmla="*/ 39889 h 102382"/>
                <a:gd name="connsiteX6" fmla="*/ 55826 w 96539"/>
                <a:gd name="connsiteY6" fmla="*/ 18807 h 102382"/>
                <a:gd name="connsiteX7" fmla="*/ 22425 w 96539"/>
                <a:gd name="connsiteY7" fmla="*/ 62431 h 102382"/>
                <a:gd name="connsiteX8" fmla="*/ 40840 w 96539"/>
                <a:gd name="connsiteY8" fmla="*/ 83513 h 102382"/>
                <a:gd name="connsiteX9" fmla="*/ 74241 w 96539"/>
                <a:gd name="connsiteY9" fmla="*/ 39889 h 102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539" h="102382">
                  <a:moveTo>
                    <a:pt x="10" y="63447"/>
                  </a:moveTo>
                  <a:cubicBezTo>
                    <a:pt x="518" y="33602"/>
                    <a:pt x="19504" y="-688"/>
                    <a:pt x="57604" y="10"/>
                  </a:cubicBezTo>
                  <a:cubicBezTo>
                    <a:pt x="82560" y="455"/>
                    <a:pt x="96974" y="15251"/>
                    <a:pt x="96530" y="38936"/>
                  </a:cubicBezTo>
                  <a:cubicBezTo>
                    <a:pt x="96022" y="68781"/>
                    <a:pt x="77035" y="103071"/>
                    <a:pt x="38935" y="102372"/>
                  </a:cubicBezTo>
                  <a:cubicBezTo>
                    <a:pt x="14170" y="101928"/>
                    <a:pt x="-435" y="87259"/>
                    <a:pt x="10" y="63447"/>
                  </a:cubicBezTo>
                  <a:close/>
                  <a:moveTo>
                    <a:pt x="74241" y="39889"/>
                  </a:moveTo>
                  <a:cubicBezTo>
                    <a:pt x="74495" y="25919"/>
                    <a:pt x="67891" y="18997"/>
                    <a:pt x="55826" y="18807"/>
                  </a:cubicBezTo>
                  <a:cubicBezTo>
                    <a:pt x="31188" y="18362"/>
                    <a:pt x="22679" y="47127"/>
                    <a:pt x="22425" y="62431"/>
                  </a:cubicBezTo>
                  <a:cubicBezTo>
                    <a:pt x="22171" y="76401"/>
                    <a:pt x="28775" y="83322"/>
                    <a:pt x="40840" y="83513"/>
                  </a:cubicBezTo>
                  <a:cubicBezTo>
                    <a:pt x="65478" y="83957"/>
                    <a:pt x="73987" y="55192"/>
                    <a:pt x="74241" y="39889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4">
              <a:extLst>
                <a:ext uri="{FF2B5EF4-FFF2-40B4-BE49-F238E27FC236}">
                  <a16:creationId xmlns:a16="http://schemas.microsoft.com/office/drawing/2014/main" id="{89B2D99A-81F8-4AB3-8534-7151923E86B7}"/>
                </a:ext>
              </a:extLst>
            </p:cNvPr>
            <p:cNvSpPr/>
            <p:nvPr/>
          </p:nvSpPr>
          <p:spPr>
            <a:xfrm>
              <a:off x="5244686" y="6362437"/>
              <a:ext cx="152325" cy="101799"/>
            </a:xfrm>
            <a:custGeom>
              <a:avLst/>
              <a:gdLst>
                <a:gd name="connsiteX0" fmla="*/ 22670 w 152325"/>
                <a:gd name="connsiteY0" fmla="*/ 1152 h 101799"/>
                <a:gd name="connsiteX1" fmla="*/ 43498 w 152325"/>
                <a:gd name="connsiteY1" fmla="*/ 1533 h 101799"/>
                <a:gd name="connsiteX2" fmla="*/ 38545 w 152325"/>
                <a:gd name="connsiteY2" fmla="*/ 19884 h 101799"/>
                <a:gd name="connsiteX3" fmla="*/ 38735 w 152325"/>
                <a:gd name="connsiteY3" fmla="*/ 19884 h 101799"/>
                <a:gd name="connsiteX4" fmla="*/ 70803 w 152325"/>
                <a:gd name="connsiteY4" fmla="*/ 9 h 101799"/>
                <a:gd name="connsiteX5" fmla="*/ 95187 w 152325"/>
                <a:gd name="connsiteY5" fmla="*/ 19821 h 101799"/>
                <a:gd name="connsiteX6" fmla="*/ 95377 w 152325"/>
                <a:gd name="connsiteY6" fmla="*/ 19821 h 101799"/>
                <a:gd name="connsiteX7" fmla="*/ 127635 w 152325"/>
                <a:gd name="connsiteY7" fmla="*/ 1025 h 101799"/>
                <a:gd name="connsiteX8" fmla="*/ 150432 w 152325"/>
                <a:gd name="connsiteY8" fmla="*/ 37982 h 101799"/>
                <a:gd name="connsiteX9" fmla="*/ 133795 w 152325"/>
                <a:gd name="connsiteY9" fmla="*/ 101799 h 101799"/>
                <a:gd name="connsiteX10" fmla="*/ 111951 w 152325"/>
                <a:gd name="connsiteY10" fmla="*/ 101418 h 101799"/>
                <a:gd name="connsiteX11" fmla="*/ 127953 w 152325"/>
                <a:gd name="connsiteY11" fmla="*/ 39950 h 101799"/>
                <a:gd name="connsiteX12" fmla="*/ 117412 w 152325"/>
                <a:gd name="connsiteY12" fmla="*/ 19757 h 101799"/>
                <a:gd name="connsiteX13" fmla="*/ 91440 w 152325"/>
                <a:gd name="connsiteY13" fmla="*/ 45983 h 101799"/>
                <a:gd name="connsiteX14" fmla="*/ 77915 w 152325"/>
                <a:gd name="connsiteY14" fmla="*/ 100847 h 101799"/>
                <a:gd name="connsiteX15" fmla="*/ 55943 w 152325"/>
                <a:gd name="connsiteY15" fmla="*/ 100466 h 101799"/>
                <a:gd name="connsiteX16" fmla="*/ 71184 w 152325"/>
                <a:gd name="connsiteY16" fmla="*/ 38934 h 101799"/>
                <a:gd name="connsiteX17" fmla="*/ 60579 w 152325"/>
                <a:gd name="connsiteY17" fmla="*/ 18741 h 101799"/>
                <a:gd name="connsiteX18" fmla="*/ 34607 w 152325"/>
                <a:gd name="connsiteY18" fmla="*/ 44967 h 101799"/>
                <a:gd name="connsiteX19" fmla="*/ 21844 w 152325"/>
                <a:gd name="connsiteY19" fmla="*/ 99831 h 101799"/>
                <a:gd name="connsiteX20" fmla="*/ 0 w 152325"/>
                <a:gd name="connsiteY20" fmla="*/ 99450 h 101799"/>
                <a:gd name="connsiteX21" fmla="*/ 22796 w 152325"/>
                <a:gd name="connsiteY21" fmla="*/ 1215 h 101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2325" h="101799">
                  <a:moveTo>
                    <a:pt x="22670" y="1152"/>
                  </a:moveTo>
                  <a:lnTo>
                    <a:pt x="43498" y="1533"/>
                  </a:lnTo>
                  <a:cubicBezTo>
                    <a:pt x="42482" y="6422"/>
                    <a:pt x="40767" y="13280"/>
                    <a:pt x="38545" y="19884"/>
                  </a:cubicBezTo>
                  <a:lnTo>
                    <a:pt x="38735" y="19884"/>
                  </a:lnTo>
                  <a:cubicBezTo>
                    <a:pt x="45085" y="8009"/>
                    <a:pt x="55817" y="-309"/>
                    <a:pt x="70803" y="9"/>
                  </a:cubicBezTo>
                  <a:cubicBezTo>
                    <a:pt x="85027" y="263"/>
                    <a:pt x="94107" y="7883"/>
                    <a:pt x="95187" y="19821"/>
                  </a:cubicBezTo>
                  <a:lnTo>
                    <a:pt x="95377" y="19821"/>
                  </a:lnTo>
                  <a:cubicBezTo>
                    <a:pt x="102426" y="9216"/>
                    <a:pt x="113221" y="771"/>
                    <a:pt x="127635" y="1025"/>
                  </a:cubicBezTo>
                  <a:cubicBezTo>
                    <a:pt x="147638" y="1406"/>
                    <a:pt x="156528" y="14741"/>
                    <a:pt x="150432" y="37982"/>
                  </a:cubicBezTo>
                  <a:lnTo>
                    <a:pt x="133795" y="101799"/>
                  </a:lnTo>
                  <a:lnTo>
                    <a:pt x="111951" y="101418"/>
                  </a:lnTo>
                  <a:lnTo>
                    <a:pt x="127953" y="39950"/>
                  </a:lnTo>
                  <a:cubicBezTo>
                    <a:pt x="131445" y="26869"/>
                    <a:pt x="128778" y="19948"/>
                    <a:pt x="117412" y="19757"/>
                  </a:cubicBezTo>
                  <a:cubicBezTo>
                    <a:pt x="105220" y="19567"/>
                    <a:pt x="95568" y="29600"/>
                    <a:pt x="91440" y="45983"/>
                  </a:cubicBezTo>
                  <a:lnTo>
                    <a:pt x="77915" y="100847"/>
                  </a:lnTo>
                  <a:lnTo>
                    <a:pt x="55943" y="100466"/>
                  </a:lnTo>
                  <a:lnTo>
                    <a:pt x="71184" y="38934"/>
                  </a:lnTo>
                  <a:cubicBezTo>
                    <a:pt x="74485" y="25853"/>
                    <a:pt x="71818" y="18932"/>
                    <a:pt x="60579" y="18741"/>
                  </a:cubicBezTo>
                  <a:cubicBezTo>
                    <a:pt x="48514" y="18551"/>
                    <a:pt x="38418" y="28520"/>
                    <a:pt x="34607" y="44967"/>
                  </a:cubicBezTo>
                  <a:lnTo>
                    <a:pt x="21844" y="99831"/>
                  </a:lnTo>
                  <a:lnTo>
                    <a:pt x="0" y="99450"/>
                  </a:lnTo>
                  <a:lnTo>
                    <a:pt x="22796" y="1215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0" name="Graphic 5">
            <a:extLst>
              <a:ext uri="{FF2B5EF4-FFF2-40B4-BE49-F238E27FC236}">
                <a16:creationId xmlns:a16="http://schemas.microsoft.com/office/drawing/2014/main" id="{B03B2D53-07C3-4D83-8AA4-DB07A6CBBE0C}"/>
              </a:ext>
            </a:extLst>
          </p:cNvPr>
          <p:cNvGrpSpPr/>
          <p:nvPr userDrawn="1"/>
        </p:nvGrpSpPr>
        <p:grpSpPr>
          <a:xfrm>
            <a:off x="757872" y="2481643"/>
            <a:ext cx="1711578" cy="1711578"/>
            <a:chOff x="4834985" y="2481643"/>
            <a:chExt cx="1711578" cy="1711578"/>
          </a:xfrm>
        </p:grpSpPr>
        <p:grpSp>
          <p:nvGrpSpPr>
            <p:cNvPr id="81" name="Graphic 5">
              <a:extLst>
                <a:ext uri="{FF2B5EF4-FFF2-40B4-BE49-F238E27FC236}">
                  <a16:creationId xmlns:a16="http://schemas.microsoft.com/office/drawing/2014/main" id="{7CF269F6-C98C-438E-A978-60F11CC0AFBE}"/>
                </a:ext>
              </a:extLst>
            </p:cNvPr>
            <p:cNvGrpSpPr/>
            <p:nvPr/>
          </p:nvGrpSpPr>
          <p:grpSpPr>
            <a:xfrm>
              <a:off x="5009102" y="2645727"/>
              <a:ext cx="1385188" cy="1386649"/>
              <a:chOff x="5009102" y="2645727"/>
              <a:chExt cx="1385188" cy="1386649"/>
            </a:xfrm>
            <a:solidFill>
              <a:srgbClr val="FFFFFF"/>
            </a:solidFill>
          </p:grpSpPr>
          <p:sp>
            <p:nvSpPr>
              <p:cNvPr id="84" name="Freeform: Shape 78">
                <a:extLst>
                  <a:ext uri="{FF2B5EF4-FFF2-40B4-BE49-F238E27FC236}">
                    <a16:creationId xmlns:a16="http://schemas.microsoft.com/office/drawing/2014/main" id="{413DF7BE-865E-4E75-A1D8-D3C288A80C51}"/>
                  </a:ext>
                </a:extLst>
              </p:cNvPr>
              <p:cNvSpPr/>
              <p:nvPr/>
            </p:nvSpPr>
            <p:spPr>
              <a:xfrm>
                <a:off x="5583586" y="2645727"/>
                <a:ext cx="236664" cy="236791"/>
              </a:xfrm>
              <a:custGeom>
                <a:avLst/>
                <a:gdLst>
                  <a:gd name="connsiteX0" fmla="*/ 56388 w 236664"/>
                  <a:gd name="connsiteY0" fmla="*/ 90170 h 236791"/>
                  <a:gd name="connsiteX1" fmla="*/ 155004 w 236664"/>
                  <a:gd name="connsiteY1" fmla="*/ 90170 h 236791"/>
                  <a:gd name="connsiteX2" fmla="*/ 174752 w 236664"/>
                  <a:gd name="connsiteY2" fmla="*/ 70421 h 236791"/>
                  <a:gd name="connsiteX3" fmla="*/ 155004 w 236664"/>
                  <a:gd name="connsiteY3" fmla="*/ 50673 h 236791"/>
                  <a:gd name="connsiteX4" fmla="*/ 56388 w 236664"/>
                  <a:gd name="connsiteY4" fmla="*/ 50673 h 236791"/>
                  <a:gd name="connsiteX5" fmla="*/ 56388 w 236664"/>
                  <a:gd name="connsiteY5" fmla="*/ 90170 h 236791"/>
                  <a:gd name="connsiteX6" fmla="*/ 56388 w 236664"/>
                  <a:gd name="connsiteY6" fmla="*/ 185992 h 236791"/>
                  <a:gd name="connsiteX7" fmla="*/ 157924 w 236664"/>
                  <a:gd name="connsiteY7" fmla="*/ 185992 h 236791"/>
                  <a:gd name="connsiteX8" fmla="*/ 180404 w 236664"/>
                  <a:gd name="connsiteY8" fmla="*/ 163386 h 236791"/>
                  <a:gd name="connsiteX9" fmla="*/ 157924 w 236664"/>
                  <a:gd name="connsiteY9" fmla="*/ 140843 h 236791"/>
                  <a:gd name="connsiteX10" fmla="*/ 56388 w 236664"/>
                  <a:gd name="connsiteY10" fmla="*/ 140843 h 236791"/>
                  <a:gd name="connsiteX11" fmla="*/ 56388 w 236664"/>
                  <a:gd name="connsiteY11" fmla="*/ 185928 h 236791"/>
                  <a:gd name="connsiteX12" fmla="*/ 214948 w 236664"/>
                  <a:gd name="connsiteY12" fmla="*/ 113411 h 236791"/>
                  <a:gd name="connsiteX13" fmla="*/ 236665 w 236664"/>
                  <a:gd name="connsiteY13" fmla="*/ 164910 h 236791"/>
                  <a:gd name="connsiteX14" fmla="*/ 164910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88 h 236791"/>
                  <a:gd name="connsiteX19" fmla="*/ 214948 w 236664"/>
                  <a:gd name="connsiteY19" fmla="*/ 113474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170"/>
                    </a:moveTo>
                    <a:lnTo>
                      <a:pt x="155004" y="90170"/>
                    </a:lnTo>
                    <a:cubicBezTo>
                      <a:pt x="165862" y="90170"/>
                      <a:pt x="174752" y="81343"/>
                      <a:pt x="174752" y="70421"/>
                    </a:cubicBezTo>
                    <a:cubicBezTo>
                      <a:pt x="174752" y="59499"/>
                      <a:pt x="165862" y="50673"/>
                      <a:pt x="155004" y="50673"/>
                    </a:cubicBezTo>
                    <a:lnTo>
                      <a:pt x="56388" y="50673"/>
                    </a:lnTo>
                    <a:lnTo>
                      <a:pt x="56388" y="90170"/>
                    </a:lnTo>
                    <a:close/>
                    <a:moveTo>
                      <a:pt x="56388" y="185992"/>
                    </a:moveTo>
                    <a:lnTo>
                      <a:pt x="157924" y="185992"/>
                    </a:lnTo>
                    <a:cubicBezTo>
                      <a:pt x="170371" y="185992"/>
                      <a:pt x="180404" y="175895"/>
                      <a:pt x="180404" y="163386"/>
                    </a:cubicBezTo>
                    <a:cubicBezTo>
                      <a:pt x="180404" y="150876"/>
                      <a:pt x="170371" y="140843"/>
                      <a:pt x="157924" y="140843"/>
                    </a:cubicBezTo>
                    <a:lnTo>
                      <a:pt x="56388" y="140843"/>
                    </a:lnTo>
                    <a:lnTo>
                      <a:pt x="56388" y="185928"/>
                    </a:lnTo>
                    <a:close/>
                    <a:moveTo>
                      <a:pt x="214948" y="113411"/>
                    </a:moveTo>
                    <a:cubicBezTo>
                      <a:pt x="228346" y="126492"/>
                      <a:pt x="236665" y="144717"/>
                      <a:pt x="236665" y="164910"/>
                    </a:cubicBezTo>
                    <a:cubicBezTo>
                      <a:pt x="236665" y="204533"/>
                      <a:pt x="204534" y="236728"/>
                      <a:pt x="164910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16" y="64"/>
                      <a:pt x="231077" y="30988"/>
                      <a:pt x="231077" y="69088"/>
                    </a:cubicBezTo>
                    <a:cubicBezTo>
                      <a:pt x="231077" y="85979"/>
                      <a:pt x="224980" y="101473"/>
                      <a:pt x="214948" y="1134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79">
                <a:extLst>
                  <a:ext uri="{FF2B5EF4-FFF2-40B4-BE49-F238E27FC236}">
                    <a16:creationId xmlns:a16="http://schemas.microsoft.com/office/drawing/2014/main" id="{BEBADCC9-D13D-4F76-A4C1-23402B4CC524}"/>
                  </a:ext>
                </a:extLst>
              </p:cNvPr>
              <p:cNvSpPr/>
              <p:nvPr/>
            </p:nvSpPr>
            <p:spPr>
              <a:xfrm>
                <a:off x="5544914" y="2927667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5 w 291592"/>
                  <a:gd name="connsiteY3" fmla="*/ 197295 h 236727"/>
                  <a:gd name="connsiteX4" fmla="*/ 60515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33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5" y="197295"/>
                    </a:lnTo>
                    <a:lnTo>
                      <a:pt x="60515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33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: Shape 80">
                <a:extLst>
                  <a:ext uri="{FF2B5EF4-FFF2-40B4-BE49-F238E27FC236}">
                    <a16:creationId xmlns:a16="http://schemas.microsoft.com/office/drawing/2014/main" id="{194EE38B-32D7-426C-B64A-A64C64DD72B1}"/>
                  </a:ext>
                </a:extLst>
              </p:cNvPr>
              <p:cNvSpPr/>
              <p:nvPr/>
            </p:nvSpPr>
            <p:spPr>
              <a:xfrm>
                <a:off x="5542438" y="3215195"/>
                <a:ext cx="296481" cy="236664"/>
              </a:xfrm>
              <a:custGeom>
                <a:avLst/>
                <a:gdLst>
                  <a:gd name="connsiteX0" fmla="*/ 228663 w 296481"/>
                  <a:gd name="connsiteY0" fmla="*/ 0 h 236664"/>
                  <a:gd name="connsiteX1" fmla="*/ 296482 w 296481"/>
                  <a:gd name="connsiteY1" fmla="*/ 0 h 236664"/>
                  <a:gd name="connsiteX2" fmla="*/ 176466 w 296481"/>
                  <a:gd name="connsiteY2" fmla="*/ 154114 h 236664"/>
                  <a:gd name="connsiteX3" fmla="*/ 176466 w 296481"/>
                  <a:gd name="connsiteY3" fmla="*/ 236664 h 236664"/>
                  <a:gd name="connsiteX4" fmla="*/ 120079 w 296481"/>
                  <a:gd name="connsiteY4" fmla="*/ 236664 h 236664"/>
                  <a:gd name="connsiteX5" fmla="*/ 120079 w 296481"/>
                  <a:gd name="connsiteY5" fmla="*/ 154114 h 236664"/>
                  <a:gd name="connsiteX6" fmla="*/ 0 w 296481"/>
                  <a:gd name="connsiteY6" fmla="*/ 0 h 236664"/>
                  <a:gd name="connsiteX7" fmla="*/ 67818 w 296481"/>
                  <a:gd name="connsiteY7" fmla="*/ 0 h 236664"/>
                  <a:gd name="connsiteX8" fmla="*/ 148272 w 296481"/>
                  <a:gd name="connsiteY8" fmla="*/ 107760 h 236664"/>
                  <a:gd name="connsiteX9" fmla="*/ 228663 w 296481"/>
                  <a:gd name="connsiteY9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481" h="236664">
                    <a:moveTo>
                      <a:pt x="228663" y="0"/>
                    </a:moveTo>
                    <a:lnTo>
                      <a:pt x="296482" y="0"/>
                    </a:lnTo>
                    <a:lnTo>
                      <a:pt x="176466" y="154114"/>
                    </a:lnTo>
                    <a:lnTo>
                      <a:pt x="176466" y="236664"/>
                    </a:lnTo>
                    <a:lnTo>
                      <a:pt x="120079" y="236664"/>
                    </a:lnTo>
                    <a:lnTo>
                      <a:pt x="120079" y="154114"/>
                    </a:lnTo>
                    <a:lnTo>
                      <a:pt x="0" y="0"/>
                    </a:lnTo>
                    <a:lnTo>
                      <a:pt x="67818" y="0"/>
                    </a:lnTo>
                    <a:lnTo>
                      <a:pt x="148272" y="107760"/>
                    </a:lnTo>
                    <a:lnTo>
                      <a:pt x="228663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: Shape 81">
                <a:extLst>
                  <a:ext uri="{FF2B5EF4-FFF2-40B4-BE49-F238E27FC236}">
                    <a16:creationId xmlns:a16="http://schemas.microsoft.com/office/drawing/2014/main" id="{77B4F068-3F95-4FA3-A04D-232D5180FFEE}"/>
                  </a:ext>
                </a:extLst>
              </p:cNvPr>
              <p:cNvSpPr/>
              <p:nvPr/>
            </p:nvSpPr>
            <p:spPr>
              <a:xfrm>
                <a:off x="5870733" y="3215195"/>
                <a:ext cx="214185" cy="236664"/>
              </a:xfrm>
              <a:custGeom>
                <a:avLst/>
                <a:gdLst>
                  <a:gd name="connsiteX0" fmla="*/ 214186 w 214185"/>
                  <a:gd name="connsiteY0" fmla="*/ 0 h 236664"/>
                  <a:gd name="connsiteX1" fmla="*/ 214186 w 214185"/>
                  <a:gd name="connsiteY1" fmla="*/ 50737 h 236664"/>
                  <a:gd name="connsiteX2" fmla="*/ 56388 w 214185"/>
                  <a:gd name="connsiteY2" fmla="*/ 50737 h 236664"/>
                  <a:gd name="connsiteX3" fmla="*/ 56388 w 214185"/>
                  <a:gd name="connsiteY3" fmla="*/ 90170 h 236664"/>
                  <a:gd name="connsiteX4" fmla="*/ 208534 w 214185"/>
                  <a:gd name="connsiteY4" fmla="*/ 90170 h 236664"/>
                  <a:gd name="connsiteX5" fmla="*/ 208534 w 214185"/>
                  <a:gd name="connsiteY5" fmla="*/ 140843 h 236664"/>
                  <a:gd name="connsiteX6" fmla="*/ 56388 w 214185"/>
                  <a:gd name="connsiteY6" fmla="*/ 140843 h 236664"/>
                  <a:gd name="connsiteX7" fmla="*/ 56388 w 214185"/>
                  <a:gd name="connsiteY7" fmla="*/ 185992 h 236664"/>
                  <a:gd name="connsiteX8" fmla="*/ 214186 w 214185"/>
                  <a:gd name="connsiteY8" fmla="*/ 185992 h 236664"/>
                  <a:gd name="connsiteX9" fmla="*/ 214186 w 214185"/>
                  <a:gd name="connsiteY9" fmla="*/ 236664 h 236664"/>
                  <a:gd name="connsiteX10" fmla="*/ 0 w 214185"/>
                  <a:gd name="connsiteY10" fmla="*/ 236664 h 236664"/>
                  <a:gd name="connsiteX11" fmla="*/ 0 w 214185"/>
                  <a:gd name="connsiteY11" fmla="*/ 0 h 236664"/>
                  <a:gd name="connsiteX12" fmla="*/ 214186 w 214185"/>
                  <a:gd name="connsiteY12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664">
                    <a:moveTo>
                      <a:pt x="214186" y="0"/>
                    </a:moveTo>
                    <a:lnTo>
                      <a:pt x="214186" y="50737"/>
                    </a:lnTo>
                    <a:lnTo>
                      <a:pt x="56388" y="50737"/>
                    </a:lnTo>
                    <a:lnTo>
                      <a:pt x="56388" y="90170"/>
                    </a:lnTo>
                    <a:lnTo>
                      <a:pt x="208534" y="90170"/>
                    </a:lnTo>
                    <a:lnTo>
                      <a:pt x="208534" y="140843"/>
                    </a:lnTo>
                    <a:lnTo>
                      <a:pt x="56388" y="140843"/>
                    </a:lnTo>
                    <a:lnTo>
                      <a:pt x="56388" y="185992"/>
                    </a:lnTo>
                    <a:lnTo>
                      <a:pt x="214186" y="185992"/>
                    </a:lnTo>
                    <a:lnTo>
                      <a:pt x="214186" y="236664"/>
                    </a:lnTo>
                    <a:lnTo>
                      <a:pt x="0" y="236664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2">
                <a:extLst>
                  <a:ext uri="{FF2B5EF4-FFF2-40B4-BE49-F238E27FC236}">
                    <a16:creationId xmlns:a16="http://schemas.microsoft.com/office/drawing/2014/main" id="{914B37FE-5DDB-416A-B45D-2608930C85CC}"/>
                  </a:ext>
                </a:extLst>
              </p:cNvPr>
              <p:cNvSpPr/>
              <p:nvPr/>
            </p:nvSpPr>
            <p:spPr>
              <a:xfrm>
                <a:off x="6160357" y="3215132"/>
                <a:ext cx="233933" cy="236727"/>
              </a:xfrm>
              <a:custGeom>
                <a:avLst/>
                <a:gdLst>
                  <a:gd name="connsiteX0" fmla="*/ 98679 w 233933"/>
                  <a:gd name="connsiteY0" fmla="*/ 146558 h 236727"/>
                  <a:gd name="connsiteX1" fmla="*/ 56388 w 233933"/>
                  <a:gd name="connsiteY1" fmla="*/ 146558 h 236727"/>
                  <a:gd name="connsiteX2" fmla="*/ 56388 w 233933"/>
                  <a:gd name="connsiteY2" fmla="*/ 236728 h 236727"/>
                  <a:gd name="connsiteX3" fmla="*/ 0 w 233933"/>
                  <a:gd name="connsiteY3" fmla="*/ 236728 h 236727"/>
                  <a:gd name="connsiteX4" fmla="*/ 0 w 233933"/>
                  <a:gd name="connsiteY4" fmla="*/ 0 h 236727"/>
                  <a:gd name="connsiteX5" fmla="*/ 143954 w 233933"/>
                  <a:gd name="connsiteY5" fmla="*/ 0 h 236727"/>
                  <a:gd name="connsiteX6" fmla="*/ 217043 w 233933"/>
                  <a:gd name="connsiteY6" fmla="*/ 73342 h 236727"/>
                  <a:gd name="connsiteX7" fmla="*/ 164465 w 233933"/>
                  <a:gd name="connsiteY7" fmla="*/ 143701 h 236727"/>
                  <a:gd name="connsiteX8" fmla="*/ 233934 w 233933"/>
                  <a:gd name="connsiteY8" fmla="*/ 236728 h 236727"/>
                  <a:gd name="connsiteX9" fmla="*/ 166307 w 233933"/>
                  <a:gd name="connsiteY9" fmla="*/ 236728 h 236727"/>
                  <a:gd name="connsiteX10" fmla="*/ 98679 w 233933"/>
                  <a:gd name="connsiteY10" fmla="*/ 146558 h 236727"/>
                  <a:gd name="connsiteX11" fmla="*/ 138239 w 233933"/>
                  <a:gd name="connsiteY11" fmla="*/ 50736 h 236727"/>
                  <a:gd name="connsiteX12" fmla="*/ 56388 w 233933"/>
                  <a:gd name="connsiteY12" fmla="*/ 50736 h 236727"/>
                  <a:gd name="connsiteX13" fmla="*/ 56388 w 233933"/>
                  <a:gd name="connsiteY13" fmla="*/ 95821 h 236727"/>
                  <a:gd name="connsiteX14" fmla="*/ 138239 w 233933"/>
                  <a:gd name="connsiteY14" fmla="*/ 95821 h 236727"/>
                  <a:gd name="connsiteX15" fmla="*/ 160655 w 233933"/>
                  <a:gd name="connsiteY15" fmla="*/ 73279 h 236727"/>
                  <a:gd name="connsiteX16" fmla="*/ 138239 w 233933"/>
                  <a:gd name="connsiteY16" fmla="*/ 50736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3933" h="236727">
                    <a:moveTo>
                      <a:pt x="98679" y="146558"/>
                    </a:moveTo>
                    <a:lnTo>
                      <a:pt x="56388" y="146558"/>
                    </a:lnTo>
                    <a:lnTo>
                      <a:pt x="56388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143954" y="0"/>
                    </a:lnTo>
                    <a:cubicBezTo>
                      <a:pt x="184341" y="127"/>
                      <a:pt x="217043" y="32893"/>
                      <a:pt x="217043" y="73342"/>
                    </a:cubicBezTo>
                    <a:cubicBezTo>
                      <a:pt x="217043" y="106680"/>
                      <a:pt x="194945" y="134810"/>
                      <a:pt x="164465" y="143701"/>
                    </a:cubicBezTo>
                    <a:lnTo>
                      <a:pt x="233934" y="236728"/>
                    </a:lnTo>
                    <a:lnTo>
                      <a:pt x="166307" y="236728"/>
                    </a:lnTo>
                    <a:lnTo>
                      <a:pt x="98679" y="146558"/>
                    </a:lnTo>
                    <a:close/>
                    <a:moveTo>
                      <a:pt x="138239" y="50736"/>
                    </a:moveTo>
                    <a:lnTo>
                      <a:pt x="56388" y="50736"/>
                    </a:lnTo>
                    <a:lnTo>
                      <a:pt x="56388" y="95821"/>
                    </a:lnTo>
                    <a:lnTo>
                      <a:pt x="138239" y="95821"/>
                    </a:lnTo>
                    <a:cubicBezTo>
                      <a:pt x="150622" y="95758"/>
                      <a:pt x="160655" y="85661"/>
                      <a:pt x="160655" y="73279"/>
                    </a:cubicBezTo>
                    <a:cubicBezTo>
                      <a:pt x="160655" y="60896"/>
                      <a:pt x="150622" y="50800"/>
                      <a:pt x="138239" y="507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3">
                <a:extLst>
                  <a:ext uri="{FF2B5EF4-FFF2-40B4-BE49-F238E27FC236}">
                    <a16:creationId xmlns:a16="http://schemas.microsoft.com/office/drawing/2014/main" id="{F835B766-117F-4FCC-BE33-C8CEFA70254E}"/>
                  </a:ext>
                </a:extLst>
              </p:cNvPr>
              <p:cNvSpPr/>
              <p:nvPr/>
            </p:nvSpPr>
            <p:spPr>
              <a:xfrm>
                <a:off x="5277198" y="3215132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6 w 291592"/>
                  <a:gd name="connsiteY3" fmla="*/ 197295 h 236727"/>
                  <a:gd name="connsiteX4" fmla="*/ 60516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96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6" y="197295"/>
                    </a:lnTo>
                    <a:lnTo>
                      <a:pt x="60516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96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4">
                <a:extLst>
                  <a:ext uri="{FF2B5EF4-FFF2-40B4-BE49-F238E27FC236}">
                    <a16:creationId xmlns:a16="http://schemas.microsoft.com/office/drawing/2014/main" id="{9381A76D-16DA-4F25-A7DE-E181A0D7B11F}"/>
                  </a:ext>
                </a:extLst>
              </p:cNvPr>
              <p:cNvSpPr/>
              <p:nvPr/>
            </p:nvSpPr>
            <p:spPr>
              <a:xfrm>
                <a:off x="5009102" y="3215258"/>
                <a:ext cx="236664" cy="236791"/>
              </a:xfrm>
              <a:custGeom>
                <a:avLst/>
                <a:gdLst>
                  <a:gd name="connsiteX0" fmla="*/ 56388 w 236664"/>
                  <a:gd name="connsiteY0" fmla="*/ 90233 h 236791"/>
                  <a:gd name="connsiteX1" fmla="*/ 155003 w 236664"/>
                  <a:gd name="connsiteY1" fmla="*/ 90233 h 236791"/>
                  <a:gd name="connsiteX2" fmla="*/ 174752 w 236664"/>
                  <a:gd name="connsiteY2" fmla="*/ 70485 h 236791"/>
                  <a:gd name="connsiteX3" fmla="*/ 155003 w 236664"/>
                  <a:gd name="connsiteY3" fmla="*/ 50737 h 236791"/>
                  <a:gd name="connsiteX4" fmla="*/ 56388 w 236664"/>
                  <a:gd name="connsiteY4" fmla="*/ 50737 h 236791"/>
                  <a:gd name="connsiteX5" fmla="*/ 56388 w 236664"/>
                  <a:gd name="connsiteY5" fmla="*/ 90170 h 236791"/>
                  <a:gd name="connsiteX6" fmla="*/ 56388 w 236664"/>
                  <a:gd name="connsiteY6" fmla="*/ 186055 h 236791"/>
                  <a:gd name="connsiteX7" fmla="*/ 157861 w 236664"/>
                  <a:gd name="connsiteY7" fmla="*/ 186055 h 236791"/>
                  <a:gd name="connsiteX8" fmla="*/ 180340 w 236664"/>
                  <a:gd name="connsiteY8" fmla="*/ 163449 h 236791"/>
                  <a:gd name="connsiteX9" fmla="*/ 157861 w 236664"/>
                  <a:gd name="connsiteY9" fmla="*/ 140907 h 236791"/>
                  <a:gd name="connsiteX10" fmla="*/ 56324 w 236664"/>
                  <a:gd name="connsiteY10" fmla="*/ 140907 h 236791"/>
                  <a:gd name="connsiteX11" fmla="*/ 56324 w 236664"/>
                  <a:gd name="connsiteY11" fmla="*/ 186055 h 236791"/>
                  <a:gd name="connsiteX12" fmla="*/ 214947 w 236664"/>
                  <a:gd name="connsiteY12" fmla="*/ 113411 h 236791"/>
                  <a:gd name="connsiteX13" fmla="*/ 236664 w 236664"/>
                  <a:gd name="connsiteY13" fmla="*/ 164910 h 236791"/>
                  <a:gd name="connsiteX14" fmla="*/ 164909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25 h 236791"/>
                  <a:gd name="connsiteX19" fmla="*/ 214884 w 236664"/>
                  <a:gd name="connsiteY19" fmla="*/ 113411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233"/>
                    </a:moveTo>
                    <a:lnTo>
                      <a:pt x="155003" y="90233"/>
                    </a:lnTo>
                    <a:cubicBezTo>
                      <a:pt x="165925" y="90233"/>
                      <a:pt x="174752" y="81407"/>
                      <a:pt x="174752" y="70485"/>
                    </a:cubicBezTo>
                    <a:cubicBezTo>
                      <a:pt x="174752" y="59563"/>
                      <a:pt x="165862" y="50737"/>
                      <a:pt x="155003" y="50737"/>
                    </a:cubicBezTo>
                    <a:lnTo>
                      <a:pt x="56388" y="50737"/>
                    </a:lnTo>
                    <a:cubicBezTo>
                      <a:pt x="56388" y="50737"/>
                      <a:pt x="56388" y="90170"/>
                      <a:pt x="56388" y="90170"/>
                    </a:cubicBezTo>
                    <a:close/>
                    <a:moveTo>
                      <a:pt x="56388" y="186055"/>
                    </a:moveTo>
                    <a:lnTo>
                      <a:pt x="157861" y="186055"/>
                    </a:lnTo>
                    <a:cubicBezTo>
                      <a:pt x="170307" y="186055"/>
                      <a:pt x="180340" y="175958"/>
                      <a:pt x="180340" y="163449"/>
                    </a:cubicBezTo>
                    <a:cubicBezTo>
                      <a:pt x="180340" y="150939"/>
                      <a:pt x="170307" y="140907"/>
                      <a:pt x="157861" y="140907"/>
                    </a:cubicBezTo>
                    <a:lnTo>
                      <a:pt x="56324" y="140907"/>
                    </a:lnTo>
                    <a:lnTo>
                      <a:pt x="56324" y="186055"/>
                    </a:lnTo>
                    <a:close/>
                    <a:moveTo>
                      <a:pt x="214947" y="113411"/>
                    </a:moveTo>
                    <a:cubicBezTo>
                      <a:pt x="228346" y="126492"/>
                      <a:pt x="236664" y="144717"/>
                      <a:pt x="236664" y="164910"/>
                    </a:cubicBezTo>
                    <a:cubicBezTo>
                      <a:pt x="236664" y="204533"/>
                      <a:pt x="204533" y="236728"/>
                      <a:pt x="164909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79" y="64"/>
                      <a:pt x="231077" y="30988"/>
                      <a:pt x="231077" y="69025"/>
                    </a:cubicBezTo>
                    <a:cubicBezTo>
                      <a:pt x="231077" y="85915"/>
                      <a:pt x="224980" y="101410"/>
                      <a:pt x="214884" y="1134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85">
                <a:extLst>
                  <a:ext uri="{FF2B5EF4-FFF2-40B4-BE49-F238E27FC236}">
                    <a16:creationId xmlns:a16="http://schemas.microsoft.com/office/drawing/2014/main" id="{673EB24F-33A2-4B3C-994F-C4AE079B9AC3}"/>
                  </a:ext>
                </a:extLst>
              </p:cNvPr>
              <p:cNvSpPr/>
              <p:nvPr/>
            </p:nvSpPr>
            <p:spPr>
              <a:xfrm>
                <a:off x="5583586" y="3502596"/>
                <a:ext cx="214185" cy="236727"/>
              </a:xfrm>
              <a:custGeom>
                <a:avLst/>
                <a:gdLst>
                  <a:gd name="connsiteX0" fmla="*/ 214186 w 214185"/>
                  <a:gd name="connsiteY0" fmla="*/ 0 h 236727"/>
                  <a:gd name="connsiteX1" fmla="*/ 214186 w 214185"/>
                  <a:gd name="connsiteY1" fmla="*/ 50736 h 236727"/>
                  <a:gd name="connsiteX2" fmla="*/ 56388 w 214185"/>
                  <a:gd name="connsiteY2" fmla="*/ 50736 h 236727"/>
                  <a:gd name="connsiteX3" fmla="*/ 56388 w 214185"/>
                  <a:gd name="connsiteY3" fmla="*/ 90233 h 236727"/>
                  <a:gd name="connsiteX4" fmla="*/ 208534 w 214185"/>
                  <a:gd name="connsiteY4" fmla="*/ 90170 h 236727"/>
                  <a:gd name="connsiteX5" fmla="*/ 208534 w 214185"/>
                  <a:gd name="connsiteY5" fmla="*/ 140907 h 236727"/>
                  <a:gd name="connsiteX6" fmla="*/ 56388 w 214185"/>
                  <a:gd name="connsiteY6" fmla="*/ 140907 h 236727"/>
                  <a:gd name="connsiteX7" fmla="*/ 56388 w 214185"/>
                  <a:gd name="connsiteY7" fmla="*/ 185991 h 236727"/>
                  <a:gd name="connsiteX8" fmla="*/ 214186 w 214185"/>
                  <a:gd name="connsiteY8" fmla="*/ 185991 h 236727"/>
                  <a:gd name="connsiteX9" fmla="*/ 214186 w 214185"/>
                  <a:gd name="connsiteY9" fmla="*/ 236728 h 236727"/>
                  <a:gd name="connsiteX10" fmla="*/ 0 w 214185"/>
                  <a:gd name="connsiteY10" fmla="*/ 236728 h 236727"/>
                  <a:gd name="connsiteX11" fmla="*/ 0 w 214185"/>
                  <a:gd name="connsiteY11" fmla="*/ 0 h 236727"/>
                  <a:gd name="connsiteX12" fmla="*/ 214186 w 214185"/>
                  <a:gd name="connsiteY12" fmla="*/ 0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727">
                    <a:moveTo>
                      <a:pt x="214186" y="0"/>
                    </a:moveTo>
                    <a:lnTo>
                      <a:pt x="214186" y="50736"/>
                    </a:lnTo>
                    <a:lnTo>
                      <a:pt x="56388" y="50736"/>
                    </a:lnTo>
                    <a:lnTo>
                      <a:pt x="56388" y="90233"/>
                    </a:lnTo>
                    <a:lnTo>
                      <a:pt x="208534" y="90170"/>
                    </a:lnTo>
                    <a:lnTo>
                      <a:pt x="208534" y="140907"/>
                    </a:lnTo>
                    <a:lnTo>
                      <a:pt x="56388" y="140907"/>
                    </a:lnTo>
                    <a:lnTo>
                      <a:pt x="56388" y="185991"/>
                    </a:lnTo>
                    <a:lnTo>
                      <a:pt x="214186" y="185991"/>
                    </a:lnTo>
                    <a:lnTo>
                      <a:pt x="214186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86">
                <a:extLst>
                  <a:ext uri="{FF2B5EF4-FFF2-40B4-BE49-F238E27FC236}">
                    <a16:creationId xmlns:a16="http://schemas.microsoft.com/office/drawing/2014/main" id="{3F74F269-B25F-45EB-B140-1C90A8E110A2}"/>
                  </a:ext>
                </a:extLst>
              </p:cNvPr>
              <p:cNvSpPr/>
              <p:nvPr/>
            </p:nvSpPr>
            <p:spPr>
              <a:xfrm>
                <a:off x="5583522" y="3795648"/>
                <a:ext cx="256540" cy="236728"/>
              </a:xfrm>
              <a:custGeom>
                <a:avLst/>
                <a:gdLst>
                  <a:gd name="connsiteX0" fmla="*/ 174688 w 256540"/>
                  <a:gd name="connsiteY0" fmla="*/ 73342 h 236728"/>
                  <a:gd name="connsiteX1" fmla="*/ 152337 w 256540"/>
                  <a:gd name="connsiteY1" fmla="*/ 50800 h 236728"/>
                  <a:gd name="connsiteX2" fmla="*/ 56388 w 256540"/>
                  <a:gd name="connsiteY2" fmla="*/ 50800 h 236728"/>
                  <a:gd name="connsiteX3" fmla="*/ 56388 w 256540"/>
                  <a:gd name="connsiteY3" fmla="*/ 95885 h 236728"/>
                  <a:gd name="connsiteX4" fmla="*/ 152337 w 256540"/>
                  <a:gd name="connsiteY4" fmla="*/ 95885 h 236728"/>
                  <a:gd name="connsiteX5" fmla="*/ 174688 w 256540"/>
                  <a:gd name="connsiteY5" fmla="*/ 73406 h 236728"/>
                  <a:gd name="connsiteX6" fmla="*/ 63 w 256540"/>
                  <a:gd name="connsiteY6" fmla="*/ 236728 h 236728"/>
                  <a:gd name="connsiteX7" fmla="*/ 63 w 256540"/>
                  <a:gd name="connsiteY7" fmla="*/ 0 h 236728"/>
                  <a:gd name="connsiteX8" fmla="*/ 158178 w 256540"/>
                  <a:gd name="connsiteY8" fmla="*/ 0 h 236728"/>
                  <a:gd name="connsiteX9" fmla="*/ 231013 w 256540"/>
                  <a:gd name="connsiteY9" fmla="*/ 73342 h 236728"/>
                  <a:gd name="connsiteX10" fmla="*/ 185420 w 256540"/>
                  <a:gd name="connsiteY10" fmla="*/ 141288 h 236728"/>
                  <a:gd name="connsiteX11" fmla="*/ 256540 w 256540"/>
                  <a:gd name="connsiteY11" fmla="*/ 236665 h 236728"/>
                  <a:gd name="connsiteX12" fmla="*/ 188849 w 256540"/>
                  <a:gd name="connsiteY12" fmla="*/ 236665 h 236728"/>
                  <a:gd name="connsiteX13" fmla="*/ 121222 w 256540"/>
                  <a:gd name="connsiteY13" fmla="*/ 146495 h 236728"/>
                  <a:gd name="connsiteX14" fmla="*/ 56388 w 256540"/>
                  <a:gd name="connsiteY14" fmla="*/ 146495 h 236728"/>
                  <a:gd name="connsiteX15" fmla="*/ 56388 w 256540"/>
                  <a:gd name="connsiteY15" fmla="*/ 236665 h 236728"/>
                  <a:gd name="connsiteX16" fmla="*/ 0 w 256540"/>
                  <a:gd name="connsiteY16" fmla="*/ 236665 h 236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6540" h="236728">
                    <a:moveTo>
                      <a:pt x="174688" y="73342"/>
                    </a:moveTo>
                    <a:cubicBezTo>
                      <a:pt x="174688" y="60897"/>
                      <a:pt x="164719" y="50864"/>
                      <a:pt x="152337" y="50800"/>
                    </a:cubicBezTo>
                    <a:lnTo>
                      <a:pt x="56388" y="50800"/>
                    </a:lnTo>
                    <a:lnTo>
                      <a:pt x="56388" y="95885"/>
                    </a:lnTo>
                    <a:lnTo>
                      <a:pt x="152337" y="95885"/>
                    </a:lnTo>
                    <a:cubicBezTo>
                      <a:pt x="164719" y="95758"/>
                      <a:pt x="174688" y="85725"/>
                      <a:pt x="174688" y="73406"/>
                    </a:cubicBezTo>
                    <a:close/>
                    <a:moveTo>
                      <a:pt x="63" y="236728"/>
                    </a:moveTo>
                    <a:lnTo>
                      <a:pt x="63" y="0"/>
                    </a:lnTo>
                    <a:lnTo>
                      <a:pt x="158178" y="0"/>
                    </a:lnTo>
                    <a:cubicBezTo>
                      <a:pt x="198438" y="254"/>
                      <a:pt x="231013" y="33020"/>
                      <a:pt x="231013" y="73342"/>
                    </a:cubicBezTo>
                    <a:cubicBezTo>
                      <a:pt x="231013" y="104013"/>
                      <a:pt x="212153" y="130366"/>
                      <a:pt x="185420" y="141288"/>
                    </a:cubicBezTo>
                    <a:lnTo>
                      <a:pt x="256540" y="236665"/>
                    </a:lnTo>
                    <a:lnTo>
                      <a:pt x="188849" y="236665"/>
                    </a:lnTo>
                    <a:lnTo>
                      <a:pt x="121222" y="146495"/>
                    </a:lnTo>
                    <a:lnTo>
                      <a:pt x="56388" y="146495"/>
                    </a:lnTo>
                    <a:lnTo>
                      <a:pt x="56388" y="236665"/>
                    </a:lnTo>
                    <a:lnTo>
                      <a:pt x="0" y="236665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82" name="Freeform: Shape 76">
              <a:extLst>
                <a:ext uri="{FF2B5EF4-FFF2-40B4-BE49-F238E27FC236}">
                  <a16:creationId xmlns:a16="http://schemas.microsoft.com/office/drawing/2014/main" id="{52578D44-E025-4327-B342-6F561381986D}"/>
                </a:ext>
              </a:extLst>
            </p:cNvPr>
            <p:cNvSpPr/>
            <p:nvPr/>
          </p:nvSpPr>
          <p:spPr>
            <a:xfrm>
              <a:off x="4836699" y="2481643"/>
              <a:ext cx="1709864" cy="1605470"/>
            </a:xfrm>
            <a:custGeom>
              <a:avLst/>
              <a:gdLst>
                <a:gd name="connsiteX0" fmla="*/ 1708150 w 1709864"/>
                <a:gd name="connsiteY0" fmla="*/ 802767 h 1605470"/>
                <a:gd name="connsiteX1" fmla="*/ 854075 w 1709864"/>
                <a:gd name="connsiteY1" fmla="*/ 0 h 1605470"/>
                <a:gd name="connsiteX2" fmla="*/ 0 w 1709864"/>
                <a:gd name="connsiteY2" fmla="*/ 802767 h 1605470"/>
                <a:gd name="connsiteX3" fmla="*/ 4890 w 1709864"/>
                <a:gd name="connsiteY3" fmla="*/ 856171 h 1605470"/>
                <a:gd name="connsiteX4" fmla="*/ 165100 w 1709864"/>
                <a:gd name="connsiteY4" fmla="*/ 1257300 h 1605470"/>
                <a:gd name="connsiteX5" fmla="*/ 854075 w 1709864"/>
                <a:gd name="connsiteY5" fmla="*/ 1605471 h 1605470"/>
                <a:gd name="connsiteX6" fmla="*/ 106235 w 1709864"/>
                <a:gd name="connsiteY6" fmla="*/ 908748 h 1605470"/>
                <a:gd name="connsiteX7" fmla="*/ 104331 w 1709864"/>
                <a:gd name="connsiteY7" fmla="*/ 855726 h 1605470"/>
                <a:gd name="connsiteX8" fmla="*/ 106235 w 1709864"/>
                <a:gd name="connsiteY8" fmla="*/ 802703 h 1605470"/>
                <a:gd name="connsiteX9" fmla="*/ 854075 w 1709864"/>
                <a:gd name="connsiteY9" fmla="*/ 105982 h 1605470"/>
                <a:gd name="connsiteX10" fmla="*/ 1543114 w 1709864"/>
                <a:gd name="connsiteY10" fmla="*/ 454279 h 1605470"/>
                <a:gd name="connsiteX11" fmla="*/ 1703261 w 1709864"/>
                <a:gd name="connsiteY11" fmla="*/ 856107 h 1605470"/>
                <a:gd name="connsiteX12" fmla="*/ 1708150 w 1709864"/>
                <a:gd name="connsiteY12" fmla="*/ 908685 h 1605470"/>
                <a:gd name="connsiteX13" fmla="*/ 1709864 w 1709864"/>
                <a:gd name="connsiteY13" fmla="*/ 855663 h 1605470"/>
                <a:gd name="connsiteX14" fmla="*/ 1708150 w 1709864"/>
                <a:gd name="connsiteY14" fmla="*/ 802640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08150" y="802767"/>
                  </a:moveTo>
                  <a:cubicBezTo>
                    <a:pt x="1680782" y="354838"/>
                    <a:pt x="1308862" y="0"/>
                    <a:pt x="854075" y="0"/>
                  </a:cubicBezTo>
                  <a:cubicBezTo>
                    <a:pt x="399288" y="0"/>
                    <a:pt x="27368" y="354838"/>
                    <a:pt x="0" y="802767"/>
                  </a:cubicBezTo>
                  <a:cubicBezTo>
                    <a:pt x="1080" y="820738"/>
                    <a:pt x="2731" y="838581"/>
                    <a:pt x="4890" y="856171"/>
                  </a:cubicBezTo>
                  <a:cubicBezTo>
                    <a:pt x="23368" y="1005141"/>
                    <a:pt x="80201" y="1142238"/>
                    <a:pt x="165100" y="1257300"/>
                  </a:cubicBezTo>
                  <a:cubicBezTo>
                    <a:pt x="320929" y="1468501"/>
                    <a:pt x="571500" y="1605471"/>
                    <a:pt x="854075" y="1605471"/>
                  </a:cubicBezTo>
                  <a:cubicBezTo>
                    <a:pt x="458470" y="1605471"/>
                    <a:pt x="133541" y="1297496"/>
                    <a:pt x="106235" y="908748"/>
                  </a:cubicBezTo>
                  <a:cubicBezTo>
                    <a:pt x="105029" y="891222"/>
                    <a:pt x="104331" y="873570"/>
                    <a:pt x="104331" y="855726"/>
                  </a:cubicBezTo>
                  <a:cubicBezTo>
                    <a:pt x="104331" y="837883"/>
                    <a:pt x="105029" y="820229"/>
                    <a:pt x="106235" y="802703"/>
                  </a:cubicBezTo>
                  <a:cubicBezTo>
                    <a:pt x="133541" y="413957"/>
                    <a:pt x="458470" y="105982"/>
                    <a:pt x="854075" y="105982"/>
                  </a:cubicBezTo>
                  <a:cubicBezTo>
                    <a:pt x="1136714" y="105982"/>
                    <a:pt x="1387285" y="243014"/>
                    <a:pt x="1543114" y="454279"/>
                  </a:cubicBezTo>
                  <a:cubicBezTo>
                    <a:pt x="1628140" y="569532"/>
                    <a:pt x="1684846" y="706882"/>
                    <a:pt x="1703261" y="856107"/>
                  </a:cubicBezTo>
                  <a:cubicBezTo>
                    <a:pt x="1705420" y="873506"/>
                    <a:pt x="1707071" y="891032"/>
                    <a:pt x="1708150" y="908685"/>
                  </a:cubicBezTo>
                  <a:cubicBezTo>
                    <a:pt x="1709230" y="891159"/>
                    <a:pt x="1709864" y="873442"/>
                    <a:pt x="1709864" y="855663"/>
                  </a:cubicBezTo>
                  <a:cubicBezTo>
                    <a:pt x="1709864" y="837883"/>
                    <a:pt x="1709230" y="820166"/>
                    <a:pt x="1708150" y="802640"/>
                  </a:cubicBezTo>
                </a:path>
              </a:pathLst>
            </a:custGeom>
            <a:solidFill>
              <a:srgbClr val="89D32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77">
              <a:extLst>
                <a:ext uri="{FF2B5EF4-FFF2-40B4-BE49-F238E27FC236}">
                  <a16:creationId xmlns:a16="http://schemas.microsoft.com/office/drawing/2014/main" id="{DFF44304-3AE5-4F7C-B995-7723FB44DAB2}"/>
                </a:ext>
              </a:extLst>
            </p:cNvPr>
            <p:cNvSpPr/>
            <p:nvPr/>
          </p:nvSpPr>
          <p:spPr>
            <a:xfrm>
              <a:off x="4834985" y="2587751"/>
              <a:ext cx="1709864" cy="1605470"/>
            </a:xfrm>
            <a:custGeom>
              <a:avLst/>
              <a:gdLst>
                <a:gd name="connsiteX0" fmla="*/ 1714 w 1709864"/>
                <a:gd name="connsiteY0" fmla="*/ 802704 h 1605470"/>
                <a:gd name="connsiteX1" fmla="*/ 855790 w 1709864"/>
                <a:gd name="connsiteY1" fmla="*/ 1605470 h 1605470"/>
                <a:gd name="connsiteX2" fmla="*/ 1709865 w 1709864"/>
                <a:gd name="connsiteY2" fmla="*/ 802704 h 1605470"/>
                <a:gd name="connsiteX3" fmla="*/ 1704975 w 1709864"/>
                <a:gd name="connsiteY3" fmla="*/ 749300 h 1605470"/>
                <a:gd name="connsiteX4" fmla="*/ 1544765 w 1709864"/>
                <a:gd name="connsiteY4" fmla="*/ 348171 h 1605470"/>
                <a:gd name="connsiteX5" fmla="*/ 855790 w 1709864"/>
                <a:gd name="connsiteY5" fmla="*/ 0 h 1605470"/>
                <a:gd name="connsiteX6" fmla="*/ 1603629 w 1709864"/>
                <a:gd name="connsiteY6" fmla="*/ 696722 h 1605470"/>
                <a:gd name="connsiteX7" fmla="*/ 1605534 w 1709864"/>
                <a:gd name="connsiteY7" fmla="*/ 749745 h 1605470"/>
                <a:gd name="connsiteX8" fmla="*/ 1603629 w 1709864"/>
                <a:gd name="connsiteY8" fmla="*/ 802767 h 1605470"/>
                <a:gd name="connsiteX9" fmla="*/ 855790 w 1709864"/>
                <a:gd name="connsiteY9" fmla="*/ 1499489 h 1605470"/>
                <a:gd name="connsiteX10" fmla="*/ 166751 w 1709864"/>
                <a:gd name="connsiteY10" fmla="*/ 1151192 h 1605470"/>
                <a:gd name="connsiteX11" fmla="*/ 6604 w 1709864"/>
                <a:gd name="connsiteY11" fmla="*/ 749364 h 1605470"/>
                <a:gd name="connsiteX12" fmla="*/ 1714 w 1709864"/>
                <a:gd name="connsiteY12" fmla="*/ 696786 h 1605470"/>
                <a:gd name="connsiteX13" fmla="*/ 0 w 1709864"/>
                <a:gd name="connsiteY13" fmla="*/ 749808 h 1605470"/>
                <a:gd name="connsiteX14" fmla="*/ 1714 w 1709864"/>
                <a:gd name="connsiteY14" fmla="*/ 802831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14" y="802704"/>
                  </a:moveTo>
                  <a:cubicBezTo>
                    <a:pt x="29083" y="1250632"/>
                    <a:pt x="401003" y="1605470"/>
                    <a:pt x="855790" y="1605470"/>
                  </a:cubicBezTo>
                  <a:cubicBezTo>
                    <a:pt x="1310577" y="1605470"/>
                    <a:pt x="1682496" y="1250632"/>
                    <a:pt x="1709865" y="802704"/>
                  </a:cubicBezTo>
                  <a:cubicBezTo>
                    <a:pt x="1708785" y="784733"/>
                    <a:pt x="1707134" y="766889"/>
                    <a:pt x="1704975" y="749300"/>
                  </a:cubicBezTo>
                  <a:cubicBezTo>
                    <a:pt x="1686497" y="600329"/>
                    <a:pt x="1629728" y="463233"/>
                    <a:pt x="1544765" y="348171"/>
                  </a:cubicBezTo>
                  <a:cubicBezTo>
                    <a:pt x="1388935" y="136970"/>
                    <a:pt x="1138365" y="0"/>
                    <a:pt x="855790" y="0"/>
                  </a:cubicBezTo>
                  <a:cubicBezTo>
                    <a:pt x="1251394" y="0"/>
                    <a:pt x="1576324" y="307975"/>
                    <a:pt x="1603629" y="696722"/>
                  </a:cubicBezTo>
                  <a:cubicBezTo>
                    <a:pt x="1604835" y="714248"/>
                    <a:pt x="1605534" y="731901"/>
                    <a:pt x="1605534" y="749745"/>
                  </a:cubicBezTo>
                  <a:cubicBezTo>
                    <a:pt x="1605534" y="767588"/>
                    <a:pt x="1604835" y="785241"/>
                    <a:pt x="1603629" y="802767"/>
                  </a:cubicBezTo>
                  <a:cubicBezTo>
                    <a:pt x="1576324" y="1191514"/>
                    <a:pt x="1251394" y="1499489"/>
                    <a:pt x="855790" y="1499489"/>
                  </a:cubicBezTo>
                  <a:cubicBezTo>
                    <a:pt x="573151" y="1499489"/>
                    <a:pt x="322580" y="1362456"/>
                    <a:pt x="166751" y="1151192"/>
                  </a:cubicBezTo>
                  <a:cubicBezTo>
                    <a:pt x="81725" y="1035939"/>
                    <a:pt x="25019" y="898589"/>
                    <a:pt x="6604" y="749364"/>
                  </a:cubicBezTo>
                  <a:cubicBezTo>
                    <a:pt x="4445" y="731964"/>
                    <a:pt x="2794" y="714439"/>
                    <a:pt x="1714" y="696786"/>
                  </a:cubicBezTo>
                  <a:cubicBezTo>
                    <a:pt x="635" y="714312"/>
                    <a:pt x="0" y="731964"/>
                    <a:pt x="0" y="749808"/>
                  </a:cubicBezTo>
                  <a:cubicBezTo>
                    <a:pt x="0" y="767651"/>
                    <a:pt x="635" y="785305"/>
                    <a:pt x="1714" y="802831"/>
                  </a:cubicBezTo>
                </a:path>
              </a:pathLst>
            </a:custGeom>
            <a:solidFill>
              <a:srgbClr val="00BC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95" name="Title 1">
            <a:extLst>
              <a:ext uri="{FF2B5EF4-FFF2-40B4-BE49-F238E27FC236}">
                <a16:creationId xmlns:a16="http://schemas.microsoft.com/office/drawing/2014/main" id="{545C8729-6BCF-4D3D-853D-E0DA5EF057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931523" y="2991925"/>
            <a:ext cx="3324628" cy="967829"/>
          </a:xfrm>
        </p:spPr>
        <p:txBody>
          <a:bodyPr wrap="none" anchor="t">
            <a:spAutoFit/>
          </a:bodyPr>
          <a:lstStyle>
            <a:lvl1pPr>
              <a:lnSpc>
                <a:spcPct val="70000"/>
              </a:lnSpc>
              <a:defRPr sz="8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A47C1B49-A963-AF37-1D8F-CA70346FFC3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0164" y="557911"/>
            <a:ext cx="3577907" cy="222158"/>
          </a:xfrm>
          <a:prstGeom prst="rect">
            <a:avLst/>
          </a:prstGeom>
        </p:spPr>
      </p:pic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90E135A-6248-E8B8-1B46-2BECF236F8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47597" y="3532194"/>
            <a:ext cx="2429933" cy="1160462"/>
          </a:xfrm>
        </p:spPr>
        <p:txBody>
          <a:bodyPr/>
          <a:lstStyle>
            <a:lvl1pPr>
              <a:defRPr sz="8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you!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30714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-0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12" descr="A purple and black background&#10;&#10;Description automatically generated">
            <a:extLst>
              <a:ext uri="{FF2B5EF4-FFF2-40B4-BE49-F238E27FC236}">
                <a16:creationId xmlns:a16="http://schemas.microsoft.com/office/drawing/2014/main" id="{237FD9D0-CA72-49F3-98AC-ECB2E63925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2" t="62" b="62"/>
          <a:stretch>
            <a:fillRect/>
          </a:stretch>
        </p:blipFill>
        <p:spPr>
          <a:xfrm>
            <a:off x="1" y="0"/>
            <a:ext cx="4101146" cy="6858000"/>
          </a:xfrm>
          <a:custGeom>
            <a:avLst/>
            <a:gdLst>
              <a:gd name="connsiteX0" fmla="*/ 0 w 4101146"/>
              <a:gd name="connsiteY0" fmla="*/ 0 h 6858000"/>
              <a:gd name="connsiteX1" fmla="*/ 4101146 w 4101146"/>
              <a:gd name="connsiteY1" fmla="*/ 0 h 6858000"/>
              <a:gd name="connsiteX2" fmla="*/ 4101146 w 4101146"/>
              <a:gd name="connsiteY2" fmla="*/ 6858000 h 6858000"/>
              <a:gd name="connsiteX3" fmla="*/ 0 w 410114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01146" h="6858000">
                <a:moveTo>
                  <a:pt x="0" y="0"/>
                </a:moveTo>
                <a:lnTo>
                  <a:pt x="4101146" y="0"/>
                </a:lnTo>
                <a:lnTo>
                  <a:pt x="410114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7" name="Bildplatzhalter 96">
            <a:extLst>
              <a:ext uri="{FF2B5EF4-FFF2-40B4-BE49-F238E27FC236}">
                <a16:creationId xmlns:a16="http://schemas.microsoft.com/office/drawing/2014/main" id="{0EE96EC6-E5DA-46FA-8813-0E3749E9AF3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2725543" y="0"/>
            <a:ext cx="9464871" cy="6858000"/>
          </a:xfrm>
          <a:custGeom>
            <a:avLst/>
            <a:gdLst>
              <a:gd name="connsiteX0" fmla="*/ 1343002 w 9464871"/>
              <a:gd name="connsiteY0" fmla="*/ 0 h 6858000"/>
              <a:gd name="connsiteX1" fmla="*/ 9464871 w 9464871"/>
              <a:gd name="connsiteY1" fmla="*/ 0 h 6858000"/>
              <a:gd name="connsiteX2" fmla="*/ 9464871 w 9464871"/>
              <a:gd name="connsiteY2" fmla="*/ 6858000 h 6858000"/>
              <a:gd name="connsiteX3" fmla="*/ 0 w 946487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64871" h="6858000">
                <a:moveTo>
                  <a:pt x="1343002" y="0"/>
                </a:moveTo>
                <a:lnTo>
                  <a:pt x="9464871" y="0"/>
                </a:lnTo>
                <a:lnTo>
                  <a:pt x="94648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15" name="Graphic 5">
            <a:extLst>
              <a:ext uri="{FF2B5EF4-FFF2-40B4-BE49-F238E27FC236}">
                <a16:creationId xmlns:a16="http://schemas.microsoft.com/office/drawing/2014/main" id="{D51004B3-3242-45DF-8821-382B7AE3D5C7}"/>
              </a:ext>
            </a:extLst>
          </p:cNvPr>
          <p:cNvGrpSpPr/>
          <p:nvPr userDrawn="1"/>
        </p:nvGrpSpPr>
        <p:grpSpPr>
          <a:xfrm>
            <a:off x="365696" y="6326822"/>
            <a:ext cx="954203" cy="175337"/>
            <a:chOff x="4442808" y="6326822"/>
            <a:chExt cx="954203" cy="175337"/>
          </a:xfrm>
          <a:solidFill>
            <a:srgbClr val="FFFFFF"/>
          </a:solidFill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DC0E9B0E-4D82-4A8B-BEBB-D20DE334CB19}"/>
                </a:ext>
              </a:extLst>
            </p:cNvPr>
            <p:cNvSpPr/>
            <p:nvPr/>
          </p:nvSpPr>
          <p:spPr>
            <a:xfrm>
              <a:off x="4442808" y="6326822"/>
              <a:ext cx="106180" cy="138373"/>
            </a:xfrm>
            <a:custGeom>
              <a:avLst/>
              <a:gdLst>
                <a:gd name="connsiteX0" fmla="*/ 24575 w 106180"/>
                <a:gd name="connsiteY0" fmla="*/ 117158 h 138373"/>
                <a:gd name="connsiteX1" fmla="*/ 24384 w 106180"/>
                <a:gd name="connsiteY1" fmla="*/ 117158 h 138373"/>
                <a:gd name="connsiteX2" fmla="*/ 20828 w 106180"/>
                <a:gd name="connsiteY2" fmla="*/ 135699 h 138373"/>
                <a:gd name="connsiteX3" fmla="*/ 0 w 106180"/>
                <a:gd name="connsiteY3" fmla="*/ 135318 h 138373"/>
                <a:gd name="connsiteX4" fmla="*/ 31306 w 106180"/>
                <a:gd name="connsiteY4" fmla="*/ 0 h 138373"/>
                <a:gd name="connsiteX5" fmla="*/ 53150 w 106180"/>
                <a:gd name="connsiteY5" fmla="*/ 381 h 138373"/>
                <a:gd name="connsiteX6" fmla="*/ 45466 w 106180"/>
                <a:gd name="connsiteY6" fmla="*/ 33846 h 138373"/>
                <a:gd name="connsiteX7" fmla="*/ 39243 w 106180"/>
                <a:gd name="connsiteY7" fmla="*/ 54864 h 138373"/>
                <a:gd name="connsiteX8" fmla="*/ 39433 w 106180"/>
                <a:gd name="connsiteY8" fmla="*/ 54864 h 138373"/>
                <a:gd name="connsiteX9" fmla="*/ 73343 w 106180"/>
                <a:gd name="connsiteY9" fmla="*/ 35941 h 138373"/>
                <a:gd name="connsiteX10" fmla="*/ 106172 w 106180"/>
                <a:gd name="connsiteY10" fmla="*/ 74041 h 138373"/>
                <a:gd name="connsiteX11" fmla="*/ 53975 w 106180"/>
                <a:gd name="connsiteY11" fmla="*/ 138367 h 138373"/>
                <a:gd name="connsiteX12" fmla="*/ 24575 w 106180"/>
                <a:gd name="connsiteY12" fmla="*/ 117221 h 138373"/>
                <a:gd name="connsiteX13" fmla="*/ 83820 w 106180"/>
                <a:gd name="connsiteY13" fmla="*/ 76518 h 138373"/>
                <a:gd name="connsiteX14" fmla="*/ 65596 w 106180"/>
                <a:gd name="connsiteY14" fmla="*/ 54356 h 138373"/>
                <a:gd name="connsiteX15" fmla="*/ 32004 w 106180"/>
                <a:gd name="connsiteY15" fmla="*/ 97599 h 138373"/>
                <a:gd name="connsiteX16" fmla="*/ 51308 w 106180"/>
                <a:gd name="connsiteY16" fmla="*/ 119824 h 138373"/>
                <a:gd name="connsiteX17" fmla="*/ 83820 w 106180"/>
                <a:gd name="connsiteY17" fmla="*/ 76581 h 13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6180" h="138373">
                  <a:moveTo>
                    <a:pt x="24575" y="117158"/>
                  </a:moveTo>
                  <a:lnTo>
                    <a:pt x="24384" y="117158"/>
                  </a:lnTo>
                  <a:cubicBezTo>
                    <a:pt x="23749" y="123127"/>
                    <a:pt x="22479" y="129286"/>
                    <a:pt x="20828" y="135699"/>
                  </a:cubicBezTo>
                  <a:lnTo>
                    <a:pt x="0" y="135318"/>
                  </a:lnTo>
                  <a:lnTo>
                    <a:pt x="31306" y="0"/>
                  </a:lnTo>
                  <a:lnTo>
                    <a:pt x="53150" y="381"/>
                  </a:lnTo>
                  <a:lnTo>
                    <a:pt x="45466" y="33846"/>
                  </a:lnTo>
                  <a:cubicBezTo>
                    <a:pt x="43688" y="41466"/>
                    <a:pt x="42164" y="47308"/>
                    <a:pt x="39243" y="54864"/>
                  </a:cubicBezTo>
                  <a:lnTo>
                    <a:pt x="39433" y="54864"/>
                  </a:lnTo>
                  <a:cubicBezTo>
                    <a:pt x="47689" y="41974"/>
                    <a:pt x="60833" y="35687"/>
                    <a:pt x="73343" y="35941"/>
                  </a:cubicBezTo>
                  <a:cubicBezTo>
                    <a:pt x="94361" y="36322"/>
                    <a:pt x="106553" y="51245"/>
                    <a:pt x="106172" y="74041"/>
                  </a:cubicBezTo>
                  <a:cubicBezTo>
                    <a:pt x="105664" y="103823"/>
                    <a:pt x="88710" y="138938"/>
                    <a:pt x="53975" y="138367"/>
                  </a:cubicBezTo>
                  <a:cubicBezTo>
                    <a:pt x="40386" y="138113"/>
                    <a:pt x="27496" y="130747"/>
                    <a:pt x="24575" y="117221"/>
                  </a:cubicBezTo>
                  <a:close/>
                  <a:moveTo>
                    <a:pt x="83820" y="76518"/>
                  </a:moveTo>
                  <a:cubicBezTo>
                    <a:pt x="84074" y="62674"/>
                    <a:pt x="77216" y="54547"/>
                    <a:pt x="65596" y="54356"/>
                  </a:cubicBezTo>
                  <a:cubicBezTo>
                    <a:pt x="43942" y="53975"/>
                    <a:pt x="32322" y="78549"/>
                    <a:pt x="32004" y="97599"/>
                  </a:cubicBezTo>
                  <a:cubicBezTo>
                    <a:pt x="31750" y="111379"/>
                    <a:pt x="39497" y="119571"/>
                    <a:pt x="51308" y="119824"/>
                  </a:cubicBezTo>
                  <a:cubicBezTo>
                    <a:pt x="73343" y="120206"/>
                    <a:pt x="83439" y="95568"/>
                    <a:pt x="83820" y="765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7">
              <a:extLst>
                <a:ext uri="{FF2B5EF4-FFF2-40B4-BE49-F238E27FC236}">
                  <a16:creationId xmlns:a16="http://schemas.microsoft.com/office/drawing/2014/main" id="{DCF88FF7-18F9-4314-A75A-D3C01DD496B1}"/>
                </a:ext>
              </a:extLst>
            </p:cNvPr>
            <p:cNvSpPr/>
            <p:nvPr/>
          </p:nvSpPr>
          <p:spPr>
            <a:xfrm>
              <a:off x="4564411" y="6362685"/>
              <a:ext cx="94749" cy="102258"/>
            </a:xfrm>
            <a:custGeom>
              <a:avLst/>
              <a:gdLst>
                <a:gd name="connsiteX0" fmla="*/ 0 w 94749"/>
                <a:gd name="connsiteY0" fmla="*/ 75897 h 102258"/>
                <a:gd name="connsiteX1" fmla="*/ 36513 w 94749"/>
                <a:gd name="connsiteY1" fmla="*/ 43893 h 102258"/>
                <a:gd name="connsiteX2" fmla="*/ 71183 w 94749"/>
                <a:gd name="connsiteY2" fmla="*/ 40972 h 102258"/>
                <a:gd name="connsiteX3" fmla="*/ 72390 w 94749"/>
                <a:gd name="connsiteY3" fmla="*/ 36082 h 102258"/>
                <a:gd name="connsiteX4" fmla="*/ 53467 w 94749"/>
                <a:gd name="connsiteY4" fmla="*/ 17540 h 102258"/>
                <a:gd name="connsiteX5" fmla="*/ 19114 w 94749"/>
                <a:gd name="connsiteY5" fmla="*/ 23192 h 102258"/>
                <a:gd name="connsiteX6" fmla="*/ 23432 w 94749"/>
                <a:gd name="connsiteY6" fmla="*/ 4459 h 102258"/>
                <a:gd name="connsiteX7" fmla="*/ 55880 w 94749"/>
                <a:gd name="connsiteY7" fmla="*/ 14 h 102258"/>
                <a:gd name="connsiteX8" fmla="*/ 93472 w 94749"/>
                <a:gd name="connsiteY8" fmla="*/ 37606 h 102258"/>
                <a:gd name="connsiteX9" fmla="*/ 82804 w 94749"/>
                <a:gd name="connsiteY9" fmla="*/ 83834 h 102258"/>
                <a:gd name="connsiteX10" fmla="*/ 79820 w 94749"/>
                <a:gd name="connsiteY10" fmla="*/ 101106 h 102258"/>
                <a:gd name="connsiteX11" fmla="*/ 58547 w 94749"/>
                <a:gd name="connsiteY11" fmla="*/ 100725 h 102258"/>
                <a:gd name="connsiteX12" fmla="*/ 62675 w 94749"/>
                <a:gd name="connsiteY12" fmla="*/ 83961 h 102258"/>
                <a:gd name="connsiteX13" fmla="*/ 62484 w 94749"/>
                <a:gd name="connsiteY13" fmla="*/ 83961 h 102258"/>
                <a:gd name="connsiteX14" fmla="*/ 28956 w 94749"/>
                <a:gd name="connsiteY14" fmla="*/ 102249 h 102258"/>
                <a:gd name="connsiteX15" fmla="*/ 127 w 94749"/>
                <a:gd name="connsiteY15" fmla="*/ 75961 h 102258"/>
                <a:gd name="connsiteX16" fmla="*/ 66294 w 94749"/>
                <a:gd name="connsiteY16" fmla="*/ 62118 h 102258"/>
                <a:gd name="connsiteX17" fmla="*/ 67882 w 94749"/>
                <a:gd name="connsiteY17" fmla="*/ 55259 h 102258"/>
                <a:gd name="connsiteX18" fmla="*/ 40576 w 94749"/>
                <a:gd name="connsiteY18" fmla="*/ 57482 h 102258"/>
                <a:gd name="connsiteX19" fmla="*/ 21526 w 94749"/>
                <a:gd name="connsiteY19" fmla="*/ 73548 h 102258"/>
                <a:gd name="connsiteX20" fmla="*/ 35814 w 94749"/>
                <a:gd name="connsiteY20" fmla="*/ 85803 h 102258"/>
                <a:gd name="connsiteX21" fmla="*/ 66294 w 94749"/>
                <a:gd name="connsiteY21" fmla="*/ 62181 h 1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4749" h="102258">
                  <a:moveTo>
                    <a:pt x="0" y="75897"/>
                  </a:moveTo>
                  <a:cubicBezTo>
                    <a:pt x="381" y="56085"/>
                    <a:pt x="15240" y="45671"/>
                    <a:pt x="36513" y="43893"/>
                  </a:cubicBezTo>
                  <a:lnTo>
                    <a:pt x="71183" y="40972"/>
                  </a:lnTo>
                  <a:lnTo>
                    <a:pt x="72390" y="36082"/>
                  </a:lnTo>
                  <a:cubicBezTo>
                    <a:pt x="75502" y="22557"/>
                    <a:pt x="68897" y="17794"/>
                    <a:pt x="53467" y="17540"/>
                  </a:cubicBezTo>
                  <a:cubicBezTo>
                    <a:pt x="43497" y="17350"/>
                    <a:pt x="32893" y="18747"/>
                    <a:pt x="19114" y="23192"/>
                  </a:cubicBezTo>
                  <a:lnTo>
                    <a:pt x="23432" y="4459"/>
                  </a:lnTo>
                  <a:cubicBezTo>
                    <a:pt x="33718" y="1538"/>
                    <a:pt x="44895" y="-176"/>
                    <a:pt x="55880" y="14"/>
                  </a:cubicBezTo>
                  <a:cubicBezTo>
                    <a:pt x="84455" y="523"/>
                    <a:pt x="99378" y="11762"/>
                    <a:pt x="93472" y="37606"/>
                  </a:cubicBezTo>
                  <a:lnTo>
                    <a:pt x="82804" y="83834"/>
                  </a:lnTo>
                  <a:cubicBezTo>
                    <a:pt x="81597" y="89042"/>
                    <a:pt x="80264" y="94947"/>
                    <a:pt x="79820" y="101106"/>
                  </a:cubicBezTo>
                  <a:lnTo>
                    <a:pt x="58547" y="100725"/>
                  </a:lnTo>
                  <a:cubicBezTo>
                    <a:pt x="59309" y="95518"/>
                    <a:pt x="60515" y="89994"/>
                    <a:pt x="62675" y="83961"/>
                  </a:cubicBezTo>
                  <a:lnTo>
                    <a:pt x="62484" y="83961"/>
                  </a:lnTo>
                  <a:cubicBezTo>
                    <a:pt x="53785" y="97360"/>
                    <a:pt x="41720" y="102503"/>
                    <a:pt x="28956" y="102249"/>
                  </a:cubicBezTo>
                  <a:cubicBezTo>
                    <a:pt x="11747" y="101932"/>
                    <a:pt x="-190" y="91708"/>
                    <a:pt x="127" y="75961"/>
                  </a:cubicBezTo>
                  <a:close/>
                  <a:moveTo>
                    <a:pt x="66294" y="62118"/>
                  </a:moveTo>
                  <a:lnTo>
                    <a:pt x="67882" y="55259"/>
                  </a:lnTo>
                  <a:lnTo>
                    <a:pt x="40576" y="57482"/>
                  </a:lnTo>
                  <a:cubicBezTo>
                    <a:pt x="28765" y="58498"/>
                    <a:pt x="21653" y="64340"/>
                    <a:pt x="21526" y="73548"/>
                  </a:cubicBezTo>
                  <a:cubicBezTo>
                    <a:pt x="21400" y="81358"/>
                    <a:pt x="27114" y="85676"/>
                    <a:pt x="35814" y="85803"/>
                  </a:cubicBezTo>
                  <a:cubicBezTo>
                    <a:pt x="51435" y="86057"/>
                    <a:pt x="63182" y="75897"/>
                    <a:pt x="66294" y="621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8">
              <a:extLst>
                <a:ext uri="{FF2B5EF4-FFF2-40B4-BE49-F238E27FC236}">
                  <a16:creationId xmlns:a16="http://schemas.microsoft.com/office/drawing/2014/main" id="{FA74EBE5-03C5-47C6-B2EB-BD31F2C88B66}"/>
                </a:ext>
              </a:extLst>
            </p:cNvPr>
            <p:cNvSpPr/>
            <p:nvPr/>
          </p:nvSpPr>
          <p:spPr>
            <a:xfrm>
              <a:off x="4662074" y="6363906"/>
              <a:ext cx="123444" cy="138253"/>
            </a:xfrm>
            <a:custGeom>
              <a:avLst/>
              <a:gdLst>
                <a:gd name="connsiteX0" fmla="*/ 64 w 123444"/>
                <a:gd name="connsiteY0" fmla="*/ 136017 h 138253"/>
                <a:gd name="connsiteX1" fmla="*/ 4191 w 123444"/>
                <a:gd name="connsiteY1" fmla="*/ 117856 h 138253"/>
                <a:gd name="connsiteX2" fmla="*/ 16701 w 123444"/>
                <a:gd name="connsiteY2" fmla="*/ 119571 h 138253"/>
                <a:gd name="connsiteX3" fmla="*/ 35052 w 123444"/>
                <a:gd name="connsiteY3" fmla="*/ 108458 h 138253"/>
                <a:gd name="connsiteX4" fmla="*/ 39561 w 123444"/>
                <a:gd name="connsiteY4" fmla="*/ 100838 h 138253"/>
                <a:gd name="connsiteX5" fmla="*/ 24575 w 123444"/>
                <a:gd name="connsiteY5" fmla="*/ 0 h 138253"/>
                <a:gd name="connsiteX6" fmla="*/ 46609 w 123444"/>
                <a:gd name="connsiteY6" fmla="*/ 381 h 138253"/>
                <a:gd name="connsiteX7" fmla="*/ 55880 w 123444"/>
                <a:gd name="connsiteY7" fmla="*/ 75374 h 138253"/>
                <a:gd name="connsiteX8" fmla="*/ 56071 w 123444"/>
                <a:gd name="connsiteY8" fmla="*/ 75374 h 138253"/>
                <a:gd name="connsiteX9" fmla="*/ 98806 w 123444"/>
                <a:gd name="connsiteY9" fmla="*/ 1334 h 138253"/>
                <a:gd name="connsiteX10" fmla="*/ 123444 w 123444"/>
                <a:gd name="connsiteY10" fmla="*/ 1778 h 138253"/>
                <a:gd name="connsiteX11" fmla="*/ 54420 w 123444"/>
                <a:gd name="connsiteY11" fmla="*/ 115760 h 138253"/>
                <a:gd name="connsiteX12" fmla="*/ 17145 w 123444"/>
                <a:gd name="connsiteY12" fmla="*/ 138240 h 138253"/>
                <a:gd name="connsiteX13" fmla="*/ 0 w 123444"/>
                <a:gd name="connsiteY13" fmla="*/ 136080 h 138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3444" h="138253">
                  <a:moveTo>
                    <a:pt x="64" y="136017"/>
                  </a:moveTo>
                  <a:lnTo>
                    <a:pt x="4191" y="117856"/>
                  </a:lnTo>
                  <a:cubicBezTo>
                    <a:pt x="8573" y="119063"/>
                    <a:pt x="11875" y="119507"/>
                    <a:pt x="16701" y="119571"/>
                  </a:cubicBezTo>
                  <a:cubicBezTo>
                    <a:pt x="25527" y="119697"/>
                    <a:pt x="30607" y="116205"/>
                    <a:pt x="35052" y="108458"/>
                  </a:cubicBezTo>
                  <a:lnTo>
                    <a:pt x="39561" y="100838"/>
                  </a:lnTo>
                  <a:lnTo>
                    <a:pt x="24575" y="0"/>
                  </a:lnTo>
                  <a:lnTo>
                    <a:pt x="46609" y="381"/>
                  </a:lnTo>
                  <a:lnTo>
                    <a:pt x="55880" y="75374"/>
                  </a:lnTo>
                  <a:lnTo>
                    <a:pt x="56071" y="75374"/>
                  </a:lnTo>
                  <a:cubicBezTo>
                    <a:pt x="56071" y="75374"/>
                    <a:pt x="98806" y="1334"/>
                    <a:pt x="98806" y="1334"/>
                  </a:cubicBezTo>
                  <a:lnTo>
                    <a:pt x="123444" y="1778"/>
                  </a:lnTo>
                  <a:lnTo>
                    <a:pt x="54420" y="115760"/>
                  </a:lnTo>
                  <a:cubicBezTo>
                    <a:pt x="45212" y="131064"/>
                    <a:pt x="37275" y="138621"/>
                    <a:pt x="17145" y="138240"/>
                  </a:cubicBezTo>
                  <a:cubicBezTo>
                    <a:pt x="11176" y="138113"/>
                    <a:pt x="4890" y="137351"/>
                    <a:pt x="0" y="13608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9">
              <a:extLst>
                <a:ext uri="{FF2B5EF4-FFF2-40B4-BE49-F238E27FC236}">
                  <a16:creationId xmlns:a16="http://schemas.microsoft.com/office/drawing/2014/main" id="{F827AF90-847B-4F45-A436-ADD994BBCCA2}"/>
                </a:ext>
              </a:extLst>
            </p:cNvPr>
            <p:cNvSpPr/>
            <p:nvPr/>
          </p:nvSpPr>
          <p:spPr>
            <a:xfrm>
              <a:off x="4790716" y="6362690"/>
              <a:ext cx="95075" cy="102578"/>
            </a:xfrm>
            <a:custGeom>
              <a:avLst/>
              <a:gdLst>
                <a:gd name="connsiteX0" fmla="*/ 9 w 95075"/>
                <a:gd name="connsiteY0" fmla="*/ 62620 h 102578"/>
                <a:gd name="connsiteX1" fmla="*/ 57857 w 95075"/>
                <a:gd name="connsiteY1" fmla="*/ 9 h 102578"/>
                <a:gd name="connsiteX2" fmla="*/ 95068 w 95075"/>
                <a:gd name="connsiteY2" fmla="*/ 37728 h 102578"/>
                <a:gd name="connsiteX3" fmla="*/ 92401 w 95075"/>
                <a:gd name="connsiteY3" fmla="*/ 56206 h 102578"/>
                <a:gd name="connsiteX4" fmla="*/ 21916 w 95075"/>
                <a:gd name="connsiteY4" fmla="*/ 54937 h 102578"/>
                <a:gd name="connsiteX5" fmla="*/ 21345 w 95075"/>
                <a:gd name="connsiteY5" fmla="*/ 62112 h 102578"/>
                <a:gd name="connsiteX6" fmla="*/ 48396 w 95075"/>
                <a:gd name="connsiteY6" fmla="*/ 84528 h 102578"/>
                <a:gd name="connsiteX7" fmla="*/ 80654 w 95075"/>
                <a:gd name="connsiteY7" fmla="*/ 79638 h 102578"/>
                <a:gd name="connsiteX8" fmla="*/ 76209 w 95075"/>
                <a:gd name="connsiteY8" fmla="*/ 98561 h 102578"/>
                <a:gd name="connsiteX9" fmla="*/ 44141 w 95075"/>
                <a:gd name="connsiteY9" fmla="*/ 102562 h 102578"/>
                <a:gd name="connsiteX10" fmla="*/ 9 w 95075"/>
                <a:gd name="connsiteY10" fmla="*/ 62684 h 102578"/>
                <a:gd name="connsiteX11" fmla="*/ 25980 w 95075"/>
                <a:gd name="connsiteY11" fmla="*/ 40776 h 102578"/>
                <a:gd name="connsiteX12" fmla="*/ 73859 w 95075"/>
                <a:gd name="connsiteY12" fmla="*/ 41601 h 102578"/>
                <a:gd name="connsiteX13" fmla="*/ 73986 w 95075"/>
                <a:gd name="connsiteY13" fmla="*/ 39062 h 102578"/>
                <a:gd name="connsiteX14" fmla="*/ 55444 w 95075"/>
                <a:gd name="connsiteY14" fmla="*/ 18234 h 102578"/>
                <a:gd name="connsiteX15" fmla="*/ 25917 w 95075"/>
                <a:gd name="connsiteY15" fmla="*/ 40712 h 102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075" h="102578">
                  <a:moveTo>
                    <a:pt x="9" y="62620"/>
                  </a:moveTo>
                  <a:cubicBezTo>
                    <a:pt x="517" y="32267"/>
                    <a:pt x="21408" y="-626"/>
                    <a:pt x="57857" y="9"/>
                  </a:cubicBezTo>
                  <a:cubicBezTo>
                    <a:pt x="81479" y="454"/>
                    <a:pt x="95449" y="14931"/>
                    <a:pt x="95068" y="37728"/>
                  </a:cubicBezTo>
                  <a:cubicBezTo>
                    <a:pt x="94941" y="44142"/>
                    <a:pt x="93608" y="51444"/>
                    <a:pt x="92401" y="56206"/>
                  </a:cubicBezTo>
                  <a:lnTo>
                    <a:pt x="21916" y="54937"/>
                  </a:lnTo>
                  <a:cubicBezTo>
                    <a:pt x="21599" y="57350"/>
                    <a:pt x="21345" y="59762"/>
                    <a:pt x="21345" y="62112"/>
                  </a:cubicBezTo>
                  <a:cubicBezTo>
                    <a:pt x="21091" y="76907"/>
                    <a:pt x="30743" y="84210"/>
                    <a:pt x="48396" y="84528"/>
                  </a:cubicBezTo>
                  <a:cubicBezTo>
                    <a:pt x="57984" y="84718"/>
                    <a:pt x="68017" y="83766"/>
                    <a:pt x="80654" y="79638"/>
                  </a:cubicBezTo>
                  <a:lnTo>
                    <a:pt x="76209" y="98561"/>
                  </a:lnTo>
                  <a:cubicBezTo>
                    <a:pt x="66112" y="101355"/>
                    <a:pt x="55317" y="102752"/>
                    <a:pt x="44141" y="102562"/>
                  </a:cubicBezTo>
                  <a:cubicBezTo>
                    <a:pt x="15884" y="102054"/>
                    <a:pt x="-436" y="87512"/>
                    <a:pt x="9" y="62684"/>
                  </a:cubicBezTo>
                  <a:close/>
                  <a:moveTo>
                    <a:pt x="25980" y="40776"/>
                  </a:moveTo>
                  <a:lnTo>
                    <a:pt x="73859" y="41601"/>
                  </a:lnTo>
                  <a:cubicBezTo>
                    <a:pt x="73986" y="40649"/>
                    <a:pt x="73986" y="39824"/>
                    <a:pt x="73986" y="39062"/>
                  </a:cubicBezTo>
                  <a:cubicBezTo>
                    <a:pt x="74240" y="25473"/>
                    <a:pt x="67446" y="18487"/>
                    <a:pt x="55444" y="18234"/>
                  </a:cubicBezTo>
                  <a:cubicBezTo>
                    <a:pt x="41030" y="17980"/>
                    <a:pt x="31251" y="28330"/>
                    <a:pt x="25917" y="40712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20">
              <a:extLst>
                <a:ext uri="{FF2B5EF4-FFF2-40B4-BE49-F238E27FC236}">
                  <a16:creationId xmlns:a16="http://schemas.microsoft.com/office/drawing/2014/main" id="{D5EB02C9-B615-4C48-AC67-7182B47A1FC5}"/>
                </a:ext>
              </a:extLst>
            </p:cNvPr>
            <p:cNvSpPr/>
            <p:nvPr/>
          </p:nvSpPr>
          <p:spPr>
            <a:xfrm>
              <a:off x="4897469" y="6363200"/>
              <a:ext cx="75691" cy="99765"/>
            </a:xfrm>
            <a:custGeom>
              <a:avLst/>
              <a:gdLst>
                <a:gd name="connsiteX0" fmla="*/ 22606 w 75691"/>
                <a:gd name="connsiteY0" fmla="*/ 1150 h 99765"/>
                <a:gd name="connsiteX1" fmla="*/ 43434 w 75691"/>
                <a:gd name="connsiteY1" fmla="*/ 1531 h 99765"/>
                <a:gd name="connsiteX2" fmla="*/ 38163 w 75691"/>
                <a:gd name="connsiteY2" fmla="*/ 20771 h 99765"/>
                <a:gd name="connsiteX3" fmla="*/ 38354 w 75691"/>
                <a:gd name="connsiteY3" fmla="*/ 20771 h 99765"/>
                <a:gd name="connsiteX4" fmla="*/ 75692 w 75691"/>
                <a:gd name="connsiteY4" fmla="*/ 7 h 99765"/>
                <a:gd name="connsiteX5" fmla="*/ 70739 w 75691"/>
                <a:gd name="connsiteY5" fmla="*/ 21407 h 99765"/>
                <a:gd name="connsiteX6" fmla="*/ 34226 w 75691"/>
                <a:gd name="connsiteY6" fmla="*/ 45727 h 99765"/>
                <a:gd name="connsiteX7" fmla="*/ 21844 w 75691"/>
                <a:gd name="connsiteY7" fmla="*/ 99765 h 99765"/>
                <a:gd name="connsiteX8" fmla="*/ 0 w 75691"/>
                <a:gd name="connsiteY8" fmla="*/ 99384 h 99765"/>
                <a:gd name="connsiteX9" fmla="*/ 22669 w 75691"/>
                <a:gd name="connsiteY9" fmla="*/ 1150 h 9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691" h="99765">
                  <a:moveTo>
                    <a:pt x="22606" y="1150"/>
                  </a:moveTo>
                  <a:lnTo>
                    <a:pt x="43434" y="1531"/>
                  </a:lnTo>
                  <a:cubicBezTo>
                    <a:pt x="42227" y="7183"/>
                    <a:pt x="40449" y="14040"/>
                    <a:pt x="38163" y="20771"/>
                  </a:cubicBezTo>
                  <a:lnTo>
                    <a:pt x="38354" y="20771"/>
                  </a:lnTo>
                  <a:cubicBezTo>
                    <a:pt x="47815" y="6230"/>
                    <a:pt x="60896" y="-247"/>
                    <a:pt x="75692" y="7"/>
                  </a:cubicBezTo>
                  <a:lnTo>
                    <a:pt x="70739" y="21407"/>
                  </a:lnTo>
                  <a:cubicBezTo>
                    <a:pt x="51117" y="21089"/>
                    <a:pt x="38354" y="28074"/>
                    <a:pt x="34226" y="45727"/>
                  </a:cubicBezTo>
                  <a:lnTo>
                    <a:pt x="21844" y="99765"/>
                  </a:lnTo>
                  <a:lnTo>
                    <a:pt x="0" y="99384"/>
                  </a:lnTo>
                  <a:lnTo>
                    <a:pt x="22669" y="115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1">
              <a:extLst>
                <a:ext uri="{FF2B5EF4-FFF2-40B4-BE49-F238E27FC236}">
                  <a16:creationId xmlns:a16="http://schemas.microsoft.com/office/drawing/2014/main" id="{1918059A-9D05-4C58-B4FC-B6079723FEB1}"/>
                </a:ext>
              </a:extLst>
            </p:cNvPr>
            <p:cNvSpPr/>
            <p:nvPr/>
          </p:nvSpPr>
          <p:spPr>
            <a:xfrm>
              <a:off x="4975635" y="6436612"/>
              <a:ext cx="27372" cy="27372"/>
            </a:xfrm>
            <a:custGeom>
              <a:avLst/>
              <a:gdLst>
                <a:gd name="connsiteX0" fmla="*/ 2 w 27372"/>
                <a:gd name="connsiteY0" fmla="*/ 13527 h 27372"/>
                <a:gd name="connsiteX1" fmla="*/ 13845 w 27372"/>
                <a:gd name="connsiteY1" fmla="*/ 2 h 27372"/>
                <a:gd name="connsiteX2" fmla="*/ 27370 w 27372"/>
                <a:gd name="connsiteY2" fmla="*/ 14035 h 27372"/>
                <a:gd name="connsiteX3" fmla="*/ 13337 w 27372"/>
                <a:gd name="connsiteY3" fmla="*/ 27370 h 27372"/>
                <a:gd name="connsiteX4" fmla="*/ 2 w 27372"/>
                <a:gd name="connsiteY4" fmla="*/ 13527 h 27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372" h="27372">
                  <a:moveTo>
                    <a:pt x="2" y="13527"/>
                  </a:moveTo>
                  <a:cubicBezTo>
                    <a:pt x="129" y="5971"/>
                    <a:pt x="6288" y="-125"/>
                    <a:pt x="13845" y="2"/>
                  </a:cubicBezTo>
                  <a:cubicBezTo>
                    <a:pt x="21401" y="129"/>
                    <a:pt x="27498" y="6479"/>
                    <a:pt x="27370" y="14035"/>
                  </a:cubicBezTo>
                  <a:cubicBezTo>
                    <a:pt x="27243" y="21401"/>
                    <a:pt x="20893" y="27497"/>
                    <a:pt x="13337" y="27370"/>
                  </a:cubicBezTo>
                  <a:cubicBezTo>
                    <a:pt x="5781" y="27243"/>
                    <a:pt x="-125" y="20893"/>
                    <a:pt x="2" y="1352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7B67B7E-22F1-4440-97F4-D75C74570073}"/>
                </a:ext>
              </a:extLst>
            </p:cNvPr>
            <p:cNvSpPr/>
            <p:nvPr/>
          </p:nvSpPr>
          <p:spPr>
            <a:xfrm>
              <a:off x="5036270" y="6362815"/>
              <a:ext cx="88337" cy="102447"/>
            </a:xfrm>
            <a:custGeom>
              <a:avLst/>
              <a:gdLst>
                <a:gd name="connsiteX0" fmla="*/ 9 w 88337"/>
                <a:gd name="connsiteY0" fmla="*/ 61226 h 102447"/>
                <a:gd name="connsiteX1" fmla="*/ 58112 w 88337"/>
                <a:gd name="connsiteY1" fmla="*/ 12 h 102447"/>
                <a:gd name="connsiteX2" fmla="*/ 88338 w 88337"/>
                <a:gd name="connsiteY2" fmla="*/ 6489 h 102447"/>
                <a:gd name="connsiteX3" fmla="*/ 84083 w 88337"/>
                <a:gd name="connsiteY3" fmla="*/ 24650 h 102447"/>
                <a:gd name="connsiteX4" fmla="*/ 58620 w 88337"/>
                <a:gd name="connsiteY4" fmla="*/ 18554 h 102447"/>
                <a:gd name="connsiteX5" fmla="*/ 22361 w 88337"/>
                <a:gd name="connsiteY5" fmla="*/ 60146 h 102447"/>
                <a:gd name="connsiteX6" fmla="*/ 45285 w 88337"/>
                <a:gd name="connsiteY6" fmla="*/ 84022 h 102447"/>
                <a:gd name="connsiteX7" fmla="*/ 71510 w 88337"/>
                <a:gd name="connsiteY7" fmla="*/ 79260 h 102447"/>
                <a:gd name="connsiteX8" fmla="*/ 67002 w 88337"/>
                <a:gd name="connsiteY8" fmla="*/ 98691 h 102447"/>
                <a:gd name="connsiteX9" fmla="*/ 41157 w 88337"/>
                <a:gd name="connsiteY9" fmla="*/ 102438 h 102447"/>
                <a:gd name="connsiteX10" fmla="*/ 9 w 88337"/>
                <a:gd name="connsiteY10" fmla="*/ 61226 h 10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337" h="102447">
                  <a:moveTo>
                    <a:pt x="9" y="61226"/>
                  </a:moveTo>
                  <a:cubicBezTo>
                    <a:pt x="454" y="34619"/>
                    <a:pt x="17027" y="-750"/>
                    <a:pt x="58112" y="12"/>
                  </a:cubicBezTo>
                  <a:cubicBezTo>
                    <a:pt x="69351" y="202"/>
                    <a:pt x="79257" y="2425"/>
                    <a:pt x="88338" y="6489"/>
                  </a:cubicBezTo>
                  <a:lnTo>
                    <a:pt x="84083" y="24650"/>
                  </a:lnTo>
                  <a:cubicBezTo>
                    <a:pt x="75130" y="20205"/>
                    <a:pt x="67002" y="18681"/>
                    <a:pt x="58620" y="18554"/>
                  </a:cubicBezTo>
                  <a:cubicBezTo>
                    <a:pt x="34807" y="18109"/>
                    <a:pt x="22679" y="39763"/>
                    <a:pt x="22361" y="60146"/>
                  </a:cubicBezTo>
                  <a:cubicBezTo>
                    <a:pt x="22107" y="74942"/>
                    <a:pt x="30807" y="83769"/>
                    <a:pt x="45285" y="84022"/>
                  </a:cubicBezTo>
                  <a:cubicBezTo>
                    <a:pt x="52460" y="84150"/>
                    <a:pt x="61096" y="83007"/>
                    <a:pt x="71510" y="79260"/>
                  </a:cubicBezTo>
                  <a:lnTo>
                    <a:pt x="67002" y="98691"/>
                  </a:lnTo>
                  <a:cubicBezTo>
                    <a:pt x="58556" y="101421"/>
                    <a:pt x="50301" y="102564"/>
                    <a:pt x="41157" y="102438"/>
                  </a:cubicBezTo>
                  <a:cubicBezTo>
                    <a:pt x="15376" y="101993"/>
                    <a:pt x="-435" y="85610"/>
                    <a:pt x="9" y="61226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896965C-6A0A-481A-A254-D250FFF2AA2C}"/>
                </a:ext>
              </a:extLst>
            </p:cNvPr>
            <p:cNvSpPr/>
            <p:nvPr/>
          </p:nvSpPr>
          <p:spPr>
            <a:xfrm>
              <a:off x="5136219" y="6362689"/>
              <a:ext cx="96539" cy="102382"/>
            </a:xfrm>
            <a:custGeom>
              <a:avLst/>
              <a:gdLst>
                <a:gd name="connsiteX0" fmla="*/ 10 w 96539"/>
                <a:gd name="connsiteY0" fmla="*/ 63447 h 102382"/>
                <a:gd name="connsiteX1" fmla="*/ 57604 w 96539"/>
                <a:gd name="connsiteY1" fmla="*/ 10 h 102382"/>
                <a:gd name="connsiteX2" fmla="*/ 96530 w 96539"/>
                <a:gd name="connsiteY2" fmla="*/ 38936 h 102382"/>
                <a:gd name="connsiteX3" fmla="*/ 38935 w 96539"/>
                <a:gd name="connsiteY3" fmla="*/ 102372 h 102382"/>
                <a:gd name="connsiteX4" fmla="*/ 10 w 96539"/>
                <a:gd name="connsiteY4" fmla="*/ 63447 h 102382"/>
                <a:gd name="connsiteX5" fmla="*/ 74241 w 96539"/>
                <a:gd name="connsiteY5" fmla="*/ 39889 h 102382"/>
                <a:gd name="connsiteX6" fmla="*/ 55826 w 96539"/>
                <a:gd name="connsiteY6" fmla="*/ 18807 h 102382"/>
                <a:gd name="connsiteX7" fmla="*/ 22425 w 96539"/>
                <a:gd name="connsiteY7" fmla="*/ 62431 h 102382"/>
                <a:gd name="connsiteX8" fmla="*/ 40840 w 96539"/>
                <a:gd name="connsiteY8" fmla="*/ 83513 h 102382"/>
                <a:gd name="connsiteX9" fmla="*/ 74241 w 96539"/>
                <a:gd name="connsiteY9" fmla="*/ 39889 h 102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539" h="102382">
                  <a:moveTo>
                    <a:pt x="10" y="63447"/>
                  </a:moveTo>
                  <a:cubicBezTo>
                    <a:pt x="518" y="33602"/>
                    <a:pt x="19504" y="-688"/>
                    <a:pt x="57604" y="10"/>
                  </a:cubicBezTo>
                  <a:cubicBezTo>
                    <a:pt x="82560" y="455"/>
                    <a:pt x="96974" y="15251"/>
                    <a:pt x="96530" y="38936"/>
                  </a:cubicBezTo>
                  <a:cubicBezTo>
                    <a:pt x="96022" y="68781"/>
                    <a:pt x="77035" y="103071"/>
                    <a:pt x="38935" y="102372"/>
                  </a:cubicBezTo>
                  <a:cubicBezTo>
                    <a:pt x="14170" y="101928"/>
                    <a:pt x="-435" y="87259"/>
                    <a:pt x="10" y="63447"/>
                  </a:cubicBezTo>
                  <a:close/>
                  <a:moveTo>
                    <a:pt x="74241" y="39889"/>
                  </a:moveTo>
                  <a:cubicBezTo>
                    <a:pt x="74495" y="25919"/>
                    <a:pt x="67891" y="18997"/>
                    <a:pt x="55826" y="18807"/>
                  </a:cubicBezTo>
                  <a:cubicBezTo>
                    <a:pt x="31188" y="18362"/>
                    <a:pt x="22679" y="47127"/>
                    <a:pt x="22425" y="62431"/>
                  </a:cubicBezTo>
                  <a:cubicBezTo>
                    <a:pt x="22171" y="76401"/>
                    <a:pt x="28775" y="83322"/>
                    <a:pt x="40840" y="83513"/>
                  </a:cubicBezTo>
                  <a:cubicBezTo>
                    <a:pt x="65478" y="83957"/>
                    <a:pt x="73987" y="55192"/>
                    <a:pt x="74241" y="39889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4">
              <a:extLst>
                <a:ext uri="{FF2B5EF4-FFF2-40B4-BE49-F238E27FC236}">
                  <a16:creationId xmlns:a16="http://schemas.microsoft.com/office/drawing/2014/main" id="{89B2D99A-81F8-4AB3-8534-7151923E86B7}"/>
                </a:ext>
              </a:extLst>
            </p:cNvPr>
            <p:cNvSpPr/>
            <p:nvPr/>
          </p:nvSpPr>
          <p:spPr>
            <a:xfrm>
              <a:off x="5244686" y="6362437"/>
              <a:ext cx="152325" cy="101799"/>
            </a:xfrm>
            <a:custGeom>
              <a:avLst/>
              <a:gdLst>
                <a:gd name="connsiteX0" fmla="*/ 22670 w 152325"/>
                <a:gd name="connsiteY0" fmla="*/ 1152 h 101799"/>
                <a:gd name="connsiteX1" fmla="*/ 43498 w 152325"/>
                <a:gd name="connsiteY1" fmla="*/ 1533 h 101799"/>
                <a:gd name="connsiteX2" fmla="*/ 38545 w 152325"/>
                <a:gd name="connsiteY2" fmla="*/ 19884 h 101799"/>
                <a:gd name="connsiteX3" fmla="*/ 38735 w 152325"/>
                <a:gd name="connsiteY3" fmla="*/ 19884 h 101799"/>
                <a:gd name="connsiteX4" fmla="*/ 70803 w 152325"/>
                <a:gd name="connsiteY4" fmla="*/ 9 h 101799"/>
                <a:gd name="connsiteX5" fmla="*/ 95187 w 152325"/>
                <a:gd name="connsiteY5" fmla="*/ 19821 h 101799"/>
                <a:gd name="connsiteX6" fmla="*/ 95377 w 152325"/>
                <a:gd name="connsiteY6" fmla="*/ 19821 h 101799"/>
                <a:gd name="connsiteX7" fmla="*/ 127635 w 152325"/>
                <a:gd name="connsiteY7" fmla="*/ 1025 h 101799"/>
                <a:gd name="connsiteX8" fmla="*/ 150432 w 152325"/>
                <a:gd name="connsiteY8" fmla="*/ 37982 h 101799"/>
                <a:gd name="connsiteX9" fmla="*/ 133795 w 152325"/>
                <a:gd name="connsiteY9" fmla="*/ 101799 h 101799"/>
                <a:gd name="connsiteX10" fmla="*/ 111951 w 152325"/>
                <a:gd name="connsiteY10" fmla="*/ 101418 h 101799"/>
                <a:gd name="connsiteX11" fmla="*/ 127953 w 152325"/>
                <a:gd name="connsiteY11" fmla="*/ 39950 h 101799"/>
                <a:gd name="connsiteX12" fmla="*/ 117412 w 152325"/>
                <a:gd name="connsiteY12" fmla="*/ 19757 h 101799"/>
                <a:gd name="connsiteX13" fmla="*/ 91440 w 152325"/>
                <a:gd name="connsiteY13" fmla="*/ 45983 h 101799"/>
                <a:gd name="connsiteX14" fmla="*/ 77915 w 152325"/>
                <a:gd name="connsiteY14" fmla="*/ 100847 h 101799"/>
                <a:gd name="connsiteX15" fmla="*/ 55943 w 152325"/>
                <a:gd name="connsiteY15" fmla="*/ 100466 h 101799"/>
                <a:gd name="connsiteX16" fmla="*/ 71184 w 152325"/>
                <a:gd name="connsiteY16" fmla="*/ 38934 h 101799"/>
                <a:gd name="connsiteX17" fmla="*/ 60579 w 152325"/>
                <a:gd name="connsiteY17" fmla="*/ 18741 h 101799"/>
                <a:gd name="connsiteX18" fmla="*/ 34607 w 152325"/>
                <a:gd name="connsiteY18" fmla="*/ 44967 h 101799"/>
                <a:gd name="connsiteX19" fmla="*/ 21844 w 152325"/>
                <a:gd name="connsiteY19" fmla="*/ 99831 h 101799"/>
                <a:gd name="connsiteX20" fmla="*/ 0 w 152325"/>
                <a:gd name="connsiteY20" fmla="*/ 99450 h 101799"/>
                <a:gd name="connsiteX21" fmla="*/ 22796 w 152325"/>
                <a:gd name="connsiteY21" fmla="*/ 1215 h 101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2325" h="101799">
                  <a:moveTo>
                    <a:pt x="22670" y="1152"/>
                  </a:moveTo>
                  <a:lnTo>
                    <a:pt x="43498" y="1533"/>
                  </a:lnTo>
                  <a:cubicBezTo>
                    <a:pt x="42482" y="6422"/>
                    <a:pt x="40767" y="13280"/>
                    <a:pt x="38545" y="19884"/>
                  </a:cubicBezTo>
                  <a:lnTo>
                    <a:pt x="38735" y="19884"/>
                  </a:lnTo>
                  <a:cubicBezTo>
                    <a:pt x="45085" y="8009"/>
                    <a:pt x="55817" y="-309"/>
                    <a:pt x="70803" y="9"/>
                  </a:cubicBezTo>
                  <a:cubicBezTo>
                    <a:pt x="85027" y="263"/>
                    <a:pt x="94107" y="7883"/>
                    <a:pt x="95187" y="19821"/>
                  </a:cubicBezTo>
                  <a:lnTo>
                    <a:pt x="95377" y="19821"/>
                  </a:lnTo>
                  <a:cubicBezTo>
                    <a:pt x="102426" y="9216"/>
                    <a:pt x="113221" y="771"/>
                    <a:pt x="127635" y="1025"/>
                  </a:cubicBezTo>
                  <a:cubicBezTo>
                    <a:pt x="147638" y="1406"/>
                    <a:pt x="156528" y="14741"/>
                    <a:pt x="150432" y="37982"/>
                  </a:cubicBezTo>
                  <a:lnTo>
                    <a:pt x="133795" y="101799"/>
                  </a:lnTo>
                  <a:lnTo>
                    <a:pt x="111951" y="101418"/>
                  </a:lnTo>
                  <a:lnTo>
                    <a:pt x="127953" y="39950"/>
                  </a:lnTo>
                  <a:cubicBezTo>
                    <a:pt x="131445" y="26869"/>
                    <a:pt x="128778" y="19948"/>
                    <a:pt x="117412" y="19757"/>
                  </a:cubicBezTo>
                  <a:cubicBezTo>
                    <a:pt x="105220" y="19567"/>
                    <a:pt x="95568" y="29600"/>
                    <a:pt x="91440" y="45983"/>
                  </a:cubicBezTo>
                  <a:lnTo>
                    <a:pt x="77915" y="100847"/>
                  </a:lnTo>
                  <a:lnTo>
                    <a:pt x="55943" y="100466"/>
                  </a:lnTo>
                  <a:lnTo>
                    <a:pt x="71184" y="38934"/>
                  </a:lnTo>
                  <a:cubicBezTo>
                    <a:pt x="74485" y="25853"/>
                    <a:pt x="71818" y="18932"/>
                    <a:pt x="60579" y="18741"/>
                  </a:cubicBezTo>
                  <a:cubicBezTo>
                    <a:pt x="48514" y="18551"/>
                    <a:pt x="38418" y="28520"/>
                    <a:pt x="34607" y="44967"/>
                  </a:cubicBezTo>
                  <a:lnTo>
                    <a:pt x="21844" y="99831"/>
                  </a:lnTo>
                  <a:lnTo>
                    <a:pt x="0" y="99450"/>
                  </a:lnTo>
                  <a:lnTo>
                    <a:pt x="22796" y="1215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0" name="Graphic 5">
            <a:extLst>
              <a:ext uri="{FF2B5EF4-FFF2-40B4-BE49-F238E27FC236}">
                <a16:creationId xmlns:a16="http://schemas.microsoft.com/office/drawing/2014/main" id="{B03B2D53-07C3-4D83-8AA4-DB07A6CBBE0C}"/>
              </a:ext>
            </a:extLst>
          </p:cNvPr>
          <p:cNvGrpSpPr/>
          <p:nvPr userDrawn="1"/>
        </p:nvGrpSpPr>
        <p:grpSpPr>
          <a:xfrm>
            <a:off x="757872" y="2481643"/>
            <a:ext cx="1711578" cy="1711578"/>
            <a:chOff x="4834985" y="2481643"/>
            <a:chExt cx="1711578" cy="1711578"/>
          </a:xfrm>
        </p:grpSpPr>
        <p:grpSp>
          <p:nvGrpSpPr>
            <p:cNvPr id="81" name="Graphic 5">
              <a:extLst>
                <a:ext uri="{FF2B5EF4-FFF2-40B4-BE49-F238E27FC236}">
                  <a16:creationId xmlns:a16="http://schemas.microsoft.com/office/drawing/2014/main" id="{7CF269F6-C98C-438E-A978-60F11CC0AFBE}"/>
                </a:ext>
              </a:extLst>
            </p:cNvPr>
            <p:cNvGrpSpPr/>
            <p:nvPr/>
          </p:nvGrpSpPr>
          <p:grpSpPr>
            <a:xfrm>
              <a:off x="5009102" y="2645727"/>
              <a:ext cx="1385188" cy="1386649"/>
              <a:chOff x="5009102" y="2645727"/>
              <a:chExt cx="1385188" cy="1386649"/>
            </a:xfrm>
            <a:solidFill>
              <a:srgbClr val="FFFFFF"/>
            </a:solidFill>
          </p:grpSpPr>
          <p:sp>
            <p:nvSpPr>
              <p:cNvPr id="84" name="Freeform: Shape 78">
                <a:extLst>
                  <a:ext uri="{FF2B5EF4-FFF2-40B4-BE49-F238E27FC236}">
                    <a16:creationId xmlns:a16="http://schemas.microsoft.com/office/drawing/2014/main" id="{413DF7BE-865E-4E75-A1D8-D3C288A80C51}"/>
                  </a:ext>
                </a:extLst>
              </p:cNvPr>
              <p:cNvSpPr/>
              <p:nvPr/>
            </p:nvSpPr>
            <p:spPr>
              <a:xfrm>
                <a:off x="5583586" y="2645727"/>
                <a:ext cx="236664" cy="236791"/>
              </a:xfrm>
              <a:custGeom>
                <a:avLst/>
                <a:gdLst>
                  <a:gd name="connsiteX0" fmla="*/ 56388 w 236664"/>
                  <a:gd name="connsiteY0" fmla="*/ 90170 h 236791"/>
                  <a:gd name="connsiteX1" fmla="*/ 155004 w 236664"/>
                  <a:gd name="connsiteY1" fmla="*/ 90170 h 236791"/>
                  <a:gd name="connsiteX2" fmla="*/ 174752 w 236664"/>
                  <a:gd name="connsiteY2" fmla="*/ 70421 h 236791"/>
                  <a:gd name="connsiteX3" fmla="*/ 155004 w 236664"/>
                  <a:gd name="connsiteY3" fmla="*/ 50673 h 236791"/>
                  <a:gd name="connsiteX4" fmla="*/ 56388 w 236664"/>
                  <a:gd name="connsiteY4" fmla="*/ 50673 h 236791"/>
                  <a:gd name="connsiteX5" fmla="*/ 56388 w 236664"/>
                  <a:gd name="connsiteY5" fmla="*/ 90170 h 236791"/>
                  <a:gd name="connsiteX6" fmla="*/ 56388 w 236664"/>
                  <a:gd name="connsiteY6" fmla="*/ 185992 h 236791"/>
                  <a:gd name="connsiteX7" fmla="*/ 157924 w 236664"/>
                  <a:gd name="connsiteY7" fmla="*/ 185992 h 236791"/>
                  <a:gd name="connsiteX8" fmla="*/ 180404 w 236664"/>
                  <a:gd name="connsiteY8" fmla="*/ 163386 h 236791"/>
                  <a:gd name="connsiteX9" fmla="*/ 157924 w 236664"/>
                  <a:gd name="connsiteY9" fmla="*/ 140843 h 236791"/>
                  <a:gd name="connsiteX10" fmla="*/ 56388 w 236664"/>
                  <a:gd name="connsiteY10" fmla="*/ 140843 h 236791"/>
                  <a:gd name="connsiteX11" fmla="*/ 56388 w 236664"/>
                  <a:gd name="connsiteY11" fmla="*/ 185928 h 236791"/>
                  <a:gd name="connsiteX12" fmla="*/ 214948 w 236664"/>
                  <a:gd name="connsiteY12" fmla="*/ 113411 h 236791"/>
                  <a:gd name="connsiteX13" fmla="*/ 236665 w 236664"/>
                  <a:gd name="connsiteY13" fmla="*/ 164910 h 236791"/>
                  <a:gd name="connsiteX14" fmla="*/ 164910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88 h 236791"/>
                  <a:gd name="connsiteX19" fmla="*/ 214948 w 236664"/>
                  <a:gd name="connsiteY19" fmla="*/ 113474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170"/>
                    </a:moveTo>
                    <a:lnTo>
                      <a:pt x="155004" y="90170"/>
                    </a:lnTo>
                    <a:cubicBezTo>
                      <a:pt x="165862" y="90170"/>
                      <a:pt x="174752" y="81343"/>
                      <a:pt x="174752" y="70421"/>
                    </a:cubicBezTo>
                    <a:cubicBezTo>
                      <a:pt x="174752" y="59499"/>
                      <a:pt x="165862" y="50673"/>
                      <a:pt x="155004" y="50673"/>
                    </a:cubicBezTo>
                    <a:lnTo>
                      <a:pt x="56388" y="50673"/>
                    </a:lnTo>
                    <a:lnTo>
                      <a:pt x="56388" y="90170"/>
                    </a:lnTo>
                    <a:close/>
                    <a:moveTo>
                      <a:pt x="56388" y="185992"/>
                    </a:moveTo>
                    <a:lnTo>
                      <a:pt x="157924" y="185992"/>
                    </a:lnTo>
                    <a:cubicBezTo>
                      <a:pt x="170371" y="185992"/>
                      <a:pt x="180404" y="175895"/>
                      <a:pt x="180404" y="163386"/>
                    </a:cubicBezTo>
                    <a:cubicBezTo>
                      <a:pt x="180404" y="150876"/>
                      <a:pt x="170371" y="140843"/>
                      <a:pt x="157924" y="140843"/>
                    </a:cubicBezTo>
                    <a:lnTo>
                      <a:pt x="56388" y="140843"/>
                    </a:lnTo>
                    <a:lnTo>
                      <a:pt x="56388" y="185928"/>
                    </a:lnTo>
                    <a:close/>
                    <a:moveTo>
                      <a:pt x="214948" y="113411"/>
                    </a:moveTo>
                    <a:cubicBezTo>
                      <a:pt x="228346" y="126492"/>
                      <a:pt x="236665" y="144717"/>
                      <a:pt x="236665" y="164910"/>
                    </a:cubicBezTo>
                    <a:cubicBezTo>
                      <a:pt x="236665" y="204533"/>
                      <a:pt x="204534" y="236728"/>
                      <a:pt x="164910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16" y="64"/>
                      <a:pt x="231077" y="30988"/>
                      <a:pt x="231077" y="69088"/>
                    </a:cubicBezTo>
                    <a:cubicBezTo>
                      <a:pt x="231077" y="85979"/>
                      <a:pt x="224980" y="101473"/>
                      <a:pt x="214948" y="1134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79">
                <a:extLst>
                  <a:ext uri="{FF2B5EF4-FFF2-40B4-BE49-F238E27FC236}">
                    <a16:creationId xmlns:a16="http://schemas.microsoft.com/office/drawing/2014/main" id="{BEBADCC9-D13D-4F76-A4C1-23402B4CC524}"/>
                  </a:ext>
                </a:extLst>
              </p:cNvPr>
              <p:cNvSpPr/>
              <p:nvPr/>
            </p:nvSpPr>
            <p:spPr>
              <a:xfrm>
                <a:off x="5544914" y="2927667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5 w 291592"/>
                  <a:gd name="connsiteY3" fmla="*/ 197295 h 236727"/>
                  <a:gd name="connsiteX4" fmla="*/ 60515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33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5" y="197295"/>
                    </a:lnTo>
                    <a:lnTo>
                      <a:pt x="60515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33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: Shape 80">
                <a:extLst>
                  <a:ext uri="{FF2B5EF4-FFF2-40B4-BE49-F238E27FC236}">
                    <a16:creationId xmlns:a16="http://schemas.microsoft.com/office/drawing/2014/main" id="{194EE38B-32D7-426C-B64A-A64C64DD72B1}"/>
                  </a:ext>
                </a:extLst>
              </p:cNvPr>
              <p:cNvSpPr/>
              <p:nvPr/>
            </p:nvSpPr>
            <p:spPr>
              <a:xfrm>
                <a:off x="5542438" y="3215195"/>
                <a:ext cx="296481" cy="236664"/>
              </a:xfrm>
              <a:custGeom>
                <a:avLst/>
                <a:gdLst>
                  <a:gd name="connsiteX0" fmla="*/ 228663 w 296481"/>
                  <a:gd name="connsiteY0" fmla="*/ 0 h 236664"/>
                  <a:gd name="connsiteX1" fmla="*/ 296482 w 296481"/>
                  <a:gd name="connsiteY1" fmla="*/ 0 h 236664"/>
                  <a:gd name="connsiteX2" fmla="*/ 176466 w 296481"/>
                  <a:gd name="connsiteY2" fmla="*/ 154114 h 236664"/>
                  <a:gd name="connsiteX3" fmla="*/ 176466 w 296481"/>
                  <a:gd name="connsiteY3" fmla="*/ 236664 h 236664"/>
                  <a:gd name="connsiteX4" fmla="*/ 120079 w 296481"/>
                  <a:gd name="connsiteY4" fmla="*/ 236664 h 236664"/>
                  <a:gd name="connsiteX5" fmla="*/ 120079 w 296481"/>
                  <a:gd name="connsiteY5" fmla="*/ 154114 h 236664"/>
                  <a:gd name="connsiteX6" fmla="*/ 0 w 296481"/>
                  <a:gd name="connsiteY6" fmla="*/ 0 h 236664"/>
                  <a:gd name="connsiteX7" fmla="*/ 67818 w 296481"/>
                  <a:gd name="connsiteY7" fmla="*/ 0 h 236664"/>
                  <a:gd name="connsiteX8" fmla="*/ 148272 w 296481"/>
                  <a:gd name="connsiteY8" fmla="*/ 107760 h 236664"/>
                  <a:gd name="connsiteX9" fmla="*/ 228663 w 296481"/>
                  <a:gd name="connsiteY9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481" h="236664">
                    <a:moveTo>
                      <a:pt x="228663" y="0"/>
                    </a:moveTo>
                    <a:lnTo>
                      <a:pt x="296482" y="0"/>
                    </a:lnTo>
                    <a:lnTo>
                      <a:pt x="176466" y="154114"/>
                    </a:lnTo>
                    <a:lnTo>
                      <a:pt x="176466" y="236664"/>
                    </a:lnTo>
                    <a:lnTo>
                      <a:pt x="120079" y="236664"/>
                    </a:lnTo>
                    <a:lnTo>
                      <a:pt x="120079" y="154114"/>
                    </a:lnTo>
                    <a:lnTo>
                      <a:pt x="0" y="0"/>
                    </a:lnTo>
                    <a:lnTo>
                      <a:pt x="67818" y="0"/>
                    </a:lnTo>
                    <a:lnTo>
                      <a:pt x="148272" y="107760"/>
                    </a:lnTo>
                    <a:lnTo>
                      <a:pt x="228663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: Shape 81">
                <a:extLst>
                  <a:ext uri="{FF2B5EF4-FFF2-40B4-BE49-F238E27FC236}">
                    <a16:creationId xmlns:a16="http://schemas.microsoft.com/office/drawing/2014/main" id="{77B4F068-3F95-4FA3-A04D-232D5180FFEE}"/>
                  </a:ext>
                </a:extLst>
              </p:cNvPr>
              <p:cNvSpPr/>
              <p:nvPr/>
            </p:nvSpPr>
            <p:spPr>
              <a:xfrm>
                <a:off x="5870733" y="3215195"/>
                <a:ext cx="214185" cy="236664"/>
              </a:xfrm>
              <a:custGeom>
                <a:avLst/>
                <a:gdLst>
                  <a:gd name="connsiteX0" fmla="*/ 214186 w 214185"/>
                  <a:gd name="connsiteY0" fmla="*/ 0 h 236664"/>
                  <a:gd name="connsiteX1" fmla="*/ 214186 w 214185"/>
                  <a:gd name="connsiteY1" fmla="*/ 50737 h 236664"/>
                  <a:gd name="connsiteX2" fmla="*/ 56388 w 214185"/>
                  <a:gd name="connsiteY2" fmla="*/ 50737 h 236664"/>
                  <a:gd name="connsiteX3" fmla="*/ 56388 w 214185"/>
                  <a:gd name="connsiteY3" fmla="*/ 90170 h 236664"/>
                  <a:gd name="connsiteX4" fmla="*/ 208534 w 214185"/>
                  <a:gd name="connsiteY4" fmla="*/ 90170 h 236664"/>
                  <a:gd name="connsiteX5" fmla="*/ 208534 w 214185"/>
                  <a:gd name="connsiteY5" fmla="*/ 140843 h 236664"/>
                  <a:gd name="connsiteX6" fmla="*/ 56388 w 214185"/>
                  <a:gd name="connsiteY6" fmla="*/ 140843 h 236664"/>
                  <a:gd name="connsiteX7" fmla="*/ 56388 w 214185"/>
                  <a:gd name="connsiteY7" fmla="*/ 185992 h 236664"/>
                  <a:gd name="connsiteX8" fmla="*/ 214186 w 214185"/>
                  <a:gd name="connsiteY8" fmla="*/ 185992 h 236664"/>
                  <a:gd name="connsiteX9" fmla="*/ 214186 w 214185"/>
                  <a:gd name="connsiteY9" fmla="*/ 236664 h 236664"/>
                  <a:gd name="connsiteX10" fmla="*/ 0 w 214185"/>
                  <a:gd name="connsiteY10" fmla="*/ 236664 h 236664"/>
                  <a:gd name="connsiteX11" fmla="*/ 0 w 214185"/>
                  <a:gd name="connsiteY11" fmla="*/ 0 h 236664"/>
                  <a:gd name="connsiteX12" fmla="*/ 214186 w 214185"/>
                  <a:gd name="connsiteY12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664">
                    <a:moveTo>
                      <a:pt x="214186" y="0"/>
                    </a:moveTo>
                    <a:lnTo>
                      <a:pt x="214186" y="50737"/>
                    </a:lnTo>
                    <a:lnTo>
                      <a:pt x="56388" y="50737"/>
                    </a:lnTo>
                    <a:lnTo>
                      <a:pt x="56388" y="90170"/>
                    </a:lnTo>
                    <a:lnTo>
                      <a:pt x="208534" y="90170"/>
                    </a:lnTo>
                    <a:lnTo>
                      <a:pt x="208534" y="140843"/>
                    </a:lnTo>
                    <a:lnTo>
                      <a:pt x="56388" y="140843"/>
                    </a:lnTo>
                    <a:lnTo>
                      <a:pt x="56388" y="185992"/>
                    </a:lnTo>
                    <a:lnTo>
                      <a:pt x="214186" y="185992"/>
                    </a:lnTo>
                    <a:lnTo>
                      <a:pt x="214186" y="236664"/>
                    </a:lnTo>
                    <a:lnTo>
                      <a:pt x="0" y="236664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2">
                <a:extLst>
                  <a:ext uri="{FF2B5EF4-FFF2-40B4-BE49-F238E27FC236}">
                    <a16:creationId xmlns:a16="http://schemas.microsoft.com/office/drawing/2014/main" id="{914B37FE-5DDB-416A-B45D-2608930C85CC}"/>
                  </a:ext>
                </a:extLst>
              </p:cNvPr>
              <p:cNvSpPr/>
              <p:nvPr/>
            </p:nvSpPr>
            <p:spPr>
              <a:xfrm>
                <a:off x="6160357" y="3215132"/>
                <a:ext cx="233933" cy="236727"/>
              </a:xfrm>
              <a:custGeom>
                <a:avLst/>
                <a:gdLst>
                  <a:gd name="connsiteX0" fmla="*/ 98679 w 233933"/>
                  <a:gd name="connsiteY0" fmla="*/ 146558 h 236727"/>
                  <a:gd name="connsiteX1" fmla="*/ 56388 w 233933"/>
                  <a:gd name="connsiteY1" fmla="*/ 146558 h 236727"/>
                  <a:gd name="connsiteX2" fmla="*/ 56388 w 233933"/>
                  <a:gd name="connsiteY2" fmla="*/ 236728 h 236727"/>
                  <a:gd name="connsiteX3" fmla="*/ 0 w 233933"/>
                  <a:gd name="connsiteY3" fmla="*/ 236728 h 236727"/>
                  <a:gd name="connsiteX4" fmla="*/ 0 w 233933"/>
                  <a:gd name="connsiteY4" fmla="*/ 0 h 236727"/>
                  <a:gd name="connsiteX5" fmla="*/ 143954 w 233933"/>
                  <a:gd name="connsiteY5" fmla="*/ 0 h 236727"/>
                  <a:gd name="connsiteX6" fmla="*/ 217043 w 233933"/>
                  <a:gd name="connsiteY6" fmla="*/ 73342 h 236727"/>
                  <a:gd name="connsiteX7" fmla="*/ 164465 w 233933"/>
                  <a:gd name="connsiteY7" fmla="*/ 143701 h 236727"/>
                  <a:gd name="connsiteX8" fmla="*/ 233934 w 233933"/>
                  <a:gd name="connsiteY8" fmla="*/ 236728 h 236727"/>
                  <a:gd name="connsiteX9" fmla="*/ 166307 w 233933"/>
                  <a:gd name="connsiteY9" fmla="*/ 236728 h 236727"/>
                  <a:gd name="connsiteX10" fmla="*/ 98679 w 233933"/>
                  <a:gd name="connsiteY10" fmla="*/ 146558 h 236727"/>
                  <a:gd name="connsiteX11" fmla="*/ 138239 w 233933"/>
                  <a:gd name="connsiteY11" fmla="*/ 50736 h 236727"/>
                  <a:gd name="connsiteX12" fmla="*/ 56388 w 233933"/>
                  <a:gd name="connsiteY12" fmla="*/ 50736 h 236727"/>
                  <a:gd name="connsiteX13" fmla="*/ 56388 w 233933"/>
                  <a:gd name="connsiteY13" fmla="*/ 95821 h 236727"/>
                  <a:gd name="connsiteX14" fmla="*/ 138239 w 233933"/>
                  <a:gd name="connsiteY14" fmla="*/ 95821 h 236727"/>
                  <a:gd name="connsiteX15" fmla="*/ 160655 w 233933"/>
                  <a:gd name="connsiteY15" fmla="*/ 73279 h 236727"/>
                  <a:gd name="connsiteX16" fmla="*/ 138239 w 233933"/>
                  <a:gd name="connsiteY16" fmla="*/ 50736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3933" h="236727">
                    <a:moveTo>
                      <a:pt x="98679" y="146558"/>
                    </a:moveTo>
                    <a:lnTo>
                      <a:pt x="56388" y="146558"/>
                    </a:lnTo>
                    <a:lnTo>
                      <a:pt x="56388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143954" y="0"/>
                    </a:lnTo>
                    <a:cubicBezTo>
                      <a:pt x="184341" y="127"/>
                      <a:pt x="217043" y="32893"/>
                      <a:pt x="217043" y="73342"/>
                    </a:cubicBezTo>
                    <a:cubicBezTo>
                      <a:pt x="217043" y="106680"/>
                      <a:pt x="194945" y="134810"/>
                      <a:pt x="164465" y="143701"/>
                    </a:cubicBezTo>
                    <a:lnTo>
                      <a:pt x="233934" y="236728"/>
                    </a:lnTo>
                    <a:lnTo>
                      <a:pt x="166307" y="236728"/>
                    </a:lnTo>
                    <a:lnTo>
                      <a:pt x="98679" y="146558"/>
                    </a:lnTo>
                    <a:close/>
                    <a:moveTo>
                      <a:pt x="138239" y="50736"/>
                    </a:moveTo>
                    <a:lnTo>
                      <a:pt x="56388" y="50736"/>
                    </a:lnTo>
                    <a:lnTo>
                      <a:pt x="56388" y="95821"/>
                    </a:lnTo>
                    <a:lnTo>
                      <a:pt x="138239" y="95821"/>
                    </a:lnTo>
                    <a:cubicBezTo>
                      <a:pt x="150622" y="95758"/>
                      <a:pt x="160655" y="85661"/>
                      <a:pt x="160655" y="73279"/>
                    </a:cubicBezTo>
                    <a:cubicBezTo>
                      <a:pt x="160655" y="60896"/>
                      <a:pt x="150622" y="50800"/>
                      <a:pt x="138239" y="507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3">
                <a:extLst>
                  <a:ext uri="{FF2B5EF4-FFF2-40B4-BE49-F238E27FC236}">
                    <a16:creationId xmlns:a16="http://schemas.microsoft.com/office/drawing/2014/main" id="{F835B766-117F-4FCC-BE33-C8CEFA70254E}"/>
                  </a:ext>
                </a:extLst>
              </p:cNvPr>
              <p:cNvSpPr/>
              <p:nvPr/>
            </p:nvSpPr>
            <p:spPr>
              <a:xfrm>
                <a:off x="5277198" y="3215132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6 w 291592"/>
                  <a:gd name="connsiteY3" fmla="*/ 197295 h 236727"/>
                  <a:gd name="connsiteX4" fmla="*/ 60516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96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6" y="197295"/>
                    </a:lnTo>
                    <a:lnTo>
                      <a:pt x="60516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96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4">
                <a:extLst>
                  <a:ext uri="{FF2B5EF4-FFF2-40B4-BE49-F238E27FC236}">
                    <a16:creationId xmlns:a16="http://schemas.microsoft.com/office/drawing/2014/main" id="{9381A76D-16DA-4F25-A7DE-E181A0D7B11F}"/>
                  </a:ext>
                </a:extLst>
              </p:cNvPr>
              <p:cNvSpPr/>
              <p:nvPr/>
            </p:nvSpPr>
            <p:spPr>
              <a:xfrm>
                <a:off x="5009102" y="3215258"/>
                <a:ext cx="236664" cy="236791"/>
              </a:xfrm>
              <a:custGeom>
                <a:avLst/>
                <a:gdLst>
                  <a:gd name="connsiteX0" fmla="*/ 56388 w 236664"/>
                  <a:gd name="connsiteY0" fmla="*/ 90233 h 236791"/>
                  <a:gd name="connsiteX1" fmla="*/ 155003 w 236664"/>
                  <a:gd name="connsiteY1" fmla="*/ 90233 h 236791"/>
                  <a:gd name="connsiteX2" fmla="*/ 174752 w 236664"/>
                  <a:gd name="connsiteY2" fmla="*/ 70485 h 236791"/>
                  <a:gd name="connsiteX3" fmla="*/ 155003 w 236664"/>
                  <a:gd name="connsiteY3" fmla="*/ 50737 h 236791"/>
                  <a:gd name="connsiteX4" fmla="*/ 56388 w 236664"/>
                  <a:gd name="connsiteY4" fmla="*/ 50737 h 236791"/>
                  <a:gd name="connsiteX5" fmla="*/ 56388 w 236664"/>
                  <a:gd name="connsiteY5" fmla="*/ 90170 h 236791"/>
                  <a:gd name="connsiteX6" fmla="*/ 56388 w 236664"/>
                  <a:gd name="connsiteY6" fmla="*/ 186055 h 236791"/>
                  <a:gd name="connsiteX7" fmla="*/ 157861 w 236664"/>
                  <a:gd name="connsiteY7" fmla="*/ 186055 h 236791"/>
                  <a:gd name="connsiteX8" fmla="*/ 180340 w 236664"/>
                  <a:gd name="connsiteY8" fmla="*/ 163449 h 236791"/>
                  <a:gd name="connsiteX9" fmla="*/ 157861 w 236664"/>
                  <a:gd name="connsiteY9" fmla="*/ 140907 h 236791"/>
                  <a:gd name="connsiteX10" fmla="*/ 56324 w 236664"/>
                  <a:gd name="connsiteY10" fmla="*/ 140907 h 236791"/>
                  <a:gd name="connsiteX11" fmla="*/ 56324 w 236664"/>
                  <a:gd name="connsiteY11" fmla="*/ 186055 h 236791"/>
                  <a:gd name="connsiteX12" fmla="*/ 214947 w 236664"/>
                  <a:gd name="connsiteY12" fmla="*/ 113411 h 236791"/>
                  <a:gd name="connsiteX13" fmla="*/ 236664 w 236664"/>
                  <a:gd name="connsiteY13" fmla="*/ 164910 h 236791"/>
                  <a:gd name="connsiteX14" fmla="*/ 164909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25 h 236791"/>
                  <a:gd name="connsiteX19" fmla="*/ 214884 w 236664"/>
                  <a:gd name="connsiteY19" fmla="*/ 113411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233"/>
                    </a:moveTo>
                    <a:lnTo>
                      <a:pt x="155003" y="90233"/>
                    </a:lnTo>
                    <a:cubicBezTo>
                      <a:pt x="165925" y="90233"/>
                      <a:pt x="174752" y="81407"/>
                      <a:pt x="174752" y="70485"/>
                    </a:cubicBezTo>
                    <a:cubicBezTo>
                      <a:pt x="174752" y="59563"/>
                      <a:pt x="165862" y="50737"/>
                      <a:pt x="155003" y="50737"/>
                    </a:cubicBezTo>
                    <a:lnTo>
                      <a:pt x="56388" y="50737"/>
                    </a:lnTo>
                    <a:cubicBezTo>
                      <a:pt x="56388" y="50737"/>
                      <a:pt x="56388" y="90170"/>
                      <a:pt x="56388" y="90170"/>
                    </a:cubicBezTo>
                    <a:close/>
                    <a:moveTo>
                      <a:pt x="56388" y="186055"/>
                    </a:moveTo>
                    <a:lnTo>
                      <a:pt x="157861" y="186055"/>
                    </a:lnTo>
                    <a:cubicBezTo>
                      <a:pt x="170307" y="186055"/>
                      <a:pt x="180340" y="175958"/>
                      <a:pt x="180340" y="163449"/>
                    </a:cubicBezTo>
                    <a:cubicBezTo>
                      <a:pt x="180340" y="150939"/>
                      <a:pt x="170307" y="140907"/>
                      <a:pt x="157861" y="140907"/>
                    </a:cubicBezTo>
                    <a:lnTo>
                      <a:pt x="56324" y="140907"/>
                    </a:lnTo>
                    <a:lnTo>
                      <a:pt x="56324" y="186055"/>
                    </a:lnTo>
                    <a:close/>
                    <a:moveTo>
                      <a:pt x="214947" y="113411"/>
                    </a:moveTo>
                    <a:cubicBezTo>
                      <a:pt x="228346" y="126492"/>
                      <a:pt x="236664" y="144717"/>
                      <a:pt x="236664" y="164910"/>
                    </a:cubicBezTo>
                    <a:cubicBezTo>
                      <a:pt x="236664" y="204533"/>
                      <a:pt x="204533" y="236728"/>
                      <a:pt x="164909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79" y="64"/>
                      <a:pt x="231077" y="30988"/>
                      <a:pt x="231077" y="69025"/>
                    </a:cubicBezTo>
                    <a:cubicBezTo>
                      <a:pt x="231077" y="85915"/>
                      <a:pt x="224980" y="101410"/>
                      <a:pt x="214884" y="1134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85">
                <a:extLst>
                  <a:ext uri="{FF2B5EF4-FFF2-40B4-BE49-F238E27FC236}">
                    <a16:creationId xmlns:a16="http://schemas.microsoft.com/office/drawing/2014/main" id="{673EB24F-33A2-4B3C-994F-C4AE079B9AC3}"/>
                  </a:ext>
                </a:extLst>
              </p:cNvPr>
              <p:cNvSpPr/>
              <p:nvPr/>
            </p:nvSpPr>
            <p:spPr>
              <a:xfrm>
                <a:off x="5583586" y="3502596"/>
                <a:ext cx="214185" cy="236727"/>
              </a:xfrm>
              <a:custGeom>
                <a:avLst/>
                <a:gdLst>
                  <a:gd name="connsiteX0" fmla="*/ 214186 w 214185"/>
                  <a:gd name="connsiteY0" fmla="*/ 0 h 236727"/>
                  <a:gd name="connsiteX1" fmla="*/ 214186 w 214185"/>
                  <a:gd name="connsiteY1" fmla="*/ 50736 h 236727"/>
                  <a:gd name="connsiteX2" fmla="*/ 56388 w 214185"/>
                  <a:gd name="connsiteY2" fmla="*/ 50736 h 236727"/>
                  <a:gd name="connsiteX3" fmla="*/ 56388 w 214185"/>
                  <a:gd name="connsiteY3" fmla="*/ 90233 h 236727"/>
                  <a:gd name="connsiteX4" fmla="*/ 208534 w 214185"/>
                  <a:gd name="connsiteY4" fmla="*/ 90170 h 236727"/>
                  <a:gd name="connsiteX5" fmla="*/ 208534 w 214185"/>
                  <a:gd name="connsiteY5" fmla="*/ 140907 h 236727"/>
                  <a:gd name="connsiteX6" fmla="*/ 56388 w 214185"/>
                  <a:gd name="connsiteY6" fmla="*/ 140907 h 236727"/>
                  <a:gd name="connsiteX7" fmla="*/ 56388 w 214185"/>
                  <a:gd name="connsiteY7" fmla="*/ 185991 h 236727"/>
                  <a:gd name="connsiteX8" fmla="*/ 214186 w 214185"/>
                  <a:gd name="connsiteY8" fmla="*/ 185991 h 236727"/>
                  <a:gd name="connsiteX9" fmla="*/ 214186 w 214185"/>
                  <a:gd name="connsiteY9" fmla="*/ 236728 h 236727"/>
                  <a:gd name="connsiteX10" fmla="*/ 0 w 214185"/>
                  <a:gd name="connsiteY10" fmla="*/ 236728 h 236727"/>
                  <a:gd name="connsiteX11" fmla="*/ 0 w 214185"/>
                  <a:gd name="connsiteY11" fmla="*/ 0 h 236727"/>
                  <a:gd name="connsiteX12" fmla="*/ 214186 w 214185"/>
                  <a:gd name="connsiteY12" fmla="*/ 0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727">
                    <a:moveTo>
                      <a:pt x="214186" y="0"/>
                    </a:moveTo>
                    <a:lnTo>
                      <a:pt x="214186" y="50736"/>
                    </a:lnTo>
                    <a:lnTo>
                      <a:pt x="56388" y="50736"/>
                    </a:lnTo>
                    <a:lnTo>
                      <a:pt x="56388" y="90233"/>
                    </a:lnTo>
                    <a:lnTo>
                      <a:pt x="208534" y="90170"/>
                    </a:lnTo>
                    <a:lnTo>
                      <a:pt x="208534" y="140907"/>
                    </a:lnTo>
                    <a:lnTo>
                      <a:pt x="56388" y="140907"/>
                    </a:lnTo>
                    <a:lnTo>
                      <a:pt x="56388" y="185991"/>
                    </a:lnTo>
                    <a:lnTo>
                      <a:pt x="214186" y="185991"/>
                    </a:lnTo>
                    <a:lnTo>
                      <a:pt x="214186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86">
                <a:extLst>
                  <a:ext uri="{FF2B5EF4-FFF2-40B4-BE49-F238E27FC236}">
                    <a16:creationId xmlns:a16="http://schemas.microsoft.com/office/drawing/2014/main" id="{3F74F269-B25F-45EB-B140-1C90A8E110A2}"/>
                  </a:ext>
                </a:extLst>
              </p:cNvPr>
              <p:cNvSpPr/>
              <p:nvPr/>
            </p:nvSpPr>
            <p:spPr>
              <a:xfrm>
                <a:off x="5583522" y="3795648"/>
                <a:ext cx="256540" cy="236728"/>
              </a:xfrm>
              <a:custGeom>
                <a:avLst/>
                <a:gdLst>
                  <a:gd name="connsiteX0" fmla="*/ 174688 w 256540"/>
                  <a:gd name="connsiteY0" fmla="*/ 73342 h 236728"/>
                  <a:gd name="connsiteX1" fmla="*/ 152337 w 256540"/>
                  <a:gd name="connsiteY1" fmla="*/ 50800 h 236728"/>
                  <a:gd name="connsiteX2" fmla="*/ 56388 w 256540"/>
                  <a:gd name="connsiteY2" fmla="*/ 50800 h 236728"/>
                  <a:gd name="connsiteX3" fmla="*/ 56388 w 256540"/>
                  <a:gd name="connsiteY3" fmla="*/ 95885 h 236728"/>
                  <a:gd name="connsiteX4" fmla="*/ 152337 w 256540"/>
                  <a:gd name="connsiteY4" fmla="*/ 95885 h 236728"/>
                  <a:gd name="connsiteX5" fmla="*/ 174688 w 256540"/>
                  <a:gd name="connsiteY5" fmla="*/ 73406 h 236728"/>
                  <a:gd name="connsiteX6" fmla="*/ 63 w 256540"/>
                  <a:gd name="connsiteY6" fmla="*/ 236728 h 236728"/>
                  <a:gd name="connsiteX7" fmla="*/ 63 w 256540"/>
                  <a:gd name="connsiteY7" fmla="*/ 0 h 236728"/>
                  <a:gd name="connsiteX8" fmla="*/ 158178 w 256540"/>
                  <a:gd name="connsiteY8" fmla="*/ 0 h 236728"/>
                  <a:gd name="connsiteX9" fmla="*/ 231013 w 256540"/>
                  <a:gd name="connsiteY9" fmla="*/ 73342 h 236728"/>
                  <a:gd name="connsiteX10" fmla="*/ 185420 w 256540"/>
                  <a:gd name="connsiteY10" fmla="*/ 141288 h 236728"/>
                  <a:gd name="connsiteX11" fmla="*/ 256540 w 256540"/>
                  <a:gd name="connsiteY11" fmla="*/ 236665 h 236728"/>
                  <a:gd name="connsiteX12" fmla="*/ 188849 w 256540"/>
                  <a:gd name="connsiteY12" fmla="*/ 236665 h 236728"/>
                  <a:gd name="connsiteX13" fmla="*/ 121222 w 256540"/>
                  <a:gd name="connsiteY13" fmla="*/ 146495 h 236728"/>
                  <a:gd name="connsiteX14" fmla="*/ 56388 w 256540"/>
                  <a:gd name="connsiteY14" fmla="*/ 146495 h 236728"/>
                  <a:gd name="connsiteX15" fmla="*/ 56388 w 256540"/>
                  <a:gd name="connsiteY15" fmla="*/ 236665 h 236728"/>
                  <a:gd name="connsiteX16" fmla="*/ 0 w 256540"/>
                  <a:gd name="connsiteY16" fmla="*/ 236665 h 236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6540" h="236728">
                    <a:moveTo>
                      <a:pt x="174688" y="73342"/>
                    </a:moveTo>
                    <a:cubicBezTo>
                      <a:pt x="174688" y="60897"/>
                      <a:pt x="164719" y="50864"/>
                      <a:pt x="152337" y="50800"/>
                    </a:cubicBezTo>
                    <a:lnTo>
                      <a:pt x="56388" y="50800"/>
                    </a:lnTo>
                    <a:lnTo>
                      <a:pt x="56388" y="95885"/>
                    </a:lnTo>
                    <a:lnTo>
                      <a:pt x="152337" y="95885"/>
                    </a:lnTo>
                    <a:cubicBezTo>
                      <a:pt x="164719" y="95758"/>
                      <a:pt x="174688" y="85725"/>
                      <a:pt x="174688" y="73406"/>
                    </a:cubicBezTo>
                    <a:close/>
                    <a:moveTo>
                      <a:pt x="63" y="236728"/>
                    </a:moveTo>
                    <a:lnTo>
                      <a:pt x="63" y="0"/>
                    </a:lnTo>
                    <a:lnTo>
                      <a:pt x="158178" y="0"/>
                    </a:lnTo>
                    <a:cubicBezTo>
                      <a:pt x="198438" y="254"/>
                      <a:pt x="231013" y="33020"/>
                      <a:pt x="231013" y="73342"/>
                    </a:cubicBezTo>
                    <a:cubicBezTo>
                      <a:pt x="231013" y="104013"/>
                      <a:pt x="212153" y="130366"/>
                      <a:pt x="185420" y="141288"/>
                    </a:cubicBezTo>
                    <a:lnTo>
                      <a:pt x="256540" y="236665"/>
                    </a:lnTo>
                    <a:lnTo>
                      <a:pt x="188849" y="236665"/>
                    </a:lnTo>
                    <a:lnTo>
                      <a:pt x="121222" y="146495"/>
                    </a:lnTo>
                    <a:lnTo>
                      <a:pt x="56388" y="146495"/>
                    </a:lnTo>
                    <a:lnTo>
                      <a:pt x="56388" y="236665"/>
                    </a:lnTo>
                    <a:lnTo>
                      <a:pt x="0" y="236665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82" name="Freeform: Shape 76">
              <a:extLst>
                <a:ext uri="{FF2B5EF4-FFF2-40B4-BE49-F238E27FC236}">
                  <a16:creationId xmlns:a16="http://schemas.microsoft.com/office/drawing/2014/main" id="{52578D44-E025-4327-B342-6F561381986D}"/>
                </a:ext>
              </a:extLst>
            </p:cNvPr>
            <p:cNvSpPr/>
            <p:nvPr/>
          </p:nvSpPr>
          <p:spPr>
            <a:xfrm>
              <a:off x="4836699" y="2481643"/>
              <a:ext cx="1709864" cy="1605470"/>
            </a:xfrm>
            <a:custGeom>
              <a:avLst/>
              <a:gdLst>
                <a:gd name="connsiteX0" fmla="*/ 1708150 w 1709864"/>
                <a:gd name="connsiteY0" fmla="*/ 802767 h 1605470"/>
                <a:gd name="connsiteX1" fmla="*/ 854075 w 1709864"/>
                <a:gd name="connsiteY1" fmla="*/ 0 h 1605470"/>
                <a:gd name="connsiteX2" fmla="*/ 0 w 1709864"/>
                <a:gd name="connsiteY2" fmla="*/ 802767 h 1605470"/>
                <a:gd name="connsiteX3" fmla="*/ 4890 w 1709864"/>
                <a:gd name="connsiteY3" fmla="*/ 856171 h 1605470"/>
                <a:gd name="connsiteX4" fmla="*/ 165100 w 1709864"/>
                <a:gd name="connsiteY4" fmla="*/ 1257300 h 1605470"/>
                <a:gd name="connsiteX5" fmla="*/ 854075 w 1709864"/>
                <a:gd name="connsiteY5" fmla="*/ 1605471 h 1605470"/>
                <a:gd name="connsiteX6" fmla="*/ 106235 w 1709864"/>
                <a:gd name="connsiteY6" fmla="*/ 908748 h 1605470"/>
                <a:gd name="connsiteX7" fmla="*/ 104331 w 1709864"/>
                <a:gd name="connsiteY7" fmla="*/ 855726 h 1605470"/>
                <a:gd name="connsiteX8" fmla="*/ 106235 w 1709864"/>
                <a:gd name="connsiteY8" fmla="*/ 802703 h 1605470"/>
                <a:gd name="connsiteX9" fmla="*/ 854075 w 1709864"/>
                <a:gd name="connsiteY9" fmla="*/ 105982 h 1605470"/>
                <a:gd name="connsiteX10" fmla="*/ 1543114 w 1709864"/>
                <a:gd name="connsiteY10" fmla="*/ 454279 h 1605470"/>
                <a:gd name="connsiteX11" fmla="*/ 1703261 w 1709864"/>
                <a:gd name="connsiteY11" fmla="*/ 856107 h 1605470"/>
                <a:gd name="connsiteX12" fmla="*/ 1708150 w 1709864"/>
                <a:gd name="connsiteY12" fmla="*/ 908685 h 1605470"/>
                <a:gd name="connsiteX13" fmla="*/ 1709864 w 1709864"/>
                <a:gd name="connsiteY13" fmla="*/ 855663 h 1605470"/>
                <a:gd name="connsiteX14" fmla="*/ 1708150 w 1709864"/>
                <a:gd name="connsiteY14" fmla="*/ 802640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08150" y="802767"/>
                  </a:moveTo>
                  <a:cubicBezTo>
                    <a:pt x="1680782" y="354838"/>
                    <a:pt x="1308862" y="0"/>
                    <a:pt x="854075" y="0"/>
                  </a:cubicBezTo>
                  <a:cubicBezTo>
                    <a:pt x="399288" y="0"/>
                    <a:pt x="27368" y="354838"/>
                    <a:pt x="0" y="802767"/>
                  </a:cubicBezTo>
                  <a:cubicBezTo>
                    <a:pt x="1080" y="820738"/>
                    <a:pt x="2731" y="838581"/>
                    <a:pt x="4890" y="856171"/>
                  </a:cubicBezTo>
                  <a:cubicBezTo>
                    <a:pt x="23368" y="1005141"/>
                    <a:pt x="80201" y="1142238"/>
                    <a:pt x="165100" y="1257300"/>
                  </a:cubicBezTo>
                  <a:cubicBezTo>
                    <a:pt x="320929" y="1468501"/>
                    <a:pt x="571500" y="1605471"/>
                    <a:pt x="854075" y="1605471"/>
                  </a:cubicBezTo>
                  <a:cubicBezTo>
                    <a:pt x="458470" y="1605471"/>
                    <a:pt x="133541" y="1297496"/>
                    <a:pt x="106235" y="908748"/>
                  </a:cubicBezTo>
                  <a:cubicBezTo>
                    <a:pt x="105029" y="891222"/>
                    <a:pt x="104331" y="873570"/>
                    <a:pt x="104331" y="855726"/>
                  </a:cubicBezTo>
                  <a:cubicBezTo>
                    <a:pt x="104331" y="837883"/>
                    <a:pt x="105029" y="820229"/>
                    <a:pt x="106235" y="802703"/>
                  </a:cubicBezTo>
                  <a:cubicBezTo>
                    <a:pt x="133541" y="413957"/>
                    <a:pt x="458470" y="105982"/>
                    <a:pt x="854075" y="105982"/>
                  </a:cubicBezTo>
                  <a:cubicBezTo>
                    <a:pt x="1136714" y="105982"/>
                    <a:pt x="1387285" y="243014"/>
                    <a:pt x="1543114" y="454279"/>
                  </a:cubicBezTo>
                  <a:cubicBezTo>
                    <a:pt x="1628140" y="569532"/>
                    <a:pt x="1684846" y="706882"/>
                    <a:pt x="1703261" y="856107"/>
                  </a:cubicBezTo>
                  <a:cubicBezTo>
                    <a:pt x="1705420" y="873506"/>
                    <a:pt x="1707071" y="891032"/>
                    <a:pt x="1708150" y="908685"/>
                  </a:cubicBezTo>
                  <a:cubicBezTo>
                    <a:pt x="1709230" y="891159"/>
                    <a:pt x="1709864" y="873442"/>
                    <a:pt x="1709864" y="855663"/>
                  </a:cubicBezTo>
                  <a:cubicBezTo>
                    <a:pt x="1709864" y="837883"/>
                    <a:pt x="1709230" y="820166"/>
                    <a:pt x="1708150" y="802640"/>
                  </a:cubicBezTo>
                </a:path>
              </a:pathLst>
            </a:custGeom>
            <a:solidFill>
              <a:srgbClr val="89D32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77">
              <a:extLst>
                <a:ext uri="{FF2B5EF4-FFF2-40B4-BE49-F238E27FC236}">
                  <a16:creationId xmlns:a16="http://schemas.microsoft.com/office/drawing/2014/main" id="{DFF44304-3AE5-4F7C-B995-7723FB44DAB2}"/>
                </a:ext>
              </a:extLst>
            </p:cNvPr>
            <p:cNvSpPr/>
            <p:nvPr/>
          </p:nvSpPr>
          <p:spPr>
            <a:xfrm>
              <a:off x="4834985" y="2587751"/>
              <a:ext cx="1709864" cy="1605470"/>
            </a:xfrm>
            <a:custGeom>
              <a:avLst/>
              <a:gdLst>
                <a:gd name="connsiteX0" fmla="*/ 1714 w 1709864"/>
                <a:gd name="connsiteY0" fmla="*/ 802704 h 1605470"/>
                <a:gd name="connsiteX1" fmla="*/ 855790 w 1709864"/>
                <a:gd name="connsiteY1" fmla="*/ 1605470 h 1605470"/>
                <a:gd name="connsiteX2" fmla="*/ 1709865 w 1709864"/>
                <a:gd name="connsiteY2" fmla="*/ 802704 h 1605470"/>
                <a:gd name="connsiteX3" fmla="*/ 1704975 w 1709864"/>
                <a:gd name="connsiteY3" fmla="*/ 749300 h 1605470"/>
                <a:gd name="connsiteX4" fmla="*/ 1544765 w 1709864"/>
                <a:gd name="connsiteY4" fmla="*/ 348171 h 1605470"/>
                <a:gd name="connsiteX5" fmla="*/ 855790 w 1709864"/>
                <a:gd name="connsiteY5" fmla="*/ 0 h 1605470"/>
                <a:gd name="connsiteX6" fmla="*/ 1603629 w 1709864"/>
                <a:gd name="connsiteY6" fmla="*/ 696722 h 1605470"/>
                <a:gd name="connsiteX7" fmla="*/ 1605534 w 1709864"/>
                <a:gd name="connsiteY7" fmla="*/ 749745 h 1605470"/>
                <a:gd name="connsiteX8" fmla="*/ 1603629 w 1709864"/>
                <a:gd name="connsiteY8" fmla="*/ 802767 h 1605470"/>
                <a:gd name="connsiteX9" fmla="*/ 855790 w 1709864"/>
                <a:gd name="connsiteY9" fmla="*/ 1499489 h 1605470"/>
                <a:gd name="connsiteX10" fmla="*/ 166751 w 1709864"/>
                <a:gd name="connsiteY10" fmla="*/ 1151192 h 1605470"/>
                <a:gd name="connsiteX11" fmla="*/ 6604 w 1709864"/>
                <a:gd name="connsiteY11" fmla="*/ 749364 h 1605470"/>
                <a:gd name="connsiteX12" fmla="*/ 1714 w 1709864"/>
                <a:gd name="connsiteY12" fmla="*/ 696786 h 1605470"/>
                <a:gd name="connsiteX13" fmla="*/ 0 w 1709864"/>
                <a:gd name="connsiteY13" fmla="*/ 749808 h 1605470"/>
                <a:gd name="connsiteX14" fmla="*/ 1714 w 1709864"/>
                <a:gd name="connsiteY14" fmla="*/ 802831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14" y="802704"/>
                  </a:moveTo>
                  <a:cubicBezTo>
                    <a:pt x="29083" y="1250632"/>
                    <a:pt x="401003" y="1605470"/>
                    <a:pt x="855790" y="1605470"/>
                  </a:cubicBezTo>
                  <a:cubicBezTo>
                    <a:pt x="1310577" y="1605470"/>
                    <a:pt x="1682496" y="1250632"/>
                    <a:pt x="1709865" y="802704"/>
                  </a:cubicBezTo>
                  <a:cubicBezTo>
                    <a:pt x="1708785" y="784733"/>
                    <a:pt x="1707134" y="766889"/>
                    <a:pt x="1704975" y="749300"/>
                  </a:cubicBezTo>
                  <a:cubicBezTo>
                    <a:pt x="1686497" y="600329"/>
                    <a:pt x="1629728" y="463233"/>
                    <a:pt x="1544765" y="348171"/>
                  </a:cubicBezTo>
                  <a:cubicBezTo>
                    <a:pt x="1388935" y="136970"/>
                    <a:pt x="1138365" y="0"/>
                    <a:pt x="855790" y="0"/>
                  </a:cubicBezTo>
                  <a:cubicBezTo>
                    <a:pt x="1251394" y="0"/>
                    <a:pt x="1576324" y="307975"/>
                    <a:pt x="1603629" y="696722"/>
                  </a:cubicBezTo>
                  <a:cubicBezTo>
                    <a:pt x="1604835" y="714248"/>
                    <a:pt x="1605534" y="731901"/>
                    <a:pt x="1605534" y="749745"/>
                  </a:cubicBezTo>
                  <a:cubicBezTo>
                    <a:pt x="1605534" y="767588"/>
                    <a:pt x="1604835" y="785241"/>
                    <a:pt x="1603629" y="802767"/>
                  </a:cubicBezTo>
                  <a:cubicBezTo>
                    <a:pt x="1576324" y="1191514"/>
                    <a:pt x="1251394" y="1499489"/>
                    <a:pt x="855790" y="1499489"/>
                  </a:cubicBezTo>
                  <a:cubicBezTo>
                    <a:pt x="573151" y="1499489"/>
                    <a:pt x="322580" y="1362456"/>
                    <a:pt x="166751" y="1151192"/>
                  </a:cubicBezTo>
                  <a:cubicBezTo>
                    <a:pt x="81725" y="1035939"/>
                    <a:pt x="25019" y="898589"/>
                    <a:pt x="6604" y="749364"/>
                  </a:cubicBezTo>
                  <a:cubicBezTo>
                    <a:pt x="4445" y="731964"/>
                    <a:pt x="2794" y="714439"/>
                    <a:pt x="1714" y="696786"/>
                  </a:cubicBezTo>
                  <a:cubicBezTo>
                    <a:pt x="635" y="714312"/>
                    <a:pt x="0" y="731964"/>
                    <a:pt x="0" y="749808"/>
                  </a:cubicBezTo>
                  <a:cubicBezTo>
                    <a:pt x="0" y="767651"/>
                    <a:pt x="635" y="785305"/>
                    <a:pt x="1714" y="802831"/>
                  </a:cubicBezTo>
                </a:path>
              </a:pathLst>
            </a:custGeom>
            <a:solidFill>
              <a:srgbClr val="00BC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E1B83DBD-CAC7-303B-379A-AC5AD63F7B5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0164" y="557911"/>
            <a:ext cx="3577907" cy="22215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D641C9E-1374-00D5-AB95-6A391C5ABB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931523" y="2991925"/>
            <a:ext cx="3324628" cy="967829"/>
          </a:xfrm>
        </p:spPr>
        <p:txBody>
          <a:bodyPr wrap="none" anchor="t">
            <a:spAutoFit/>
          </a:bodyPr>
          <a:lstStyle>
            <a:lvl1pPr>
              <a:lnSpc>
                <a:spcPct val="70000"/>
              </a:lnSpc>
              <a:defRPr sz="8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D817119C-7072-3131-357E-80058708283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47597" y="3532194"/>
            <a:ext cx="2429933" cy="1160462"/>
          </a:xfrm>
        </p:spPr>
        <p:txBody>
          <a:bodyPr/>
          <a:lstStyle>
            <a:lvl1pPr>
              <a:defRPr sz="8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you!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88743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5A2FEF8-95DF-4328-850D-3F7840A62554}"/>
              </a:ext>
            </a:extLst>
          </p:cNvPr>
          <p:cNvSpPr/>
          <p:nvPr userDrawn="1"/>
        </p:nvSpPr>
        <p:spPr bwMode="gray">
          <a:xfrm>
            <a:off x="4075459" y="0"/>
            <a:ext cx="8114954" cy="6858000"/>
          </a:xfrm>
          <a:custGeom>
            <a:avLst/>
            <a:gdLst>
              <a:gd name="connsiteX0" fmla="*/ 1341581 w 8114954"/>
              <a:gd name="connsiteY0" fmla="*/ 0 h 6858000"/>
              <a:gd name="connsiteX1" fmla="*/ 8112574 w 8114954"/>
              <a:gd name="connsiteY1" fmla="*/ 0 h 6858000"/>
              <a:gd name="connsiteX2" fmla="*/ 8114954 w 8114954"/>
              <a:gd name="connsiteY2" fmla="*/ 6003673 h 6858000"/>
              <a:gd name="connsiteX3" fmla="*/ 3275458 w 8114954"/>
              <a:gd name="connsiteY3" fmla="*/ 6858000 h 6858000"/>
              <a:gd name="connsiteX4" fmla="*/ 0 w 811495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14954" h="6858000">
                <a:moveTo>
                  <a:pt x="1341581" y="0"/>
                </a:moveTo>
                <a:lnTo>
                  <a:pt x="8112574" y="0"/>
                </a:lnTo>
                <a:cubicBezTo>
                  <a:pt x="8112574" y="1913118"/>
                  <a:pt x="8114954" y="4090555"/>
                  <a:pt x="8114954" y="6003673"/>
                </a:cubicBezTo>
                <a:lnTo>
                  <a:pt x="327545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black">
          <a:xfrm>
            <a:off x="709365" y="1732422"/>
            <a:ext cx="3620552" cy="592952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709560" y="2424948"/>
            <a:ext cx="3620357" cy="1440000"/>
          </a:xfrm>
        </p:spPr>
        <p:txBody>
          <a:bodyPr anchor="t"/>
          <a:lstStyle>
            <a:lvl1pPr>
              <a:defRPr sz="3200" i="1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7DB5C-15A7-4763-A498-7608598D843B}"/>
              </a:ext>
            </a:extLst>
          </p:cNvPr>
          <p:cNvSpPr txBox="1"/>
          <p:nvPr/>
        </p:nvSpPr>
        <p:spPr bwMode="black">
          <a:xfrm>
            <a:off x="1378683" y="4041068"/>
            <a:ext cx="480832" cy="1797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56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1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///////////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black">
          <a:xfrm>
            <a:off x="1414398" y="4262151"/>
            <a:ext cx="291551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3F626E8-4D4D-4477-BEF3-9372D1A5AD5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4112872" y="0"/>
            <a:ext cx="8079923" cy="6858000"/>
          </a:xfrm>
          <a:custGeom>
            <a:avLst/>
            <a:gdLst>
              <a:gd name="connsiteX0" fmla="*/ 1331361 w 8079923"/>
              <a:gd name="connsiteY0" fmla="*/ 0 h 6858000"/>
              <a:gd name="connsiteX1" fmla="*/ 8077543 w 8079923"/>
              <a:gd name="connsiteY1" fmla="*/ 0 h 6858000"/>
              <a:gd name="connsiteX2" fmla="*/ 8079923 w 8079923"/>
              <a:gd name="connsiteY2" fmla="*/ 6003673 h 6858000"/>
              <a:gd name="connsiteX3" fmla="*/ 3240429 w 8079923"/>
              <a:gd name="connsiteY3" fmla="*/ 6858000 h 6858000"/>
              <a:gd name="connsiteX4" fmla="*/ 0 w 8079923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79923" h="6858000">
                <a:moveTo>
                  <a:pt x="1331361" y="0"/>
                </a:moveTo>
                <a:lnTo>
                  <a:pt x="8077543" y="0"/>
                </a:lnTo>
                <a:cubicBezTo>
                  <a:pt x="8077543" y="1913118"/>
                  <a:pt x="8079923" y="4090555"/>
                  <a:pt x="8079923" y="6003673"/>
                </a:cubicBezTo>
                <a:lnTo>
                  <a:pt x="324042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2" name="Logoschutz" hidden="1">
            <a:extLst>
              <a:ext uri="{FF2B5EF4-FFF2-40B4-BE49-F238E27FC236}">
                <a16:creationId xmlns:a16="http://schemas.microsoft.com/office/drawing/2014/main" id="{C9A9C5E1-5EC5-4E10-A801-6F56DB71E6CD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1922584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 xmlns:a14="http://schemas.microsoft.com/office/drawing/2010/main" xmlns:a16="http://schemas.microsoft.com/office/drawing/2014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black">
          <a:xfrm>
            <a:off x="709365" y="1732422"/>
            <a:ext cx="3620552" cy="592952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709560" y="2424948"/>
            <a:ext cx="3620357" cy="1440000"/>
          </a:xfrm>
        </p:spPr>
        <p:txBody>
          <a:bodyPr anchor="t"/>
          <a:lstStyle>
            <a:lvl1pPr>
              <a:defRPr sz="3200" i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7DB5C-15A7-4763-A498-7608598D843B}"/>
              </a:ext>
            </a:extLst>
          </p:cNvPr>
          <p:cNvSpPr txBox="1"/>
          <p:nvPr/>
        </p:nvSpPr>
        <p:spPr bwMode="black">
          <a:xfrm>
            <a:off x="1378683" y="4041068"/>
            <a:ext cx="480832" cy="1797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56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1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</a:rPr>
              <a:t>///////////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black">
          <a:xfrm>
            <a:off x="1414398" y="4262151"/>
            <a:ext cx="291551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C0614FA-2289-4D50-861D-D1CE2042502D}"/>
              </a:ext>
            </a:extLst>
          </p:cNvPr>
          <p:cNvSpPr/>
          <p:nvPr userDrawn="1"/>
        </p:nvSpPr>
        <p:spPr bwMode="gray">
          <a:xfrm>
            <a:off x="4075459" y="0"/>
            <a:ext cx="8114954" cy="6858000"/>
          </a:xfrm>
          <a:custGeom>
            <a:avLst/>
            <a:gdLst>
              <a:gd name="connsiteX0" fmla="*/ 1341581 w 8114954"/>
              <a:gd name="connsiteY0" fmla="*/ 0 h 6858000"/>
              <a:gd name="connsiteX1" fmla="*/ 8112574 w 8114954"/>
              <a:gd name="connsiteY1" fmla="*/ 0 h 6858000"/>
              <a:gd name="connsiteX2" fmla="*/ 8114954 w 8114954"/>
              <a:gd name="connsiteY2" fmla="*/ 6003673 h 6858000"/>
              <a:gd name="connsiteX3" fmla="*/ 3275458 w 8114954"/>
              <a:gd name="connsiteY3" fmla="*/ 6858000 h 6858000"/>
              <a:gd name="connsiteX4" fmla="*/ 0 w 811495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14954" h="6858000">
                <a:moveTo>
                  <a:pt x="1341581" y="0"/>
                </a:moveTo>
                <a:lnTo>
                  <a:pt x="8112574" y="0"/>
                </a:lnTo>
                <a:cubicBezTo>
                  <a:pt x="8112574" y="1913118"/>
                  <a:pt x="8114954" y="4090555"/>
                  <a:pt x="8114954" y="6003673"/>
                </a:cubicBezTo>
                <a:lnTo>
                  <a:pt x="327545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CD53346-3B88-4ECD-BC3C-B158CECCD4F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4112872" y="0"/>
            <a:ext cx="8079923" cy="6858000"/>
          </a:xfrm>
          <a:custGeom>
            <a:avLst/>
            <a:gdLst>
              <a:gd name="connsiteX0" fmla="*/ 1331361 w 8079923"/>
              <a:gd name="connsiteY0" fmla="*/ 0 h 6858000"/>
              <a:gd name="connsiteX1" fmla="*/ 8077543 w 8079923"/>
              <a:gd name="connsiteY1" fmla="*/ 0 h 6858000"/>
              <a:gd name="connsiteX2" fmla="*/ 8079923 w 8079923"/>
              <a:gd name="connsiteY2" fmla="*/ 6003673 h 6858000"/>
              <a:gd name="connsiteX3" fmla="*/ 3240429 w 8079923"/>
              <a:gd name="connsiteY3" fmla="*/ 6858000 h 6858000"/>
              <a:gd name="connsiteX4" fmla="*/ 0 w 8079923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79923" h="6858000">
                <a:moveTo>
                  <a:pt x="1331361" y="0"/>
                </a:moveTo>
                <a:lnTo>
                  <a:pt x="8077543" y="0"/>
                </a:lnTo>
                <a:cubicBezTo>
                  <a:pt x="8077543" y="1913118"/>
                  <a:pt x="8079923" y="4090555"/>
                  <a:pt x="8079923" y="6003673"/>
                </a:cubicBezTo>
                <a:lnTo>
                  <a:pt x="324042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3" name="Logoschutz" hidden="1">
            <a:extLst>
              <a:ext uri="{FF2B5EF4-FFF2-40B4-BE49-F238E27FC236}">
                <a16:creationId xmlns:a16="http://schemas.microsoft.com/office/drawing/2014/main" id="{2FE56050-78D4-446C-87C6-B9C42DDC4070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3875513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8331062-53AF-412B-A235-6DCBA819F08B}"/>
              </a:ext>
            </a:extLst>
          </p:cNvPr>
          <p:cNvSpPr/>
          <p:nvPr userDrawn="1"/>
        </p:nvSpPr>
        <p:spPr bwMode="gray">
          <a:xfrm>
            <a:off x="4075459" y="0"/>
            <a:ext cx="8114954" cy="6858000"/>
          </a:xfrm>
          <a:custGeom>
            <a:avLst/>
            <a:gdLst>
              <a:gd name="connsiteX0" fmla="*/ 1341581 w 8114954"/>
              <a:gd name="connsiteY0" fmla="*/ 0 h 6858000"/>
              <a:gd name="connsiteX1" fmla="*/ 8112574 w 8114954"/>
              <a:gd name="connsiteY1" fmla="*/ 0 h 6858000"/>
              <a:gd name="connsiteX2" fmla="*/ 8114954 w 8114954"/>
              <a:gd name="connsiteY2" fmla="*/ 6003673 h 6858000"/>
              <a:gd name="connsiteX3" fmla="*/ 3275458 w 8114954"/>
              <a:gd name="connsiteY3" fmla="*/ 6858000 h 6858000"/>
              <a:gd name="connsiteX4" fmla="*/ 0 w 811495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14954" h="6858000">
                <a:moveTo>
                  <a:pt x="1341581" y="0"/>
                </a:moveTo>
                <a:lnTo>
                  <a:pt x="8112574" y="0"/>
                </a:lnTo>
                <a:cubicBezTo>
                  <a:pt x="8112574" y="1913118"/>
                  <a:pt x="8114954" y="4090555"/>
                  <a:pt x="8114954" y="6003673"/>
                </a:cubicBezTo>
                <a:lnTo>
                  <a:pt x="327545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black">
          <a:xfrm>
            <a:off x="709365" y="1732422"/>
            <a:ext cx="3620552" cy="592952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709560" y="2424948"/>
            <a:ext cx="3620357" cy="1440000"/>
          </a:xfrm>
        </p:spPr>
        <p:txBody>
          <a:bodyPr anchor="t"/>
          <a:lstStyle>
            <a:lvl1pPr>
              <a:defRPr sz="3200" i="1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7DB5C-15A7-4763-A498-7608598D843B}"/>
              </a:ext>
            </a:extLst>
          </p:cNvPr>
          <p:cNvSpPr txBox="1"/>
          <p:nvPr/>
        </p:nvSpPr>
        <p:spPr bwMode="black">
          <a:xfrm>
            <a:off x="1378683" y="4041068"/>
            <a:ext cx="480832" cy="1797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56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1" b="0" i="0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</a:rPr>
              <a:t>///////////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black">
          <a:xfrm>
            <a:off x="1414398" y="4262151"/>
            <a:ext cx="291551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F895202-4A4D-43A2-B3BF-4253EA64031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4112872" y="0"/>
            <a:ext cx="8079923" cy="6858000"/>
          </a:xfrm>
          <a:custGeom>
            <a:avLst/>
            <a:gdLst>
              <a:gd name="connsiteX0" fmla="*/ 1331361 w 8079923"/>
              <a:gd name="connsiteY0" fmla="*/ 0 h 6858000"/>
              <a:gd name="connsiteX1" fmla="*/ 8077543 w 8079923"/>
              <a:gd name="connsiteY1" fmla="*/ 0 h 6858000"/>
              <a:gd name="connsiteX2" fmla="*/ 8079923 w 8079923"/>
              <a:gd name="connsiteY2" fmla="*/ 6003673 h 6858000"/>
              <a:gd name="connsiteX3" fmla="*/ 3240429 w 8079923"/>
              <a:gd name="connsiteY3" fmla="*/ 6858000 h 6858000"/>
              <a:gd name="connsiteX4" fmla="*/ 0 w 8079923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79923" h="6858000">
                <a:moveTo>
                  <a:pt x="1331361" y="0"/>
                </a:moveTo>
                <a:lnTo>
                  <a:pt x="8077543" y="0"/>
                </a:lnTo>
                <a:cubicBezTo>
                  <a:pt x="8077543" y="1913118"/>
                  <a:pt x="8079923" y="4090555"/>
                  <a:pt x="8079923" y="6003673"/>
                </a:cubicBezTo>
                <a:lnTo>
                  <a:pt x="324042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3" name="Logoschutz" hidden="1">
            <a:extLst>
              <a:ext uri="{FF2B5EF4-FFF2-40B4-BE49-F238E27FC236}">
                <a16:creationId xmlns:a16="http://schemas.microsoft.com/office/drawing/2014/main" id="{82EE1829-716E-40CB-A4A0-CAB36B35864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1332951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7F985DC3-10D0-093D-4795-9AD400E77AE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38036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7" imgH="348" progId="TCLayout.ActiveDocument.1">
                  <p:embed/>
                </p:oleObj>
              </mc:Choice>
              <mc:Fallback>
                <p:oleObj name="think-cell Folie" r:id="rId4" imgW="347" imgH="348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F985DC3-10D0-093D-4795-9AD400E77A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1">
            <a:extLst>
              <a:ext uri="{FF2B5EF4-FFF2-40B4-BE49-F238E27FC236}">
                <a16:creationId xmlns:a16="http://schemas.microsoft.com/office/drawing/2014/main" id="{3F5A53E7-512F-FC30-E20B-AA8F24A4A03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 bwMode="gray">
          <a:xfrm>
            <a:off x="1976765" y="403540"/>
            <a:ext cx="9624002" cy="8640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5" name="Text Placeholder 54"/>
          <p:cNvSpPr>
            <a:spLocks noGrp="1"/>
          </p:cNvSpPr>
          <p:nvPr>
            <p:ph type="body" sz="quarter" idx="13"/>
          </p:nvPr>
        </p:nvSpPr>
        <p:spPr bwMode="gray">
          <a:xfrm>
            <a:off x="2005337" y="1843721"/>
            <a:ext cx="4680000" cy="4641030"/>
          </a:xfrm>
        </p:spPr>
        <p:txBody>
          <a:bodyPr/>
          <a:lstStyle>
            <a:lvl1pPr marL="270000" indent="-270000">
              <a:spcBef>
                <a:spcPts val="1800"/>
              </a:spcBef>
              <a:spcAft>
                <a:spcPts val="0"/>
              </a:spcAft>
              <a:buFontTx/>
              <a:buBlip>
                <a:blip r:embed="rId7"/>
              </a:buBlip>
              <a:defRPr sz="2000"/>
            </a:lvl1pPr>
            <a:lvl2pPr marL="540000" indent="-270000">
              <a:spcBef>
                <a:spcPts val="600"/>
              </a:spcBef>
              <a:spcAft>
                <a:spcPts val="0"/>
              </a:spcAft>
              <a:buFontTx/>
              <a:buBlip>
                <a:blip r:embed="rId8"/>
              </a:buBlip>
              <a:defRPr sz="2000"/>
            </a:lvl2pPr>
            <a:lvl3pPr marL="810000" indent="-270000">
              <a:spcBef>
                <a:spcPts val="600"/>
              </a:spcBef>
              <a:spcAft>
                <a:spcPts val="0"/>
              </a:spcAft>
              <a:buFontTx/>
              <a:buBlip>
                <a:blip r:embed="rId9"/>
              </a:buBlip>
              <a:defRPr sz="2000"/>
            </a:lvl3pPr>
            <a:lvl4pPr marL="1080000" indent="-270000">
              <a:spcBef>
                <a:spcPts val="600"/>
              </a:spcBef>
              <a:spcAft>
                <a:spcPts val="0"/>
              </a:spcAft>
              <a:buFontTx/>
              <a:buBlip>
                <a:blip r:embed="rId10"/>
              </a:buBlip>
              <a:defRPr sz="2000"/>
            </a:lvl4pPr>
            <a:lvl5pPr>
              <a:spcBef>
                <a:spcPts val="600"/>
              </a:spcBef>
              <a:spcAft>
                <a:spcPts val="0"/>
              </a:spcAft>
              <a:defRPr sz="2000"/>
            </a:lvl5pPr>
            <a:lvl6pPr>
              <a:spcBef>
                <a:spcPts val="600"/>
              </a:spcBef>
              <a:spcAft>
                <a:spcPts val="0"/>
              </a:spcAft>
              <a:defRPr sz="2000"/>
            </a:lvl6pPr>
            <a:lvl7pPr>
              <a:spcBef>
                <a:spcPts val="600"/>
              </a:spcBef>
              <a:spcAft>
                <a:spcPts val="0"/>
              </a:spcAft>
              <a:defRPr sz="2000"/>
            </a:lvl7pPr>
            <a:lvl8pPr>
              <a:spcBef>
                <a:spcPts val="600"/>
              </a:spcBef>
              <a:spcAft>
                <a:spcPts val="0"/>
              </a:spcAft>
              <a:defRPr sz="2000"/>
            </a:lvl8pPr>
            <a:lvl9pPr>
              <a:spcBef>
                <a:spcPts val="600"/>
              </a:spcBef>
              <a:spcAft>
                <a:spcPts val="0"/>
              </a:spcAft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>
          <a:xfrm>
            <a:off x="974672" y="6617933"/>
            <a:ext cx="5710665" cy="108000"/>
          </a:xfrm>
        </p:spPr>
        <p:txBody>
          <a:bodyPr/>
          <a:lstStyle/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>
          <a:xfrm>
            <a:off x="195843" y="6617933"/>
            <a:ext cx="392326" cy="108000"/>
          </a:xfrm>
        </p:spPr>
        <p:txBody>
          <a:bodyPr/>
          <a:lstStyle/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1832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/>
          <p:cNvGrpSpPr/>
          <p:nvPr/>
        </p:nvGrpSpPr>
        <p:grpSpPr bwMode="black">
          <a:xfrm>
            <a:off x="7067314" y="1"/>
            <a:ext cx="5123099" cy="6858000"/>
            <a:chOff x="7067314" y="1"/>
            <a:chExt cx="5123099" cy="6858000"/>
          </a:xfrm>
        </p:grpSpPr>
        <p:sp>
          <p:nvSpPr>
            <p:cNvPr id="19" name="Freeform 6"/>
            <p:cNvSpPr>
              <a:spLocks/>
            </p:cNvSpPr>
            <p:nvPr userDrawn="1"/>
          </p:nvSpPr>
          <p:spPr bwMode="black">
            <a:xfrm>
              <a:off x="7067314" y="1"/>
              <a:ext cx="2489310" cy="6858000"/>
            </a:xfrm>
            <a:custGeom>
              <a:avLst/>
              <a:gdLst>
                <a:gd name="T0" fmla="*/ 9 w 1857"/>
                <a:gd name="T1" fmla="*/ 5116 h 5116"/>
                <a:gd name="T2" fmla="*/ 1857 w 1857"/>
                <a:gd name="T3" fmla="*/ 0 h 5116"/>
                <a:gd name="T4" fmla="*/ 1847 w 1857"/>
                <a:gd name="T5" fmla="*/ 0 h 5116"/>
                <a:gd name="T6" fmla="*/ 0 w 1857"/>
                <a:gd name="T7" fmla="*/ 5116 h 5116"/>
                <a:gd name="T8" fmla="*/ 9 w 1857"/>
                <a:gd name="T9" fmla="*/ 5116 h 5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57" h="5116">
                  <a:moveTo>
                    <a:pt x="9" y="5116"/>
                  </a:moveTo>
                  <a:lnTo>
                    <a:pt x="1857" y="0"/>
                  </a:lnTo>
                  <a:lnTo>
                    <a:pt x="1847" y="0"/>
                  </a:lnTo>
                  <a:lnTo>
                    <a:pt x="0" y="5116"/>
                  </a:lnTo>
                  <a:lnTo>
                    <a:pt x="9" y="5116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black">
            <a:xfrm>
              <a:off x="8456276" y="1408976"/>
              <a:ext cx="3734137" cy="5449024"/>
            </a:xfrm>
            <a:custGeom>
              <a:avLst/>
              <a:gdLst>
                <a:gd name="T0" fmla="*/ 0 w 2785"/>
                <a:gd name="T1" fmla="*/ 4064 h 4064"/>
                <a:gd name="T2" fmla="*/ 11 w 2785"/>
                <a:gd name="T3" fmla="*/ 4064 h 4064"/>
                <a:gd name="T4" fmla="*/ 2785 w 2785"/>
                <a:gd name="T5" fmla="*/ 17 h 4064"/>
                <a:gd name="T6" fmla="*/ 2785 w 2785"/>
                <a:gd name="T7" fmla="*/ 0 h 4064"/>
                <a:gd name="T8" fmla="*/ 0 w 2785"/>
                <a:gd name="T9" fmla="*/ 4064 h 40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85" h="4064">
                  <a:moveTo>
                    <a:pt x="0" y="4064"/>
                  </a:moveTo>
                  <a:lnTo>
                    <a:pt x="11" y="4064"/>
                  </a:lnTo>
                  <a:lnTo>
                    <a:pt x="2785" y="17"/>
                  </a:lnTo>
                  <a:lnTo>
                    <a:pt x="2785" y="0"/>
                  </a:lnTo>
                  <a:lnTo>
                    <a:pt x="0" y="406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6" name="Logoschutz" hidden="1"/>
          <p:cNvSpPr/>
          <p:nvPr userDrawn="1">
            <p:custDataLst>
              <p:tags r:id="rId2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3996332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pos="1254">
          <p15:clr>
            <a:srgbClr val="FBAE40"/>
          </p15:clr>
        </p15:guide>
        <p15:guide id="2" orient="horz" pos="4086">
          <p15:clr>
            <a:srgbClr val="FBAE40"/>
          </p15:clr>
        </p15:guide>
        <p15:guide id="3" orient="horz" pos="1162">
          <p15:clr>
            <a:srgbClr val="FBAE40"/>
          </p15:clr>
        </p15:guide>
        <p15:guide id="4" pos="4214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/>
        </p:nvSpPr>
        <p:spPr bwMode="invGray">
          <a:xfrm>
            <a:off x="0" y="0"/>
            <a:ext cx="2104575" cy="6861175"/>
          </a:xfrm>
          <a:custGeom>
            <a:avLst/>
            <a:gdLst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762994 w 2104575"/>
              <a:gd name="connsiteY3" fmla="*/ 6858000 h 6858000"/>
              <a:gd name="connsiteX4" fmla="*/ 195843 w 2104575"/>
              <a:gd name="connsiteY4" fmla="*/ 6858000 h 6858000"/>
              <a:gd name="connsiteX5" fmla="*/ 0 w 2104575"/>
              <a:gd name="connsiteY5" fmla="*/ 6858000 h 6858000"/>
              <a:gd name="connsiteX6" fmla="*/ 0 w 2104575"/>
              <a:gd name="connsiteY6" fmla="*/ 0 h 6858000"/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762994 w 2104575"/>
              <a:gd name="connsiteY3" fmla="*/ 6858000 h 6858000"/>
              <a:gd name="connsiteX4" fmla="*/ 0 w 2104575"/>
              <a:gd name="connsiteY4" fmla="*/ 6858000 h 6858000"/>
              <a:gd name="connsiteX5" fmla="*/ 0 w 2104575"/>
              <a:gd name="connsiteY5" fmla="*/ 0 h 6858000"/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0 w 2104575"/>
              <a:gd name="connsiteY3" fmla="*/ 6858000 h 6858000"/>
              <a:gd name="connsiteX4" fmla="*/ 0 w 2104575"/>
              <a:gd name="connsiteY4" fmla="*/ 0 h 6858000"/>
              <a:gd name="connsiteX0" fmla="*/ 0 w 2104575"/>
              <a:gd name="connsiteY0" fmla="*/ 0 h 6861175"/>
              <a:gd name="connsiteX1" fmla="*/ 2104575 w 2104575"/>
              <a:gd name="connsiteY1" fmla="*/ 0 h 6861175"/>
              <a:gd name="connsiteX2" fmla="*/ 650732 w 2104575"/>
              <a:gd name="connsiteY2" fmla="*/ 6861175 h 6861175"/>
              <a:gd name="connsiteX3" fmla="*/ 0 w 2104575"/>
              <a:gd name="connsiteY3" fmla="*/ 6858000 h 6861175"/>
              <a:gd name="connsiteX4" fmla="*/ 0 w 2104575"/>
              <a:gd name="connsiteY4" fmla="*/ 0 h 6861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04575" h="6861175">
                <a:moveTo>
                  <a:pt x="0" y="0"/>
                </a:moveTo>
                <a:lnTo>
                  <a:pt x="2104575" y="0"/>
                </a:lnTo>
                <a:lnTo>
                  <a:pt x="650732" y="6861175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E61A5D"/>
              </a:gs>
              <a:gs pos="50000">
                <a:srgbClr val="E61A5D"/>
              </a:gs>
              <a:gs pos="84000">
                <a:srgbClr val="E61A5D">
                  <a:alpha val="0"/>
                </a:srgbClr>
              </a:gs>
            </a:gsLst>
            <a:lin ang="2700000" scaled="1"/>
            <a:tileRect/>
          </a:gradFill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dirty="0" err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26" name="Subtitle 2"/>
          <p:cNvSpPr>
            <a:spLocks noGrp="1"/>
          </p:cNvSpPr>
          <p:nvPr>
            <p:ph type="subTitle" idx="1"/>
          </p:nvPr>
        </p:nvSpPr>
        <p:spPr bwMode="black">
          <a:xfrm>
            <a:off x="6846097" y="3064854"/>
            <a:ext cx="4500000" cy="720000"/>
          </a:xfrm>
        </p:spPr>
        <p:txBody>
          <a:bodyPr anchor="t"/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  <a:lvl2pPr marL="0" indent="0" algn="l">
              <a:buNone/>
              <a:defRPr sz="2400" b="1">
                <a:solidFill>
                  <a:schemeClr val="accent1"/>
                </a:solidFill>
              </a:defRPr>
            </a:lvl2pPr>
            <a:lvl3pPr marL="0" indent="0" algn="l">
              <a:buNone/>
              <a:defRPr sz="2400" b="1">
                <a:solidFill>
                  <a:schemeClr val="accent1"/>
                </a:solidFill>
              </a:defRPr>
            </a:lvl3pPr>
            <a:lvl4pPr marL="0" indent="0" algn="l">
              <a:buNone/>
              <a:defRPr sz="2400" b="1">
                <a:solidFill>
                  <a:schemeClr val="accent1"/>
                </a:solidFill>
              </a:defRPr>
            </a:lvl4pPr>
            <a:lvl5pPr marL="0" indent="0" algn="l">
              <a:buNone/>
              <a:defRPr sz="2400" b="1">
                <a:solidFill>
                  <a:schemeClr val="accent1"/>
                </a:solidFill>
              </a:defRPr>
            </a:lvl5pPr>
            <a:lvl6pPr marL="0" indent="0" algn="l">
              <a:buNone/>
              <a:defRPr sz="2400" b="1">
                <a:solidFill>
                  <a:schemeClr val="accent1"/>
                </a:solidFill>
              </a:defRPr>
            </a:lvl6pPr>
            <a:lvl7pPr marL="0" indent="0" algn="l">
              <a:buNone/>
              <a:defRPr sz="2400" b="1">
                <a:solidFill>
                  <a:schemeClr val="accent1"/>
                </a:solidFill>
              </a:defRPr>
            </a:lvl7pPr>
            <a:lvl8pPr marL="0" indent="0" algn="l">
              <a:buNone/>
              <a:defRPr sz="2400" b="1">
                <a:solidFill>
                  <a:schemeClr val="accent1"/>
                </a:solidFill>
              </a:defRPr>
            </a:lvl8pPr>
            <a:lvl9pPr marL="0" indent="0" algn="l">
              <a:buNone/>
              <a:defRPr sz="24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1809949" y="1473902"/>
            <a:ext cx="4140000" cy="1440753"/>
          </a:xfrm>
        </p:spPr>
        <p:txBody>
          <a:bodyPr anchor="b"/>
          <a:lstStyle>
            <a:lvl1pPr algn="r">
              <a:defRPr sz="4800" i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49" name="Group 48"/>
          <p:cNvGrpSpPr/>
          <p:nvPr/>
        </p:nvGrpSpPr>
        <p:grpSpPr bwMode="black">
          <a:xfrm>
            <a:off x="4710111" y="1"/>
            <a:ext cx="2593510" cy="6858000"/>
            <a:chOff x="4710111" y="1"/>
            <a:chExt cx="2593510" cy="6858000"/>
          </a:xfrm>
        </p:grpSpPr>
        <p:sp>
          <p:nvSpPr>
            <p:cNvPr id="50" name="Freeform 6"/>
            <p:cNvSpPr>
              <a:spLocks/>
            </p:cNvSpPr>
            <p:nvPr userDrawn="1"/>
          </p:nvSpPr>
          <p:spPr bwMode="black">
            <a:xfrm>
              <a:off x="4710111" y="1"/>
              <a:ext cx="2393982" cy="6858000"/>
            </a:xfrm>
            <a:custGeom>
              <a:avLst/>
              <a:gdLst>
                <a:gd name="T0" fmla="*/ 9 w 1781"/>
                <a:gd name="T1" fmla="*/ 5102 h 5102"/>
                <a:gd name="T2" fmla="*/ 1781 w 1781"/>
                <a:gd name="T3" fmla="*/ 0 h 5102"/>
                <a:gd name="T4" fmla="*/ 1770 w 1781"/>
                <a:gd name="T5" fmla="*/ 0 h 5102"/>
                <a:gd name="T6" fmla="*/ 0 w 1781"/>
                <a:gd name="T7" fmla="*/ 5102 h 5102"/>
                <a:gd name="T8" fmla="*/ 9 w 1781"/>
                <a:gd name="T9" fmla="*/ 5102 h 5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1" h="5102">
                  <a:moveTo>
                    <a:pt x="9" y="5102"/>
                  </a:moveTo>
                  <a:lnTo>
                    <a:pt x="1781" y="0"/>
                  </a:lnTo>
                  <a:lnTo>
                    <a:pt x="1770" y="0"/>
                  </a:lnTo>
                  <a:lnTo>
                    <a:pt x="0" y="5102"/>
                  </a:lnTo>
                  <a:lnTo>
                    <a:pt x="9" y="5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12"/>
            <p:cNvSpPr>
              <a:spLocks/>
            </p:cNvSpPr>
            <p:nvPr userDrawn="1"/>
          </p:nvSpPr>
          <p:spPr bwMode="black">
            <a:xfrm>
              <a:off x="5945695" y="2"/>
              <a:ext cx="1357926" cy="6857998"/>
            </a:xfrm>
            <a:custGeom>
              <a:avLst/>
              <a:gdLst>
                <a:gd name="T0" fmla="*/ 9 w 1013"/>
                <a:gd name="T1" fmla="*/ 5116 h 5116"/>
                <a:gd name="T2" fmla="*/ 1013 w 1013"/>
                <a:gd name="T3" fmla="*/ 0 h 5116"/>
                <a:gd name="T4" fmla="*/ 1004 w 1013"/>
                <a:gd name="T5" fmla="*/ 0 h 5116"/>
                <a:gd name="T6" fmla="*/ 0 w 1013"/>
                <a:gd name="T7" fmla="*/ 5116 h 5116"/>
                <a:gd name="T8" fmla="*/ 9 w 1013"/>
                <a:gd name="T9" fmla="*/ 5116 h 5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3" h="5116">
                  <a:moveTo>
                    <a:pt x="9" y="5116"/>
                  </a:moveTo>
                  <a:lnTo>
                    <a:pt x="1013" y="0"/>
                  </a:lnTo>
                  <a:lnTo>
                    <a:pt x="1004" y="0"/>
                  </a:lnTo>
                  <a:lnTo>
                    <a:pt x="0" y="5116"/>
                  </a:lnTo>
                  <a:lnTo>
                    <a:pt x="9" y="51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3206140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 bwMode="black">
          <a:xfrm>
            <a:off x="5739926" y="0"/>
            <a:ext cx="6450487" cy="6858000"/>
            <a:chOff x="-7368753" y="-1854009"/>
            <a:chExt cx="6299342" cy="6697306"/>
          </a:xfrm>
        </p:grpSpPr>
        <p:sp>
          <p:nvSpPr>
            <p:cNvPr id="37" name="Freeform 6"/>
            <p:cNvSpPr>
              <a:spLocks/>
            </p:cNvSpPr>
            <p:nvPr userDrawn="1"/>
          </p:nvSpPr>
          <p:spPr bwMode="black">
            <a:xfrm>
              <a:off x="-3543591" y="1231517"/>
              <a:ext cx="2474180" cy="3611780"/>
            </a:xfrm>
            <a:custGeom>
              <a:avLst/>
              <a:gdLst>
                <a:gd name="T0" fmla="*/ 0 w 1890"/>
                <a:gd name="T1" fmla="*/ 2759 h 2759"/>
                <a:gd name="T2" fmla="*/ 12 w 1890"/>
                <a:gd name="T3" fmla="*/ 2759 h 2759"/>
                <a:gd name="T4" fmla="*/ 1890 w 1890"/>
                <a:gd name="T5" fmla="*/ 17 h 2759"/>
                <a:gd name="T6" fmla="*/ 1890 w 1890"/>
                <a:gd name="T7" fmla="*/ 0 h 2759"/>
                <a:gd name="T8" fmla="*/ 0 w 1890"/>
                <a:gd name="T9" fmla="*/ 2759 h 2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90" h="2759">
                  <a:moveTo>
                    <a:pt x="0" y="2759"/>
                  </a:moveTo>
                  <a:lnTo>
                    <a:pt x="12" y="2759"/>
                  </a:lnTo>
                  <a:lnTo>
                    <a:pt x="1890" y="17"/>
                  </a:lnTo>
                  <a:lnTo>
                    <a:pt x="1890" y="0"/>
                  </a:lnTo>
                  <a:lnTo>
                    <a:pt x="0" y="275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/>
            </a:p>
          </p:txBody>
        </p:sp>
        <p:sp>
          <p:nvSpPr>
            <p:cNvPr id="38" name="Freeform 7"/>
            <p:cNvSpPr>
              <a:spLocks/>
            </p:cNvSpPr>
            <p:nvPr userDrawn="1"/>
          </p:nvSpPr>
          <p:spPr bwMode="black">
            <a:xfrm>
              <a:off x="-7368753" y="-1854009"/>
              <a:ext cx="1327417" cy="6697305"/>
            </a:xfrm>
            <a:custGeom>
              <a:avLst/>
              <a:gdLst>
                <a:gd name="T0" fmla="*/ 10 w 1014"/>
                <a:gd name="T1" fmla="*/ 5116 h 5116"/>
                <a:gd name="T2" fmla="*/ 1014 w 1014"/>
                <a:gd name="T3" fmla="*/ 0 h 5116"/>
                <a:gd name="T4" fmla="*/ 1007 w 1014"/>
                <a:gd name="T5" fmla="*/ 0 h 5116"/>
                <a:gd name="T6" fmla="*/ 0 w 1014"/>
                <a:gd name="T7" fmla="*/ 5116 h 5116"/>
                <a:gd name="T8" fmla="*/ 10 w 1014"/>
                <a:gd name="T9" fmla="*/ 5116 h 5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4" h="5116">
                  <a:moveTo>
                    <a:pt x="10" y="5116"/>
                  </a:moveTo>
                  <a:lnTo>
                    <a:pt x="1014" y="0"/>
                  </a:lnTo>
                  <a:lnTo>
                    <a:pt x="1007" y="0"/>
                  </a:lnTo>
                  <a:lnTo>
                    <a:pt x="0" y="5116"/>
                  </a:lnTo>
                  <a:lnTo>
                    <a:pt x="10" y="51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/>
            </a:p>
          </p:txBody>
        </p:sp>
      </p:grpSp>
      <p:sp>
        <p:nvSpPr>
          <p:cNvPr id="6" name="Freeform 5"/>
          <p:cNvSpPr/>
          <p:nvPr/>
        </p:nvSpPr>
        <p:spPr bwMode="ltGray">
          <a:xfrm>
            <a:off x="0" y="0"/>
            <a:ext cx="2104575" cy="6860381"/>
          </a:xfrm>
          <a:custGeom>
            <a:avLst/>
            <a:gdLst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762994 w 2104575"/>
              <a:gd name="connsiteY3" fmla="*/ 6858000 h 6858000"/>
              <a:gd name="connsiteX4" fmla="*/ 195843 w 2104575"/>
              <a:gd name="connsiteY4" fmla="*/ 6858000 h 6858000"/>
              <a:gd name="connsiteX5" fmla="*/ 0 w 2104575"/>
              <a:gd name="connsiteY5" fmla="*/ 6858000 h 6858000"/>
              <a:gd name="connsiteX6" fmla="*/ 0 w 2104575"/>
              <a:gd name="connsiteY6" fmla="*/ 0 h 6858000"/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762994 w 2104575"/>
              <a:gd name="connsiteY3" fmla="*/ 6858000 h 6858000"/>
              <a:gd name="connsiteX4" fmla="*/ 0 w 2104575"/>
              <a:gd name="connsiteY4" fmla="*/ 6858000 h 6858000"/>
              <a:gd name="connsiteX5" fmla="*/ 0 w 2104575"/>
              <a:gd name="connsiteY5" fmla="*/ 0 h 6858000"/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0 w 2104575"/>
              <a:gd name="connsiteY3" fmla="*/ 6858000 h 6858000"/>
              <a:gd name="connsiteX4" fmla="*/ 0 w 2104575"/>
              <a:gd name="connsiteY4" fmla="*/ 0 h 6858000"/>
              <a:gd name="connsiteX0" fmla="*/ 0 w 2104575"/>
              <a:gd name="connsiteY0" fmla="*/ 0 h 6860381"/>
              <a:gd name="connsiteX1" fmla="*/ 2104575 w 2104575"/>
              <a:gd name="connsiteY1" fmla="*/ 0 h 6860381"/>
              <a:gd name="connsiteX2" fmla="*/ 645970 w 2104575"/>
              <a:gd name="connsiteY2" fmla="*/ 6860381 h 6860381"/>
              <a:gd name="connsiteX3" fmla="*/ 0 w 2104575"/>
              <a:gd name="connsiteY3" fmla="*/ 6858000 h 6860381"/>
              <a:gd name="connsiteX4" fmla="*/ 0 w 2104575"/>
              <a:gd name="connsiteY4" fmla="*/ 0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04575" h="6860381">
                <a:moveTo>
                  <a:pt x="0" y="0"/>
                </a:moveTo>
                <a:lnTo>
                  <a:pt x="2104575" y="0"/>
                </a:lnTo>
                <a:lnTo>
                  <a:pt x="645970" y="6860381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A5E2"/>
              </a:gs>
              <a:gs pos="50000">
                <a:srgbClr val="00A5E2"/>
              </a:gs>
              <a:gs pos="84000">
                <a:schemeClr val="accent2">
                  <a:alpha val="0"/>
                </a:schemeClr>
              </a:gs>
            </a:gsLst>
            <a:lin ang="2700000" scaled="1"/>
            <a:tileRect/>
          </a:gradFill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dirty="0" err="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6678387" y="2989333"/>
            <a:ext cx="4500000" cy="1440753"/>
          </a:xfrm>
        </p:spPr>
        <p:txBody>
          <a:bodyPr anchor="t"/>
          <a:lstStyle>
            <a:lvl1pPr algn="l">
              <a:defRPr sz="4800" i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26" name="Subtitle 2"/>
          <p:cNvSpPr>
            <a:spLocks noGrp="1"/>
          </p:cNvSpPr>
          <p:nvPr>
            <p:ph type="subTitle" idx="1"/>
          </p:nvPr>
        </p:nvSpPr>
        <p:spPr bwMode="black">
          <a:xfrm>
            <a:off x="1902190" y="2134650"/>
            <a:ext cx="4500000" cy="720000"/>
          </a:xfrm>
        </p:spPr>
        <p:txBody>
          <a:bodyPr anchor="b"/>
          <a:lstStyle>
            <a:lvl1pPr marL="0" indent="0" algn="r">
              <a:buNone/>
              <a:defRPr sz="2400" b="1">
                <a:solidFill>
                  <a:schemeClr val="accent1"/>
                </a:solidFill>
              </a:defRPr>
            </a:lvl1pPr>
            <a:lvl2pPr marL="0" indent="0" algn="l">
              <a:buNone/>
              <a:defRPr sz="2400" b="1">
                <a:solidFill>
                  <a:schemeClr val="accent1"/>
                </a:solidFill>
              </a:defRPr>
            </a:lvl2pPr>
            <a:lvl3pPr marL="0" indent="0" algn="l">
              <a:buNone/>
              <a:defRPr sz="2400" b="1">
                <a:solidFill>
                  <a:schemeClr val="accent1"/>
                </a:solidFill>
              </a:defRPr>
            </a:lvl3pPr>
            <a:lvl4pPr marL="0" indent="0" algn="l">
              <a:buNone/>
              <a:defRPr sz="2400" b="1">
                <a:solidFill>
                  <a:schemeClr val="accent1"/>
                </a:solidFill>
              </a:defRPr>
            </a:lvl4pPr>
            <a:lvl5pPr marL="0" indent="0" algn="l">
              <a:buNone/>
              <a:defRPr sz="2400" b="1">
                <a:solidFill>
                  <a:schemeClr val="accent1"/>
                </a:solidFill>
              </a:defRPr>
            </a:lvl5pPr>
            <a:lvl6pPr marL="0" indent="0" algn="l">
              <a:buNone/>
              <a:defRPr sz="2400" b="1">
                <a:solidFill>
                  <a:schemeClr val="accent1"/>
                </a:solidFill>
              </a:defRPr>
            </a:lvl6pPr>
            <a:lvl7pPr marL="0" indent="0" algn="l">
              <a:buNone/>
              <a:defRPr sz="2400" b="1">
                <a:solidFill>
                  <a:schemeClr val="accent1"/>
                </a:solidFill>
              </a:defRPr>
            </a:lvl7pPr>
            <a:lvl8pPr marL="0" indent="0" algn="l">
              <a:buNone/>
              <a:defRPr sz="2400" b="1">
                <a:solidFill>
                  <a:schemeClr val="accent1"/>
                </a:solidFill>
              </a:defRPr>
            </a:lvl8pPr>
            <a:lvl9pPr marL="0" indent="0" algn="l">
              <a:buNone/>
              <a:defRPr sz="24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1545875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/>
        </p:nvSpPr>
        <p:spPr bwMode="ltGray">
          <a:xfrm>
            <a:off x="0" y="0"/>
            <a:ext cx="2104575" cy="6860381"/>
          </a:xfrm>
          <a:custGeom>
            <a:avLst/>
            <a:gdLst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762994 w 2104575"/>
              <a:gd name="connsiteY3" fmla="*/ 6858000 h 6858000"/>
              <a:gd name="connsiteX4" fmla="*/ 195843 w 2104575"/>
              <a:gd name="connsiteY4" fmla="*/ 6858000 h 6858000"/>
              <a:gd name="connsiteX5" fmla="*/ 0 w 2104575"/>
              <a:gd name="connsiteY5" fmla="*/ 6858000 h 6858000"/>
              <a:gd name="connsiteX6" fmla="*/ 0 w 2104575"/>
              <a:gd name="connsiteY6" fmla="*/ 0 h 6858000"/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762994 w 2104575"/>
              <a:gd name="connsiteY3" fmla="*/ 6858000 h 6858000"/>
              <a:gd name="connsiteX4" fmla="*/ 0 w 2104575"/>
              <a:gd name="connsiteY4" fmla="*/ 6858000 h 6858000"/>
              <a:gd name="connsiteX5" fmla="*/ 0 w 2104575"/>
              <a:gd name="connsiteY5" fmla="*/ 0 h 6858000"/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0 w 2104575"/>
              <a:gd name="connsiteY3" fmla="*/ 6858000 h 6858000"/>
              <a:gd name="connsiteX4" fmla="*/ 0 w 2104575"/>
              <a:gd name="connsiteY4" fmla="*/ 0 h 6858000"/>
              <a:gd name="connsiteX0" fmla="*/ 0 w 2104575"/>
              <a:gd name="connsiteY0" fmla="*/ 0 h 6860381"/>
              <a:gd name="connsiteX1" fmla="*/ 2104575 w 2104575"/>
              <a:gd name="connsiteY1" fmla="*/ 0 h 6860381"/>
              <a:gd name="connsiteX2" fmla="*/ 645970 w 2104575"/>
              <a:gd name="connsiteY2" fmla="*/ 6860381 h 6860381"/>
              <a:gd name="connsiteX3" fmla="*/ 0 w 2104575"/>
              <a:gd name="connsiteY3" fmla="*/ 6858000 h 6860381"/>
              <a:gd name="connsiteX4" fmla="*/ 0 w 2104575"/>
              <a:gd name="connsiteY4" fmla="*/ 0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04575" h="6860381">
                <a:moveTo>
                  <a:pt x="0" y="0"/>
                </a:moveTo>
                <a:lnTo>
                  <a:pt x="2104575" y="0"/>
                </a:lnTo>
                <a:lnTo>
                  <a:pt x="645970" y="6860381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74C713"/>
              </a:gs>
              <a:gs pos="50000">
                <a:srgbClr val="74C713"/>
              </a:gs>
              <a:gs pos="84000">
                <a:srgbClr val="74C713">
                  <a:alpha val="0"/>
                </a:srgbClr>
              </a:gs>
            </a:gsLst>
            <a:lin ang="2700000" scaled="1"/>
            <a:tileRect/>
          </a:gradFill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dirty="0" err="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4854344" y="1462158"/>
            <a:ext cx="4500000" cy="1440753"/>
          </a:xfrm>
        </p:spPr>
        <p:txBody>
          <a:bodyPr anchor="b"/>
          <a:lstStyle>
            <a:lvl1pPr algn="l">
              <a:defRPr sz="4800" i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48" name="Subtitle 2"/>
          <p:cNvSpPr>
            <a:spLocks noGrp="1"/>
          </p:cNvSpPr>
          <p:nvPr>
            <p:ph type="subTitle" idx="1"/>
          </p:nvPr>
        </p:nvSpPr>
        <p:spPr bwMode="black">
          <a:xfrm>
            <a:off x="7055681" y="3064854"/>
            <a:ext cx="4500000" cy="720000"/>
          </a:xfrm>
        </p:spPr>
        <p:txBody>
          <a:bodyPr anchor="t"/>
          <a:lstStyle>
            <a:lvl1pPr marL="0" indent="0" algn="l">
              <a:buNone/>
              <a:defRPr sz="2400" b="1">
                <a:solidFill>
                  <a:schemeClr val="accent3"/>
                </a:solidFill>
              </a:defRPr>
            </a:lvl1pPr>
            <a:lvl2pPr marL="0" indent="0" algn="l">
              <a:buNone/>
              <a:defRPr sz="2400" b="1">
                <a:solidFill>
                  <a:schemeClr val="accent3"/>
                </a:solidFill>
              </a:defRPr>
            </a:lvl2pPr>
            <a:lvl3pPr marL="0" indent="0" algn="l">
              <a:buNone/>
              <a:defRPr sz="2400" b="1">
                <a:solidFill>
                  <a:schemeClr val="accent3"/>
                </a:solidFill>
              </a:defRPr>
            </a:lvl3pPr>
            <a:lvl4pPr marL="0" indent="0" algn="l">
              <a:buNone/>
              <a:defRPr sz="2400" b="1">
                <a:solidFill>
                  <a:schemeClr val="accent3"/>
                </a:solidFill>
              </a:defRPr>
            </a:lvl4pPr>
            <a:lvl5pPr marL="0" indent="0" algn="l">
              <a:buNone/>
              <a:defRPr sz="2400" b="1">
                <a:solidFill>
                  <a:schemeClr val="accent3"/>
                </a:solidFill>
              </a:defRPr>
            </a:lvl5pPr>
            <a:lvl6pPr marL="0" indent="0" algn="l">
              <a:buNone/>
              <a:defRPr sz="2400" b="1">
                <a:solidFill>
                  <a:schemeClr val="accent3"/>
                </a:solidFill>
              </a:defRPr>
            </a:lvl6pPr>
            <a:lvl7pPr marL="0" indent="0" algn="l">
              <a:buNone/>
              <a:defRPr sz="2400" b="1">
                <a:solidFill>
                  <a:schemeClr val="accent3"/>
                </a:solidFill>
              </a:defRPr>
            </a:lvl7pPr>
            <a:lvl8pPr marL="0" indent="0" algn="l">
              <a:buNone/>
              <a:defRPr sz="2400" b="1">
                <a:solidFill>
                  <a:schemeClr val="accent3"/>
                </a:solidFill>
              </a:defRPr>
            </a:lvl8pPr>
            <a:lvl9pPr marL="0" indent="0" algn="l">
              <a:buNone/>
              <a:defRPr sz="2400" b="1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24" name="Group 23"/>
          <p:cNvGrpSpPr/>
          <p:nvPr/>
        </p:nvGrpSpPr>
        <p:grpSpPr bwMode="black">
          <a:xfrm>
            <a:off x="759608" y="1"/>
            <a:ext cx="4148849" cy="6858000"/>
            <a:chOff x="-13927138" y="-1074738"/>
            <a:chExt cx="4913313" cy="8121651"/>
          </a:xfrm>
          <a:solidFill>
            <a:schemeClr val="bg1"/>
          </a:solidFill>
        </p:grpSpPr>
        <p:sp>
          <p:nvSpPr>
            <p:cNvPr id="26" name="Freeform 6"/>
            <p:cNvSpPr>
              <a:spLocks/>
            </p:cNvSpPr>
            <p:nvPr userDrawn="1"/>
          </p:nvSpPr>
          <p:spPr bwMode="black">
            <a:xfrm>
              <a:off x="-13927138" y="-1074738"/>
              <a:ext cx="2947988" cy="8121651"/>
            </a:xfrm>
            <a:custGeom>
              <a:avLst/>
              <a:gdLst>
                <a:gd name="T0" fmla="*/ 9 w 1857"/>
                <a:gd name="T1" fmla="*/ 5116 h 5116"/>
                <a:gd name="T2" fmla="*/ 1857 w 1857"/>
                <a:gd name="T3" fmla="*/ 0 h 5116"/>
                <a:gd name="T4" fmla="*/ 1847 w 1857"/>
                <a:gd name="T5" fmla="*/ 0 h 5116"/>
                <a:gd name="T6" fmla="*/ 0 w 1857"/>
                <a:gd name="T7" fmla="*/ 5116 h 5116"/>
                <a:gd name="T8" fmla="*/ 9 w 1857"/>
                <a:gd name="T9" fmla="*/ 5116 h 5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57" h="5116">
                  <a:moveTo>
                    <a:pt x="9" y="5116"/>
                  </a:moveTo>
                  <a:lnTo>
                    <a:pt x="1857" y="0"/>
                  </a:lnTo>
                  <a:lnTo>
                    <a:pt x="1847" y="0"/>
                  </a:lnTo>
                  <a:lnTo>
                    <a:pt x="0" y="5116"/>
                  </a:lnTo>
                  <a:lnTo>
                    <a:pt x="9" y="5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7"/>
            <p:cNvSpPr>
              <a:spLocks/>
            </p:cNvSpPr>
            <p:nvPr userDrawn="1"/>
          </p:nvSpPr>
          <p:spPr bwMode="black">
            <a:xfrm>
              <a:off x="-10623550" y="-1074738"/>
              <a:ext cx="1609725" cy="8121651"/>
            </a:xfrm>
            <a:custGeom>
              <a:avLst/>
              <a:gdLst>
                <a:gd name="T0" fmla="*/ 10 w 1014"/>
                <a:gd name="T1" fmla="*/ 5116 h 5116"/>
                <a:gd name="T2" fmla="*/ 1014 w 1014"/>
                <a:gd name="T3" fmla="*/ 0 h 5116"/>
                <a:gd name="T4" fmla="*/ 1004 w 1014"/>
                <a:gd name="T5" fmla="*/ 0 h 5116"/>
                <a:gd name="T6" fmla="*/ 0 w 1014"/>
                <a:gd name="T7" fmla="*/ 5116 h 5116"/>
                <a:gd name="T8" fmla="*/ 10 w 1014"/>
                <a:gd name="T9" fmla="*/ 5116 h 5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4" h="5116">
                  <a:moveTo>
                    <a:pt x="10" y="5116"/>
                  </a:moveTo>
                  <a:lnTo>
                    <a:pt x="1014" y="0"/>
                  </a:lnTo>
                  <a:lnTo>
                    <a:pt x="1004" y="0"/>
                  </a:lnTo>
                  <a:lnTo>
                    <a:pt x="0" y="5116"/>
                  </a:lnTo>
                  <a:lnTo>
                    <a:pt x="10" y="5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322217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EA801F2-FF2D-A55A-D4D1-83DC1856224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44701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7" imgH="348" progId="TCLayout.ActiveDocument.1">
                  <p:embed/>
                </p:oleObj>
              </mc:Choice>
              <mc:Fallback>
                <p:oleObj name="think-cell Folie" r:id="rId4" imgW="347" imgH="34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A801F2-FF2D-A55A-D4D1-83DC185622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0" y="1732751"/>
            <a:ext cx="10798461" cy="475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2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BAD9C129-73F4-363D-9E70-45CCB2D6A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pic>
        <p:nvPicPr>
          <p:cNvPr id="12" name="Picture 1">
            <a:extLst>
              <a:ext uri="{FF2B5EF4-FFF2-40B4-BE49-F238E27FC236}">
                <a16:creationId xmlns:a16="http://schemas.microsoft.com/office/drawing/2014/main" id="{6FECBD6E-564D-E3BC-7540-83C11E57F81E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220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pos="619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1094">
          <p15:clr>
            <a:srgbClr val="FBAE40"/>
          </p15:clr>
        </p15:guide>
        <p15:guide id="4" orient="horz" pos="4085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6"/>
          </p:nvPr>
        </p:nvSpPr>
        <p:spPr>
          <a:xfrm>
            <a:off x="981820" y="1732750"/>
            <a:ext cx="5220000" cy="4752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3" name="Inhaltsplatzhalter 12"/>
          <p:cNvSpPr>
            <a:spLocks noGrp="1"/>
          </p:cNvSpPr>
          <p:nvPr>
            <p:ph sz="quarter" idx="17"/>
          </p:nvPr>
        </p:nvSpPr>
        <p:spPr>
          <a:xfrm>
            <a:off x="6559603" y="1732750"/>
            <a:ext cx="5220000" cy="4752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2AA3ECE4-3B4A-CB0D-88EE-D6C87FC18C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900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pos="3908">
          <p15:clr>
            <a:srgbClr val="FBAE40"/>
          </p15:clr>
        </p15:guide>
        <p15:guide id="2" pos="4134">
          <p15:clr>
            <a:srgbClr val="FBAE40"/>
          </p15:clr>
        </p15:guide>
        <p15:guide id="3" orient="horz" pos="1094">
          <p15:clr>
            <a:srgbClr val="FBAE40"/>
          </p15:clr>
        </p15:guide>
        <p15:guide id="4" orient="horz" pos="4085">
          <p15:clr>
            <a:srgbClr val="FBAE40"/>
          </p15:clr>
        </p15:guide>
        <p15:guide id="5" pos="619">
          <p15:clr>
            <a:srgbClr val="FBAE40"/>
          </p15:clr>
        </p15:guide>
        <p15:guide id="6" pos="7423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(2) &amp; Images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sp>
        <p:nvSpPr>
          <p:cNvPr id="11" name="Text Placeholder 10 (left)"/>
          <p:cNvSpPr>
            <a:spLocks noGrp="1"/>
          </p:cNvSpPr>
          <p:nvPr>
            <p:ph type="body" sz="quarter" idx="14"/>
          </p:nvPr>
        </p:nvSpPr>
        <p:spPr bwMode="gray">
          <a:xfrm>
            <a:off x="981820" y="3892749"/>
            <a:ext cx="5220000" cy="2592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0 (right)"/>
          <p:cNvSpPr>
            <a:spLocks noGrp="1"/>
          </p:cNvSpPr>
          <p:nvPr>
            <p:ph type="body" sz="quarter" idx="15"/>
          </p:nvPr>
        </p:nvSpPr>
        <p:spPr bwMode="gray">
          <a:xfrm>
            <a:off x="6559719" y="3892749"/>
            <a:ext cx="5220000" cy="259200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Picture Placeholder 14 (left)"/>
          <p:cNvSpPr>
            <a:spLocks noGrp="1"/>
          </p:cNvSpPr>
          <p:nvPr>
            <p:ph type="pic" sz="quarter" idx="16"/>
          </p:nvPr>
        </p:nvSpPr>
        <p:spPr bwMode="gray">
          <a:xfrm>
            <a:off x="981820" y="1732750"/>
            <a:ext cx="5220000" cy="1800000"/>
          </a:xfrm>
        </p:spPr>
        <p:txBody>
          <a:bodyPr tIns="540000"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4 (right)"/>
          <p:cNvSpPr>
            <a:spLocks noGrp="1"/>
          </p:cNvSpPr>
          <p:nvPr>
            <p:ph type="pic" sz="quarter" idx="17"/>
          </p:nvPr>
        </p:nvSpPr>
        <p:spPr bwMode="gray">
          <a:xfrm>
            <a:off x="6559719" y="1732750"/>
            <a:ext cx="5220000" cy="1800000"/>
          </a:xfrm>
        </p:spPr>
        <p:txBody>
          <a:bodyPr tIns="540000"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2B646137-E5D7-5420-0ED3-8C6CF987590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750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pos="3908">
          <p15:clr>
            <a:srgbClr val="FBAE40"/>
          </p15:clr>
        </p15:guide>
        <p15:guide id="2" pos="4134">
          <p15:clr>
            <a:srgbClr val="FBAE40"/>
          </p15:clr>
        </p15:guide>
        <p15:guide id="3" orient="horz" pos="2228">
          <p15:clr>
            <a:srgbClr val="FBAE40"/>
          </p15:clr>
        </p15:guide>
        <p15:guide id="4" orient="horz" pos="2455">
          <p15:clr>
            <a:srgbClr val="FBAE40"/>
          </p15:clr>
        </p15:guide>
        <p15:guide id="5" pos="619">
          <p15:clr>
            <a:srgbClr val="FBAE40"/>
          </p15:clr>
        </p15:guide>
        <p15:guide id="6" pos="7423">
          <p15:clr>
            <a:srgbClr val="FBAE40"/>
          </p15:clr>
        </p15:guide>
        <p15:guide id="7" orient="horz" pos="1094">
          <p15:clr>
            <a:srgbClr val="FBAE40"/>
          </p15:clr>
        </p15:guide>
        <p15:guide id="8" orient="horz" pos="4085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/>
          <p:cNvSpPr/>
          <p:nvPr/>
        </p:nvSpPr>
        <p:spPr bwMode="gray">
          <a:xfrm flipV="1">
            <a:off x="0" y="0"/>
            <a:ext cx="8198127" cy="6877050"/>
          </a:xfrm>
          <a:custGeom>
            <a:avLst/>
            <a:gdLst>
              <a:gd name="connsiteX0" fmla="*/ 0 w 8198127"/>
              <a:gd name="connsiteY0" fmla="*/ 6877050 h 6877050"/>
              <a:gd name="connsiteX1" fmla="*/ 6090082 w 8198127"/>
              <a:gd name="connsiteY1" fmla="*/ 6877050 h 6877050"/>
              <a:gd name="connsiteX2" fmla="*/ 8198127 w 8198127"/>
              <a:gd name="connsiteY2" fmla="*/ 6877050 h 6877050"/>
              <a:gd name="connsiteX3" fmla="*/ 6090082 w 8198127"/>
              <a:gd name="connsiteY3" fmla="*/ 0 h 6877050"/>
              <a:gd name="connsiteX4" fmla="*/ 0 w 8198127"/>
              <a:gd name="connsiteY4" fmla="*/ 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98127" h="6877050">
                <a:moveTo>
                  <a:pt x="0" y="6877050"/>
                </a:moveTo>
                <a:lnTo>
                  <a:pt x="6090082" y="6877050"/>
                </a:lnTo>
                <a:lnTo>
                  <a:pt x="8198127" y="6877050"/>
                </a:lnTo>
                <a:lnTo>
                  <a:pt x="6090082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2760">
                <a:srgbClr val="00617F"/>
              </a:gs>
              <a:gs pos="0">
                <a:srgbClr val="00617F"/>
              </a:gs>
              <a:gs pos="72000">
                <a:srgbClr val="10384F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708819" y="1732422"/>
            <a:ext cx="5381498" cy="592952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708819" y="2424948"/>
            <a:ext cx="5381498" cy="1620000"/>
          </a:xfrm>
        </p:spPr>
        <p:txBody>
          <a:bodyPr anchor="t"/>
          <a:lstStyle>
            <a:lvl1pPr>
              <a:defRPr sz="5400" i="1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7DB5C-15A7-4763-A498-7608598D843B}"/>
              </a:ext>
            </a:extLst>
          </p:cNvPr>
          <p:cNvSpPr txBox="1"/>
          <p:nvPr/>
        </p:nvSpPr>
        <p:spPr bwMode="white">
          <a:xfrm>
            <a:off x="1378683" y="4041068"/>
            <a:ext cx="480832" cy="1797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56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1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///////////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white">
          <a:xfrm>
            <a:off x="1414398" y="4262151"/>
            <a:ext cx="3600000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4"/>
          </p:nvPr>
        </p:nvSpPr>
        <p:spPr bwMode="gray">
          <a:xfrm>
            <a:off x="6095922" y="0"/>
            <a:ext cx="6094492" cy="6858000"/>
          </a:xfrm>
          <a:custGeom>
            <a:avLst/>
            <a:gdLst>
              <a:gd name="connsiteX0" fmla="*/ 2102205 w 6094492"/>
              <a:gd name="connsiteY0" fmla="*/ 0 h 6858000"/>
              <a:gd name="connsiteX1" fmla="*/ 6094492 w 6094492"/>
              <a:gd name="connsiteY1" fmla="*/ 0 h 6858000"/>
              <a:gd name="connsiteX2" fmla="*/ 6094492 w 6094492"/>
              <a:gd name="connsiteY2" fmla="*/ 6858000 h 6858000"/>
              <a:gd name="connsiteX3" fmla="*/ 0 w 60944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4492" h="6858000">
                <a:moveTo>
                  <a:pt x="2102205" y="0"/>
                </a:moveTo>
                <a:lnTo>
                  <a:pt x="6094492" y="0"/>
                </a:lnTo>
                <a:lnTo>
                  <a:pt x="609449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Freeform 6"/>
          <p:cNvSpPr>
            <a:spLocks/>
          </p:cNvSpPr>
          <p:nvPr/>
        </p:nvSpPr>
        <p:spPr bwMode="gray">
          <a:xfrm>
            <a:off x="5111334" y="0"/>
            <a:ext cx="2938864" cy="6877050"/>
          </a:xfrm>
          <a:custGeom>
            <a:avLst/>
            <a:gdLst>
              <a:gd name="T0" fmla="*/ 10 w 2188"/>
              <a:gd name="T1" fmla="*/ 5120 h 5120"/>
              <a:gd name="T2" fmla="*/ 2188 w 2188"/>
              <a:gd name="T3" fmla="*/ 0 h 5120"/>
              <a:gd name="T4" fmla="*/ 2179 w 2188"/>
              <a:gd name="T5" fmla="*/ 0 h 5120"/>
              <a:gd name="T6" fmla="*/ 0 w 2188"/>
              <a:gd name="T7" fmla="*/ 5120 h 5120"/>
              <a:gd name="T8" fmla="*/ 10 w 2188"/>
              <a:gd name="T9" fmla="*/ 5120 h 5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88" h="5120">
                <a:moveTo>
                  <a:pt x="10" y="5120"/>
                </a:moveTo>
                <a:lnTo>
                  <a:pt x="2188" y="0"/>
                </a:lnTo>
                <a:lnTo>
                  <a:pt x="2179" y="0"/>
                </a:lnTo>
                <a:lnTo>
                  <a:pt x="0" y="5120"/>
                </a:lnTo>
                <a:lnTo>
                  <a:pt x="10" y="512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2832195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>
      <p:transition spd="med">
        <p:fade/>
      </p:transition>
    </mc:Fallback>
  </mc:AlternateContent>
  <p:hf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/>
          <p:cNvSpPr/>
          <p:nvPr/>
        </p:nvSpPr>
        <p:spPr bwMode="gray">
          <a:xfrm flipV="1">
            <a:off x="0" y="0"/>
            <a:ext cx="8198127" cy="6877050"/>
          </a:xfrm>
          <a:custGeom>
            <a:avLst/>
            <a:gdLst>
              <a:gd name="connsiteX0" fmla="*/ 0 w 8198127"/>
              <a:gd name="connsiteY0" fmla="*/ 6877050 h 6877050"/>
              <a:gd name="connsiteX1" fmla="*/ 6090082 w 8198127"/>
              <a:gd name="connsiteY1" fmla="*/ 6877050 h 6877050"/>
              <a:gd name="connsiteX2" fmla="*/ 8198127 w 8198127"/>
              <a:gd name="connsiteY2" fmla="*/ 6877050 h 6877050"/>
              <a:gd name="connsiteX3" fmla="*/ 6090082 w 8198127"/>
              <a:gd name="connsiteY3" fmla="*/ 0 h 6877050"/>
              <a:gd name="connsiteX4" fmla="*/ 0 w 8198127"/>
              <a:gd name="connsiteY4" fmla="*/ 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98127" h="6877050">
                <a:moveTo>
                  <a:pt x="0" y="6877050"/>
                </a:moveTo>
                <a:lnTo>
                  <a:pt x="6090082" y="6877050"/>
                </a:lnTo>
                <a:lnTo>
                  <a:pt x="8198127" y="6877050"/>
                </a:lnTo>
                <a:lnTo>
                  <a:pt x="6090082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28000">
                <a:srgbClr val="2B6636"/>
              </a:gs>
              <a:gs pos="0">
                <a:srgbClr val="2B6636"/>
              </a:gs>
              <a:gs pos="72000">
                <a:srgbClr val="004422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708821" y="1732757"/>
            <a:ext cx="5381496" cy="592617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708820" y="2424948"/>
            <a:ext cx="5381498" cy="1620000"/>
          </a:xfrm>
        </p:spPr>
        <p:txBody>
          <a:bodyPr anchor="t"/>
          <a:lstStyle>
            <a:lvl1pPr>
              <a:defRPr sz="5400" i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7DB5C-15A7-4763-A498-7608598D843B}"/>
              </a:ext>
            </a:extLst>
          </p:cNvPr>
          <p:cNvSpPr txBox="1"/>
          <p:nvPr/>
        </p:nvSpPr>
        <p:spPr bwMode="white">
          <a:xfrm>
            <a:off x="1378683" y="4041068"/>
            <a:ext cx="480832" cy="1797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56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1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</a:rPr>
              <a:t>///////////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white">
          <a:xfrm>
            <a:off x="1414398" y="4262151"/>
            <a:ext cx="3600000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4"/>
          </p:nvPr>
        </p:nvSpPr>
        <p:spPr bwMode="gray">
          <a:xfrm>
            <a:off x="6095922" y="0"/>
            <a:ext cx="6094492" cy="6858000"/>
          </a:xfrm>
          <a:custGeom>
            <a:avLst/>
            <a:gdLst>
              <a:gd name="connsiteX0" fmla="*/ 2102205 w 6094492"/>
              <a:gd name="connsiteY0" fmla="*/ 0 h 6858000"/>
              <a:gd name="connsiteX1" fmla="*/ 6094492 w 6094492"/>
              <a:gd name="connsiteY1" fmla="*/ 0 h 6858000"/>
              <a:gd name="connsiteX2" fmla="*/ 6094492 w 6094492"/>
              <a:gd name="connsiteY2" fmla="*/ 6858000 h 6858000"/>
              <a:gd name="connsiteX3" fmla="*/ 0 w 60944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4492" h="6858000">
                <a:moveTo>
                  <a:pt x="2102205" y="0"/>
                </a:moveTo>
                <a:lnTo>
                  <a:pt x="6094492" y="0"/>
                </a:lnTo>
                <a:lnTo>
                  <a:pt x="609449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Freeform 6"/>
          <p:cNvSpPr>
            <a:spLocks/>
          </p:cNvSpPr>
          <p:nvPr/>
        </p:nvSpPr>
        <p:spPr bwMode="gray">
          <a:xfrm>
            <a:off x="5111334" y="0"/>
            <a:ext cx="2938864" cy="6877050"/>
          </a:xfrm>
          <a:custGeom>
            <a:avLst/>
            <a:gdLst>
              <a:gd name="T0" fmla="*/ 10 w 2188"/>
              <a:gd name="T1" fmla="*/ 5120 h 5120"/>
              <a:gd name="T2" fmla="*/ 2188 w 2188"/>
              <a:gd name="T3" fmla="*/ 0 h 5120"/>
              <a:gd name="T4" fmla="*/ 2179 w 2188"/>
              <a:gd name="T5" fmla="*/ 0 h 5120"/>
              <a:gd name="T6" fmla="*/ 0 w 2188"/>
              <a:gd name="T7" fmla="*/ 5120 h 5120"/>
              <a:gd name="T8" fmla="*/ 10 w 2188"/>
              <a:gd name="T9" fmla="*/ 5120 h 5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88" h="5120">
                <a:moveTo>
                  <a:pt x="10" y="5120"/>
                </a:moveTo>
                <a:lnTo>
                  <a:pt x="2188" y="0"/>
                </a:lnTo>
                <a:lnTo>
                  <a:pt x="2179" y="0"/>
                </a:lnTo>
                <a:lnTo>
                  <a:pt x="0" y="5120"/>
                </a:lnTo>
                <a:lnTo>
                  <a:pt x="10" y="51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201365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>
      <p:transition spd="med">
        <p:fade/>
      </p:transition>
    </mc:Fallback>
  </mc:AlternateContent>
  <p:hf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/>
          <p:cNvSpPr/>
          <p:nvPr/>
        </p:nvSpPr>
        <p:spPr bwMode="gray">
          <a:xfrm flipV="1">
            <a:off x="0" y="0"/>
            <a:ext cx="8198127" cy="6877050"/>
          </a:xfrm>
          <a:custGeom>
            <a:avLst/>
            <a:gdLst>
              <a:gd name="connsiteX0" fmla="*/ 0 w 8198127"/>
              <a:gd name="connsiteY0" fmla="*/ 6877050 h 6877050"/>
              <a:gd name="connsiteX1" fmla="*/ 6090082 w 8198127"/>
              <a:gd name="connsiteY1" fmla="*/ 6877050 h 6877050"/>
              <a:gd name="connsiteX2" fmla="*/ 8198127 w 8198127"/>
              <a:gd name="connsiteY2" fmla="*/ 6877050 h 6877050"/>
              <a:gd name="connsiteX3" fmla="*/ 6090082 w 8198127"/>
              <a:gd name="connsiteY3" fmla="*/ 0 h 6877050"/>
              <a:gd name="connsiteX4" fmla="*/ 0 w 8198127"/>
              <a:gd name="connsiteY4" fmla="*/ 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98127" h="6877050">
                <a:moveTo>
                  <a:pt x="0" y="6877050"/>
                </a:moveTo>
                <a:lnTo>
                  <a:pt x="6090082" y="6877050"/>
                </a:lnTo>
                <a:lnTo>
                  <a:pt x="8198127" y="6877050"/>
                </a:lnTo>
                <a:lnTo>
                  <a:pt x="6090082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28000">
                <a:srgbClr val="624963"/>
              </a:gs>
              <a:gs pos="0">
                <a:srgbClr val="624963"/>
              </a:gs>
              <a:gs pos="72000">
                <a:srgbClr val="443247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708820" y="1732757"/>
            <a:ext cx="5381496" cy="592617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708820" y="2424948"/>
            <a:ext cx="5381498" cy="1620000"/>
          </a:xfrm>
        </p:spPr>
        <p:txBody>
          <a:bodyPr anchor="t"/>
          <a:lstStyle>
            <a:lvl1pPr>
              <a:defRPr sz="5400" i="1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7DB5C-15A7-4763-A498-7608598D843B}"/>
              </a:ext>
            </a:extLst>
          </p:cNvPr>
          <p:cNvSpPr txBox="1"/>
          <p:nvPr/>
        </p:nvSpPr>
        <p:spPr bwMode="white">
          <a:xfrm>
            <a:off x="1378683" y="4041068"/>
            <a:ext cx="480832" cy="1797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56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1" b="0" i="0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</a:rPr>
              <a:t>///////////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white">
          <a:xfrm>
            <a:off x="1414398" y="4262151"/>
            <a:ext cx="3600000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4"/>
          </p:nvPr>
        </p:nvSpPr>
        <p:spPr bwMode="gray">
          <a:xfrm>
            <a:off x="6095922" y="0"/>
            <a:ext cx="6094492" cy="6858000"/>
          </a:xfrm>
          <a:custGeom>
            <a:avLst/>
            <a:gdLst>
              <a:gd name="connsiteX0" fmla="*/ 2102205 w 6094492"/>
              <a:gd name="connsiteY0" fmla="*/ 0 h 6858000"/>
              <a:gd name="connsiteX1" fmla="*/ 6094492 w 6094492"/>
              <a:gd name="connsiteY1" fmla="*/ 0 h 6858000"/>
              <a:gd name="connsiteX2" fmla="*/ 6094492 w 6094492"/>
              <a:gd name="connsiteY2" fmla="*/ 6858000 h 6858000"/>
              <a:gd name="connsiteX3" fmla="*/ 0 w 60944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4492" h="6858000">
                <a:moveTo>
                  <a:pt x="2102205" y="0"/>
                </a:moveTo>
                <a:lnTo>
                  <a:pt x="6094492" y="0"/>
                </a:lnTo>
                <a:lnTo>
                  <a:pt x="609449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Freeform 6"/>
          <p:cNvSpPr>
            <a:spLocks/>
          </p:cNvSpPr>
          <p:nvPr/>
        </p:nvSpPr>
        <p:spPr bwMode="gray">
          <a:xfrm>
            <a:off x="5111334" y="0"/>
            <a:ext cx="2938864" cy="6877050"/>
          </a:xfrm>
          <a:custGeom>
            <a:avLst/>
            <a:gdLst>
              <a:gd name="T0" fmla="*/ 10 w 2188"/>
              <a:gd name="T1" fmla="*/ 5120 h 5120"/>
              <a:gd name="T2" fmla="*/ 2188 w 2188"/>
              <a:gd name="T3" fmla="*/ 0 h 5120"/>
              <a:gd name="T4" fmla="*/ 2179 w 2188"/>
              <a:gd name="T5" fmla="*/ 0 h 5120"/>
              <a:gd name="T6" fmla="*/ 0 w 2188"/>
              <a:gd name="T7" fmla="*/ 5120 h 5120"/>
              <a:gd name="T8" fmla="*/ 10 w 2188"/>
              <a:gd name="T9" fmla="*/ 5120 h 5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88" h="5120">
                <a:moveTo>
                  <a:pt x="10" y="5120"/>
                </a:moveTo>
                <a:lnTo>
                  <a:pt x="2188" y="0"/>
                </a:lnTo>
                <a:lnTo>
                  <a:pt x="2179" y="0"/>
                </a:lnTo>
                <a:lnTo>
                  <a:pt x="0" y="5120"/>
                </a:lnTo>
                <a:lnTo>
                  <a:pt x="10" y="512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4142937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>
      <p:transition spd="med">
        <p:fade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8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61" Type="http://schemas.openxmlformats.org/officeDocument/2006/relationships/image" Target="../media/image5.png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image" Target="../media/image3.pn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C707336-AF32-AD74-C057-C9DCB423ED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4"/>
            </p:custDataLst>
            <p:extLst>
              <p:ext uri="{D42A27DB-BD31-4B8C-83A1-F6EECF244321}">
                <p14:modId xmlns:p14="http://schemas.microsoft.com/office/powerpoint/2010/main" val="11956471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6" imgW="347" imgH="348" progId="TCLayout.ActiveDocument.1">
                  <p:embed/>
                </p:oleObj>
              </mc:Choice>
              <mc:Fallback>
                <p:oleObj name="think-cell Folie" r:id="rId56" imgW="347" imgH="34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707336-AF32-AD74-C057-C9DCB423ED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980281" y="1732751"/>
            <a:ext cx="10800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981821" y="181938"/>
            <a:ext cx="10798460" cy="864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gray">
          <a:xfrm>
            <a:off x="974672" y="6617933"/>
            <a:ext cx="864000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>
              <a:defRPr sz="700">
                <a:solidFill>
                  <a:schemeClr val="accent1"/>
                </a:solidFill>
              </a:defRPr>
            </a:lvl1pPr>
            <a:lvl2pPr marL="0" indent="0">
              <a:defRPr sz="700">
                <a:solidFill>
                  <a:schemeClr val="accent1"/>
                </a:solidFill>
              </a:defRPr>
            </a:lvl2pPr>
            <a:lvl3pPr marL="0" indent="0">
              <a:defRPr sz="700">
                <a:solidFill>
                  <a:schemeClr val="accent1"/>
                </a:solidFill>
              </a:defRPr>
            </a:lvl3pPr>
            <a:lvl4pPr marL="0" indent="0">
              <a:defRPr sz="700">
                <a:solidFill>
                  <a:schemeClr val="accent1"/>
                </a:solidFill>
              </a:defRPr>
            </a:lvl4pPr>
            <a:lvl5pPr marL="0" indent="0">
              <a:defRPr sz="700">
                <a:solidFill>
                  <a:schemeClr val="accent1"/>
                </a:solidFill>
              </a:defRPr>
            </a:lvl5pPr>
            <a:lvl6pPr marL="0" indent="0">
              <a:tabLst/>
              <a:defRPr sz="700">
                <a:solidFill>
                  <a:schemeClr val="accent1"/>
                </a:solidFill>
              </a:defRPr>
            </a:lvl6pPr>
            <a:lvl7pPr marL="0" indent="0">
              <a:tabLst/>
              <a:defRPr sz="700">
                <a:solidFill>
                  <a:schemeClr val="accent1"/>
                </a:solidFill>
              </a:defRPr>
            </a:lvl7pPr>
            <a:lvl8pPr marL="0" indent="0">
              <a:defRPr sz="700">
                <a:solidFill>
                  <a:schemeClr val="accent1"/>
                </a:solidFill>
              </a:defRPr>
            </a:lvl8pPr>
            <a:lvl9pPr marL="0" indent="0">
              <a:defRPr sz="700">
                <a:solidFill>
                  <a:schemeClr val="accent1"/>
                </a:solidFill>
              </a:defRPr>
            </a:lvl9pPr>
          </a:lstStyle>
          <a:p>
            <a:r>
              <a:rPr lang="en-US" dirty="0"/>
              <a:t>/// Bayer Template ///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95843" y="6617933"/>
            <a:ext cx="392326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700">
                <a:solidFill>
                  <a:schemeClr val="accent2"/>
                </a:solidFill>
              </a:defRPr>
            </a:lvl1pPr>
            <a:lvl2pPr marL="0" indent="0" algn="ctr">
              <a:defRPr sz="700">
                <a:solidFill>
                  <a:schemeClr val="accent2"/>
                </a:solidFill>
              </a:defRPr>
            </a:lvl2pPr>
            <a:lvl3pPr marL="0" indent="0" algn="ctr">
              <a:defRPr sz="700">
                <a:solidFill>
                  <a:schemeClr val="accent2"/>
                </a:solidFill>
              </a:defRPr>
            </a:lvl3pPr>
            <a:lvl4pPr marL="0" indent="0" algn="ctr">
              <a:defRPr sz="700">
                <a:solidFill>
                  <a:schemeClr val="accent2"/>
                </a:solidFill>
              </a:defRPr>
            </a:lvl4pPr>
            <a:lvl5pPr marL="0" indent="0" algn="ctr">
              <a:defRPr sz="700">
                <a:solidFill>
                  <a:schemeClr val="accent2"/>
                </a:solidFill>
              </a:defRPr>
            </a:lvl5pPr>
            <a:lvl6pPr marL="0" indent="0" algn="ctr">
              <a:defRPr sz="700">
                <a:solidFill>
                  <a:schemeClr val="accent2"/>
                </a:solidFill>
              </a:defRPr>
            </a:lvl6pPr>
            <a:lvl7pPr marL="0" indent="0" algn="ctr">
              <a:defRPr sz="700">
                <a:solidFill>
                  <a:schemeClr val="accent2"/>
                </a:solidFill>
              </a:defRPr>
            </a:lvl7pPr>
            <a:lvl8pPr marL="0" indent="0" algn="ctr">
              <a:defRPr sz="700">
                <a:solidFill>
                  <a:schemeClr val="accent2"/>
                </a:solidFill>
              </a:defRPr>
            </a:lvl8pPr>
            <a:lvl9pPr marL="0" indent="0" algn="ctr">
              <a:defRPr sz="700">
                <a:solidFill>
                  <a:schemeClr val="accent2"/>
                </a:solidFill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7" name="empower - DO NOT DELETE!!!" hidden="1"/>
          <p:cNvSpPr/>
          <p:nvPr userDrawn="1">
            <p:custDataLst>
              <p:tags r:id="rId55"/>
            </p:custDataLst>
          </p:nvPr>
        </p:nvSpPr>
        <p:spPr bwMode="gray">
          <a:xfrm>
            <a:off x="0" y="0"/>
            <a:ext cx="0" cy="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BEA559-3317-124E-E1A7-6B3B11ED889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160125" y="6459220"/>
            <a:ext cx="1023938" cy="3352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2200">
                <a:solidFill>
                  <a:srgbClr val="B80000">
                    <a:alpha val="50000"/>
                  </a:srgbClr>
                </a:solidFill>
                <a:latin typeface="Aptos" panose="020B0004020202020204" pitchFamily="34" charset="0"/>
              </a:rPr>
              <a:t>SECRET</a:t>
            </a:r>
          </a:p>
        </p:txBody>
      </p:sp>
    </p:spTree>
    <p:extLst>
      <p:ext uri="{BB962C8B-B14F-4D97-AF65-F5344CB8AC3E}">
        <p14:creationId xmlns:p14="http://schemas.microsoft.com/office/powerpoint/2010/main" val="381456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08" r:id="rId1"/>
    <p:sldLayoutId id="2147484509" r:id="rId2"/>
    <p:sldLayoutId id="2147484424" r:id="rId3"/>
    <p:sldLayoutId id="2147484475" r:id="rId4"/>
    <p:sldLayoutId id="2147484473" r:id="rId5"/>
    <p:sldLayoutId id="2147484476" r:id="rId6"/>
    <p:sldLayoutId id="2147484458" r:id="rId7"/>
    <p:sldLayoutId id="2147484431" r:id="rId8"/>
    <p:sldLayoutId id="2147484432" r:id="rId9"/>
    <p:sldLayoutId id="2147484433" r:id="rId10"/>
    <p:sldLayoutId id="2147484363" r:id="rId11"/>
    <p:sldLayoutId id="2147484462" r:id="rId12"/>
    <p:sldLayoutId id="2147484384" r:id="rId13"/>
    <p:sldLayoutId id="2147484385" r:id="rId14"/>
    <p:sldLayoutId id="2147484404" r:id="rId15"/>
    <p:sldLayoutId id="2147484395" r:id="rId16"/>
    <p:sldLayoutId id="2147484438" r:id="rId17"/>
    <p:sldLayoutId id="2147484388" r:id="rId18"/>
    <p:sldLayoutId id="2147484435" r:id="rId19"/>
    <p:sldLayoutId id="2147484436" r:id="rId20"/>
    <p:sldLayoutId id="2147484398" r:id="rId21"/>
    <p:sldLayoutId id="2147484439" r:id="rId22"/>
    <p:sldLayoutId id="2147484465" r:id="rId23"/>
    <p:sldLayoutId id="2147484405" r:id="rId24"/>
    <p:sldLayoutId id="2147484449" r:id="rId25"/>
    <p:sldLayoutId id="2147484403" r:id="rId26"/>
    <p:sldLayoutId id="2147484440" r:id="rId27"/>
    <p:sldLayoutId id="2147484408" r:id="rId28"/>
    <p:sldLayoutId id="2147484411" r:id="rId29"/>
    <p:sldLayoutId id="2147484366" r:id="rId30"/>
    <p:sldLayoutId id="2147484367" r:id="rId31"/>
    <p:sldLayoutId id="2147484399" r:id="rId32"/>
    <p:sldLayoutId id="2147484368" r:id="rId33"/>
    <p:sldLayoutId id="2147484392" r:id="rId34"/>
    <p:sldLayoutId id="2147484393" r:id="rId35"/>
    <p:sldLayoutId id="2147484394" r:id="rId36"/>
    <p:sldLayoutId id="2147484400" r:id="rId37"/>
    <p:sldLayoutId id="2147484401" r:id="rId38"/>
    <p:sldLayoutId id="2147484402" r:id="rId39"/>
    <p:sldLayoutId id="2147484489" r:id="rId40"/>
    <p:sldLayoutId id="2147484490" r:id="rId41"/>
    <p:sldLayoutId id="2147484491" r:id="rId42"/>
    <p:sldLayoutId id="2147484492" r:id="rId43"/>
    <p:sldLayoutId id="2147484493" r:id="rId44"/>
    <p:sldLayoutId id="2147484494" r:id="rId45"/>
    <p:sldLayoutId id="2147484495" r:id="rId46"/>
    <p:sldLayoutId id="2147484496" r:id="rId47"/>
    <p:sldLayoutId id="2147484497" r:id="rId48"/>
    <p:sldLayoutId id="2147484498" r:id="rId49"/>
    <p:sldLayoutId id="2147484502" r:id="rId50"/>
    <p:sldLayoutId id="2147484503" r:id="rId51"/>
    <p:sldLayoutId id="2147484504" r:id="rId5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 xmlns:p184="http://schemas.microsoft.com/office/powerpoint/2018/4/main" xmlns:v="urn:schemas-microsoft-com:vml" xmlns:a16="http://schemas.microsoft.com/office/drawing/2014/main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1200"/>
        </a:spcBef>
        <a:spcAft>
          <a:spcPts val="600"/>
        </a:spcAft>
        <a:buFont typeface="Aptos" panose="020B0004020202020204" pitchFamily="34" charset="0"/>
        <a:buNone/>
        <a:defRPr sz="1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27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58"/>
        </a:buBlip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59"/>
        </a:buBlip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81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60"/>
        </a:buBlip>
        <a:defRPr sz="18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08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61"/>
        </a:buBlip>
        <a:defRPr sz="18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08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61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61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08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61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08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61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86" userDrawn="1">
          <p15:clr>
            <a:srgbClr val="F26B43"/>
          </p15:clr>
        </p15:guide>
        <p15:guide id="2" pos="3908" userDrawn="1">
          <p15:clr>
            <a:srgbClr val="F26B43"/>
          </p15:clr>
        </p15:guide>
        <p15:guide id="3" pos="4021" userDrawn="1">
          <p15:clr>
            <a:srgbClr val="F26B43"/>
          </p15:clr>
        </p15:guide>
        <p15:guide id="4" pos="4134" userDrawn="1">
          <p15:clr>
            <a:srgbClr val="F26B43"/>
          </p15:clr>
        </p15:guide>
        <p15:guide id="5" pos="614" userDrawn="1">
          <p15:clr>
            <a:srgbClr val="F26B43"/>
          </p15:clr>
        </p15:guide>
        <p15:guide id="6" pos="7400" userDrawn="1">
          <p15:clr>
            <a:srgbClr val="F26B43"/>
          </p15:clr>
        </p15:guide>
        <p15:guide id="7" orient="horz" pos="1091" userDrawn="1">
          <p15:clr>
            <a:srgbClr val="F26B43"/>
          </p15:clr>
        </p15:guide>
        <p15:guide id="8" pos="2147" userDrawn="1">
          <p15:clr>
            <a:srgbClr val="F26B43"/>
          </p15:clr>
        </p15:guide>
        <p15:guide id="9" pos="2378" userDrawn="1">
          <p15:clr>
            <a:srgbClr val="F26B43"/>
          </p15:clr>
        </p15:guide>
        <p15:guide id="10" pos="5891" userDrawn="1">
          <p15:clr>
            <a:srgbClr val="F26B43"/>
          </p15:clr>
        </p15:guide>
        <p15:guide id="11" pos="5661" userDrawn="1">
          <p15:clr>
            <a:srgbClr val="F26B43"/>
          </p15:clr>
        </p15:guide>
        <p15:guide id="12" orient="horz" pos="2478" userDrawn="1">
          <p15:clr>
            <a:srgbClr val="F26B43"/>
          </p15:clr>
        </p15:guide>
        <p15:guide id="13" orient="horz" pos="2591" userDrawn="1">
          <p15:clr>
            <a:srgbClr val="F26B43"/>
          </p15:clr>
        </p15:guide>
        <p15:guide id="14" orient="horz" pos="269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4" descr="A close-up of hands holding a green plant&#10;&#10;Description automatically generated">
            <a:extLst>
              <a:ext uri="{FF2B5EF4-FFF2-40B4-BE49-F238E27FC236}">
                <a16:creationId xmlns:a16="http://schemas.microsoft.com/office/drawing/2014/main" id="{5BE0EB6F-66D1-51B3-D605-4AF910679C5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6" r="76"/>
          <a:stretch/>
        </p:blipFill>
        <p:spPr/>
      </p:pic>
      <p:pic>
        <p:nvPicPr>
          <p:cNvPr id="10" name="Picture Placeholder 11" descr="A close up of a dna&#10;&#10;Description automatically generated">
            <a:extLst>
              <a:ext uri="{FF2B5EF4-FFF2-40B4-BE49-F238E27FC236}">
                <a16:creationId xmlns:a16="http://schemas.microsoft.com/office/drawing/2014/main" id="{1D434B0F-863B-17F8-A89A-7860FF886C32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" b="15"/>
          <a:stretch/>
        </p:blipFill>
        <p:spPr/>
      </p:pic>
      <p:pic>
        <p:nvPicPr>
          <p:cNvPr id="11" name="Picture Placeholder 10" descr="A person and a dog&#10;&#10;Description automatically generated">
            <a:extLst>
              <a:ext uri="{FF2B5EF4-FFF2-40B4-BE49-F238E27FC236}">
                <a16:creationId xmlns:a16="http://schemas.microsoft.com/office/drawing/2014/main" id="{B951F886-E010-9538-09F1-14FB8283B1A3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" b="11"/>
          <a:stretch/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B3A1104-2650-CE30-BD4E-B8902B81A7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205E9E3-08B9-C44D-6159-402CE6EF8D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429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cBAQEBAQEBAQEBAQEBAQMAAAAAAAAAAwAAAAMAAAAA/////wUA8gsAAAAAAAAAAAAAIAD///////////////8AAAD///////////////8DAAAAAgD///////8DAAAAAg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CAP///////wUAAAACABAAC/i93Bfw5BFAl+oJzPRXyCIEAAAAAAADAAAAAAADAAAAAwADAAAAAAADAAAAAwADAAMA////////BQAAAAMAEAALWjf7yxNknUS+bMQYAopODAQAAAABAAMAAAACAAMAAAAEAAMAAAACAP///////wMAAAAAAP///////wQAAQD///////8FAAAABAAQAAuP5EPOXBnYR6BP0WICM1gE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AMOAAAAAAAAAAAAAP/////GAMYAAAAFX2lkABAAAAAE+L3cF/DkEUCX6gnM9FfIIgNEYXRhAFMAAAAIUHJlc2VudGF0aW9uU2Nhbm5lZEZvckxpbmtlZFNoYXBlcwAAAk51bWJlckZvcm1hdFNlcGFyYXRvck1vZGUACgAAAEF1dG9tYXRpYwAAAk5hbWUAJAAAAExpbmtlZFNoYXBlUHJlc2VudGF0aW9uU2V0dGluZ3NEYXRhABBWZXJzaW9uAAAAAAAJTGFzdFdyaXRlALeGZNKSAQAAAAEA/////4MAgwAAAAVfaWQAEAAAAARaN/vLE2SdRL5sxBgCik4MA0RhdGEAGwAAAARMaW5rZWRTaGFwZURhdGEABQAAAAAAAk5hbWUAGQAAAExpbmtlZFNoYXBlc0RhdGFQcm9wZXJ0eQAQVmVyc2lvbgABAAAACUxhc3RXcml0ZQCuhmTSkgEAAAACAP////+DAIMAAAAFX2lkABAAAAAEj+RDzlwZ2EegT9FiAjNYBANEYXRhABsAAAAETGlua2VkU2hhcGVEYXRhAAUAAAAAAAJOYW1lABkAAABMaW5rZWRTaGFwZXNEYXRhUHJvcGVydHkAEFZlcnNpb24AAAAAAAlMYXN0V3JpdGUAU4Zk0p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CZCwAAAAAAAAAAAAAgAf///////////////wAAAP///////////////wUAAAACAP///////wUAAAAEAP///////wUAAAAEAP///////wUAAAAEAP///////wUAAAAEAP///////wUAAAAEAP///////wUAAAAE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JQAGTGlua2VkU2hhcGVQcmVzZW50YXRpb25TZXR0aW5nc0RhdGFfMAQAAAAAAAUAAAAAAAUAAAAEAAMAAgEDAAAAAwD///////8aAAZMaW5rZWRTaGFwZXNEYXRhUHJvcGVydHlfMQQAAAABAAUAAAAEAAUAAAABAAUAAAAEAP///////wQABwEDAAAABAD///////8aAAZMaW5rZWRTaGFwZXNEYXRhUHJvcGVydHlfMAQAAAACAAUAAAACAAUAAAADAAUAAAAAAAUAAAADAAUAAAAAAP///////wUAAAAAAP///////wUAAAAAAP///////wUAAAAAAP///////wUAAAAAAP///////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657034568113222"/>
  <p:tag name="EMPOWERCHARTSPROPERTIES_A_LENGTH" val="24576"/>
  <p:tag name="MIO_PRESENTATION_LANGUAGE" val="103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FALLBACK_LAYOUT" val="11"/>
  <p:tag name="MIO_SHOW_PAGENUMBER" val="True"/>
  <p:tag name="MIO_CD_LAYOUT_VALID_AREA" val="False"/>
  <p:tag name="MIO_HDS" val="True"/>
  <p:tag name="MIO_SKIPVERSION" val="01.01.0001 00:00:00"/>
  <p:tag name="MIO_UPDATE" val="True"/>
  <p:tag name="MIO_DBID" val="8E7267AE-489F-4B02-8040-8A98451BF141"/>
  <p:tag name="MIO_SHOW_DATE" val="False"/>
  <p:tag name="MIO_SHOW_FOOTER" val="False"/>
  <p:tag name="MIO_AVOID_BLANK_LAYOUT" val="False"/>
  <p:tag name="MIO_EMBED_FONT" val="False"/>
  <p:tag name="MIO_MATCH_COLOR_SCHEME" val="False"/>
  <p:tag name="MIO_OBJECTNAME" val="Master Bayer AG 16:9"/>
  <p:tag name="MIO_NUMBER_OF_VALID_LAYOUTS" val="52"/>
  <p:tag name="MIO_EKGUID" val="106612b7-7cda-4c66-a943-3c88b56a92d2"/>
  <p:tag name="MIO_VERSION" val="15.11.2024 14:27:03"/>
  <p:tag name="MIO_LASTDOWNLOADED" val="22.11.2024 16:03:20.959"/>
  <p:tag name="MIO_CONTENTTAG" val="R6zzcTgilkiPWWG12p8JeQ=="/>
  <p:tag name="MIO_CDID" val="cd9a71c7-8ed9-41a1-8303-1a6d1985851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heme/theme1.xml><?xml version="1.0" encoding="utf-8"?>
<a:theme xmlns:a="http://schemas.openxmlformats.org/drawingml/2006/main" name="PR_BAG_PPT-master_16-9">
  <a:themeElements>
    <a:clrScheme name="Bayer 2017">
      <a:dk1>
        <a:srgbClr val="000000"/>
      </a:dk1>
      <a:lt1>
        <a:srgbClr val="FFFFFF"/>
      </a:lt1>
      <a:dk2>
        <a:srgbClr val="FF3162"/>
      </a:dk2>
      <a:lt2>
        <a:srgbClr val="624963"/>
      </a:lt2>
      <a:accent1>
        <a:srgbClr val="10384F"/>
      </a:accent1>
      <a:accent2>
        <a:srgbClr val="00BCFF"/>
      </a:accent2>
      <a:accent3>
        <a:srgbClr val="004422"/>
      </a:accent3>
      <a:accent4>
        <a:srgbClr val="89D329"/>
      </a:accent4>
      <a:accent5>
        <a:srgbClr val="443247"/>
      </a:accent5>
      <a:accent6>
        <a:srgbClr val="D30F4B"/>
      </a:accent6>
      <a:hlink>
        <a:srgbClr val="00BCFF"/>
      </a:hlink>
      <a:folHlink>
        <a:srgbClr val="89D329"/>
      </a:folHlink>
    </a:clrScheme>
    <a:fontScheme name="Arial">
      <a:majorFont>
        <a:latin typeface="Aptos"/>
        <a:ea typeface="Aptos"/>
        <a:cs typeface="Aptos"/>
      </a:majorFont>
      <a:minorFont>
        <a:latin typeface="Aptos"/>
        <a:ea typeface="Aptos"/>
        <a:cs typeface="Aptos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tlCol="0" anchor="ctr"/>
      <a:lstStyle>
        <a:defPPr algn="ctr" rtl="0" eaLnBrk="1" fontAlgn="auto" hangingPunct="1">
          <a:lnSpc>
            <a:spcPct val="100000"/>
          </a:lnSpc>
          <a:spcBef>
            <a:spcPts val="0"/>
          </a:spcBef>
          <a:spcAft>
            <a:spcPts val="0"/>
          </a:spcAft>
          <a:defRPr sz="1800" b="0" i="0" u="none" baseline="0" dirty="0">
            <a:solidFill>
              <a:srgbClr val="FFFFFF"/>
            </a:solidFill>
            <a:latin typeface="Aptos" panose="020B00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63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vert="horz" wrap="square" lIns="0" tIns="0" rIns="0" bIns="0" rtlCol="0">
        <a:noAutofit/>
      </a:bodyPr>
      <a:lstStyle>
        <a:defPPr algn="l" rtl="0" eaLnBrk="1" fontAlgn="auto" hangingPunct="1">
          <a:lnSpc>
            <a:spcPct val="100000"/>
          </a:lnSpc>
          <a:spcBef>
            <a:spcPts val="0"/>
          </a:spcBef>
          <a:spcAft>
            <a:spcPts val="0"/>
          </a:spcAft>
          <a:defRPr sz="1800" b="0" i="0" u="none" baseline="0" dirty="0">
            <a:solidFill>
              <a:srgbClr val="000000"/>
            </a:solidFill>
            <a:latin typeface="Aptos" panose="020B0004020202020204" pitchFamily="34" charset="0"/>
          </a:defRPr>
        </a:defPPr>
      </a:lstStyle>
    </a:txDef>
  </a:objectDefaults>
  <a:extraClrSchemeLst/>
  <a:custClrLst>
    <a:custClr name="Raspberry">
      <a:srgbClr val="D30F4B"/>
    </a:custClr>
    <a:custClr name="Fuchsia">
      <a:srgbClr val="FF3162"/>
    </a:custClr>
    <a:custClr name="DarkPurple">
      <a:srgbClr val="443247"/>
    </a:custClr>
    <a:custClr name="MidPurple">
      <a:srgbClr val="624963"/>
    </a:custClr>
    <a:custClr name="DarkBlue">
      <a:srgbClr val="10384F"/>
    </a:custClr>
    <a:custClr name="MidBlue">
      <a:srgbClr val="00617F"/>
    </a:custClr>
    <a:custClr name="Blue">
      <a:srgbClr val="0091DF"/>
    </a:custClr>
    <a:custClr name="BrightBlue">
      <a:srgbClr val="00BCFF"/>
    </a:custClr>
    <a:custClr name="DarkGreen">
      <a:srgbClr val="004422"/>
    </a:custClr>
    <a:custClr name="MidGreen">
      <a:srgbClr val="2B6636"/>
    </a:custClr>
    <a:custClr name="Green">
      <a:srgbClr val="66B512"/>
    </a:custClr>
    <a:custClr name="BrightGreen">
      <a:srgbClr val="89D329"/>
    </a:custClr>
    <a:custClr name="TrafficLightRed">
      <a:srgbClr val="CC0000"/>
    </a:custClr>
    <a:custClr name="TrafficLightYellow">
      <a:srgbClr val="FFCC00"/>
    </a:custClr>
    <a:custClr name="TrafficLightGreen">
      <a:srgbClr val="66B512"/>
    </a:custClr>
  </a:custClrLst>
  <a:extLst>
    <a:ext uri="{05A4C25C-085E-4340-85A3-A5531E510DB2}">
      <thm15:themeFamily xmlns:thm15="http://schemas.microsoft.com/office/thememl/2012/main" name="Default Theme.pptx" id="{1BF1860A-9657-4E9C-9BD0-B07CFE5FA65F}" vid="{4091440D-8AF8-4AFF-9F8E-30663B28F305}"/>
    </a:ext>
  </a:extLst>
</a:theme>
</file>

<file path=ppt/theme/theme2.xml><?xml version="1.0" encoding="utf-8"?>
<a:theme xmlns:a="http://schemas.openxmlformats.org/drawingml/2006/main" name="Office Theme">
  <a:themeElements>
    <a:clrScheme name="Bayer 2017">
      <a:dk1>
        <a:srgbClr val="000000"/>
      </a:dk1>
      <a:lt1>
        <a:srgbClr val="FFFFFF"/>
      </a:lt1>
      <a:dk2>
        <a:srgbClr val="FF3162"/>
      </a:dk2>
      <a:lt2>
        <a:srgbClr val="624963"/>
      </a:lt2>
      <a:accent1>
        <a:srgbClr val="10384F"/>
      </a:accent1>
      <a:accent2>
        <a:srgbClr val="00BCFF"/>
      </a:accent2>
      <a:accent3>
        <a:srgbClr val="004422"/>
      </a:accent3>
      <a:accent4>
        <a:srgbClr val="89D329"/>
      </a:accent4>
      <a:accent5>
        <a:srgbClr val="443247"/>
      </a:accent5>
      <a:accent6>
        <a:srgbClr val="D30F4B"/>
      </a:accent6>
      <a:hlink>
        <a:srgbClr val="00BCFF"/>
      </a:hlink>
      <a:folHlink>
        <a:srgbClr val="89D329"/>
      </a:folHlink>
    </a:clrScheme>
    <a:fontScheme name="Arial">
      <a:majorFont>
        <a:latin typeface="Aptos"/>
        <a:ea typeface="Aptos"/>
        <a:cs typeface="Aptos"/>
      </a:majorFont>
      <a:minorFont>
        <a:latin typeface="Aptos"/>
        <a:ea typeface="Aptos"/>
        <a:cs typeface="Apto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yer 2017">
      <a:dk1>
        <a:srgbClr val="000000"/>
      </a:dk1>
      <a:lt1>
        <a:srgbClr val="FFFFFF"/>
      </a:lt1>
      <a:dk2>
        <a:srgbClr val="FF3162"/>
      </a:dk2>
      <a:lt2>
        <a:srgbClr val="624963"/>
      </a:lt2>
      <a:accent1>
        <a:srgbClr val="10384F"/>
      </a:accent1>
      <a:accent2>
        <a:srgbClr val="00BCFF"/>
      </a:accent2>
      <a:accent3>
        <a:srgbClr val="004422"/>
      </a:accent3>
      <a:accent4>
        <a:srgbClr val="89D329"/>
      </a:accent4>
      <a:accent5>
        <a:srgbClr val="443247"/>
      </a:accent5>
      <a:accent6>
        <a:srgbClr val="D30F4B"/>
      </a:accent6>
      <a:hlink>
        <a:srgbClr val="00BCFF"/>
      </a:hlink>
      <a:folHlink>
        <a:srgbClr val="89D329"/>
      </a:folHlink>
    </a:clrScheme>
    <a:fontScheme name="Arial">
      <a:majorFont>
        <a:latin typeface="Aptos"/>
        <a:ea typeface="Aptos"/>
        <a:cs typeface="Aptos"/>
      </a:majorFont>
      <a:minorFont>
        <a:latin typeface="Aptos"/>
        <a:ea typeface="Aptos"/>
        <a:cs typeface="Apto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ayer 2017">
    <a:dk1>
      <a:srgbClr val="000000"/>
    </a:dk1>
    <a:lt1>
      <a:srgbClr val="FFFFFF"/>
    </a:lt1>
    <a:dk2>
      <a:srgbClr val="FF3162"/>
    </a:dk2>
    <a:lt2>
      <a:srgbClr val="624963"/>
    </a:lt2>
    <a:accent1>
      <a:srgbClr val="10384F"/>
    </a:accent1>
    <a:accent2>
      <a:srgbClr val="00BCFF"/>
    </a:accent2>
    <a:accent3>
      <a:srgbClr val="004422"/>
    </a:accent3>
    <a:accent4>
      <a:srgbClr val="89D329"/>
    </a:accent4>
    <a:accent5>
      <a:srgbClr val="443247"/>
    </a:accent5>
    <a:accent6>
      <a:srgbClr val="D30F4B"/>
    </a:accent6>
    <a:hlink>
      <a:srgbClr val="00BCFF"/>
    </a:hlink>
    <a:folHlink>
      <a:srgbClr val="89D329"/>
    </a:folHlink>
  </a:clrScheme>
</a:themeOverride>
</file>

<file path=ppt/theme/themeOverride2.xml><?xml version="1.0" encoding="utf-8"?>
<a:themeOverride xmlns:a="http://schemas.openxmlformats.org/drawingml/2006/main">
  <a:clrScheme name="Bayer 2017">
    <a:dk1>
      <a:srgbClr val="000000"/>
    </a:dk1>
    <a:lt1>
      <a:srgbClr val="FFFFFF"/>
    </a:lt1>
    <a:dk2>
      <a:srgbClr val="FF3162"/>
    </a:dk2>
    <a:lt2>
      <a:srgbClr val="624963"/>
    </a:lt2>
    <a:accent1>
      <a:srgbClr val="10384F"/>
    </a:accent1>
    <a:accent2>
      <a:srgbClr val="00BCFF"/>
    </a:accent2>
    <a:accent3>
      <a:srgbClr val="004422"/>
    </a:accent3>
    <a:accent4>
      <a:srgbClr val="89D329"/>
    </a:accent4>
    <a:accent5>
      <a:srgbClr val="443247"/>
    </a:accent5>
    <a:accent6>
      <a:srgbClr val="D30F4B"/>
    </a:accent6>
    <a:hlink>
      <a:srgbClr val="00BCFF"/>
    </a:hlink>
    <a:folHlink>
      <a:srgbClr val="89D329"/>
    </a:folHlink>
  </a:clrScheme>
</a:themeOverride>
</file>

<file path=ppt/theme/themeOverride3.xml><?xml version="1.0" encoding="utf-8"?>
<a:themeOverride xmlns:a="http://schemas.openxmlformats.org/drawingml/2006/main">
  <a:clrScheme name="Bayer 2017">
    <a:dk1>
      <a:srgbClr val="000000"/>
    </a:dk1>
    <a:lt1>
      <a:srgbClr val="FFFFFF"/>
    </a:lt1>
    <a:dk2>
      <a:srgbClr val="FF3162"/>
    </a:dk2>
    <a:lt2>
      <a:srgbClr val="624963"/>
    </a:lt2>
    <a:accent1>
      <a:srgbClr val="10384F"/>
    </a:accent1>
    <a:accent2>
      <a:srgbClr val="00BCFF"/>
    </a:accent2>
    <a:accent3>
      <a:srgbClr val="004422"/>
    </a:accent3>
    <a:accent4>
      <a:srgbClr val="89D329"/>
    </a:accent4>
    <a:accent5>
      <a:srgbClr val="443247"/>
    </a:accent5>
    <a:accent6>
      <a:srgbClr val="D30F4B"/>
    </a:accent6>
    <a:hlink>
      <a:srgbClr val="00BCFF"/>
    </a:hlink>
    <a:folHlink>
      <a:srgbClr val="89D329"/>
    </a:folHlink>
  </a:clrScheme>
</a:themeOverride>
</file>

<file path=ppt/theme/themeOverride4.xml><?xml version="1.0" encoding="utf-8"?>
<a:themeOverride xmlns:a="http://schemas.openxmlformats.org/drawingml/2006/main">
  <a:clrScheme name="Bayer 2017">
    <a:dk1>
      <a:srgbClr val="000000"/>
    </a:dk1>
    <a:lt1>
      <a:srgbClr val="FFFFFF"/>
    </a:lt1>
    <a:dk2>
      <a:srgbClr val="FF3162"/>
    </a:dk2>
    <a:lt2>
      <a:srgbClr val="624963"/>
    </a:lt2>
    <a:accent1>
      <a:srgbClr val="10384F"/>
    </a:accent1>
    <a:accent2>
      <a:srgbClr val="00BCFF"/>
    </a:accent2>
    <a:accent3>
      <a:srgbClr val="004422"/>
    </a:accent3>
    <a:accent4>
      <a:srgbClr val="89D329"/>
    </a:accent4>
    <a:accent5>
      <a:srgbClr val="443247"/>
    </a:accent5>
    <a:accent6>
      <a:srgbClr val="D30F4B"/>
    </a:accent6>
    <a:hlink>
      <a:srgbClr val="00BCFF"/>
    </a:hlink>
    <a:folHlink>
      <a:srgbClr val="89D329"/>
    </a:folHlink>
  </a:clrScheme>
</a:themeOverride>
</file>

<file path=ppt/theme/themeOverride5.xml><?xml version="1.0" encoding="utf-8"?>
<a:themeOverride xmlns:a="http://schemas.openxmlformats.org/drawingml/2006/main">
  <a:clrScheme name="Bayer 2017">
    <a:dk1>
      <a:srgbClr val="000000"/>
    </a:dk1>
    <a:lt1>
      <a:srgbClr val="FFFFFF"/>
    </a:lt1>
    <a:dk2>
      <a:srgbClr val="FF3162"/>
    </a:dk2>
    <a:lt2>
      <a:srgbClr val="624963"/>
    </a:lt2>
    <a:accent1>
      <a:srgbClr val="10384F"/>
    </a:accent1>
    <a:accent2>
      <a:srgbClr val="00BCFF"/>
    </a:accent2>
    <a:accent3>
      <a:srgbClr val="004422"/>
    </a:accent3>
    <a:accent4>
      <a:srgbClr val="89D329"/>
    </a:accent4>
    <a:accent5>
      <a:srgbClr val="443247"/>
    </a:accent5>
    <a:accent6>
      <a:srgbClr val="D30F4B"/>
    </a:accent6>
    <a:hlink>
      <a:srgbClr val="00BCFF"/>
    </a:hlink>
    <a:folHlink>
      <a:srgbClr val="89D329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a4d292e-883c-434b-96e3-060cfff16c86" xsi:nil="true"/>
    <_dlc_ExpireDateSaved xmlns="http://schemas.microsoft.com/sharepoint/v3" xsi:nil="true"/>
    <lcf76f155ced4ddcb4097134ff3c332f xmlns="80e24821-e7e9-478c-bb24-98e32aaf4095">
      <Terms xmlns="http://schemas.microsoft.com/office/infopath/2007/PartnerControls"/>
    </lcf76f155ced4ddcb4097134ff3c332f>
    <_dlc_ExpireDate xmlns="http://schemas.microsoft.com/sharepoint/v3" xsi:nil="true"/>
    <_dlc_Exempt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haredContentType xmlns="Microsoft.SharePoint.Taxonomy.ContentTypeSync" SourceId="7bc43322-b630-4bac-8b27-31def233d1d0" ContentTypeId="0x0101" PreviousValue="false"/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CA209747E8BC409B3F78F89B53BB08" ma:contentTypeVersion="15" ma:contentTypeDescription="Create a new document." ma:contentTypeScope="" ma:versionID="e7d08918ed315565ae90a03fc3c0f999">
  <xsd:schema xmlns:xsd="http://www.w3.org/2001/XMLSchema" xmlns:xs="http://www.w3.org/2001/XMLSchema" xmlns:p="http://schemas.microsoft.com/office/2006/metadata/properties" xmlns:ns1="http://schemas.microsoft.com/sharepoint/v3" xmlns:ns2="1a4d292e-883c-434b-96e3-060cfff16c86" xmlns:ns3="80e24821-e7e9-478c-bb24-98e32aaf4095" targetNamespace="http://schemas.microsoft.com/office/2006/metadata/properties" ma:root="true" ma:fieldsID="a7cf15333ce0f90f0c6ffaa2d91accad" ns1:_="" ns2:_="" ns3:_="">
    <xsd:import namespace="http://schemas.microsoft.com/sharepoint/v3"/>
    <xsd:import namespace="1a4d292e-883c-434b-96e3-060cfff16c86"/>
    <xsd:import namespace="80e24821-e7e9-478c-bb24-98e32aaf4095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1:_dlc_Exempt" minOccurs="0"/>
                <xsd:element ref="ns1:_dlc_ExpireDateSaved" minOccurs="0"/>
                <xsd:element ref="ns1:_dlc_ExpireDate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lcf76f155ced4ddcb4097134ff3c332f" minOccurs="0"/>
                <xsd:element ref="ns3:MediaServiceDateTake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dlc_Exempt" ma:index="10" nillable="true" ma:displayName="Exempt from Policy" ma:hidden="true" ma:internalName="_dlc_Exempt" ma:readOnly="false">
      <xsd:simpleType>
        <xsd:restriction base="dms:Unknown"/>
      </xsd:simpleType>
    </xsd:element>
    <xsd:element name="_dlc_ExpireDateSaved" ma:index="11" nillable="true" ma:displayName="Original Expiration Date" ma:hidden="true" ma:internalName="_dlc_ExpireDateSaved" ma:readOnly="false">
      <xsd:simpleType>
        <xsd:restriction base="dms:DateTime"/>
      </xsd:simpleType>
    </xsd:element>
    <xsd:element name="_dlc_ExpireDate" ma:index="12" nillable="true" ma:displayName="Expiration Date" ma:hidden="true" ma:internalName="_dlc_ExpireDate" ma:readOnly="fals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4d292e-883c-434b-96e3-060cfff16c86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9c95ef70-3b63-43d9-85a0-e7e267e503c7}" ma:internalName="TaxCatchAll" ma:showField="CatchAllData" ma:web="65ccbb71-117c-4e84-82a0-e0eef9e0a0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9c95ef70-3b63-43d9-85a0-e7e267e503c7}" ma:internalName="TaxCatchAllLabel" ma:readOnly="true" ma:showField="CatchAllDataLabel" ma:web="65ccbb71-117c-4e84-82a0-e0eef9e0a0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e24821-e7e9-478c-bb24-98e32aaf40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bc43322-b630-4bac-8b27-31def233d1d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1646564-30F4-4AEF-A471-15FCB134732F}">
  <ds:schemaRefs>
    <ds:schemaRef ds:uri="1a4d292e-883c-434b-96e3-060cfff16c86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infopath/2007/PartnerControls"/>
    <ds:schemaRef ds:uri="80e24821-e7e9-478c-bb24-98e32aaf4095"/>
    <ds:schemaRef ds:uri="http://schemas.microsoft.com/sharepoint/v3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EBAB6BCC-0BDA-407F-9B4B-88214C069CD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AD1276-556F-48A3-8D0D-C925B3B45EE7}">
  <ds:schemaRefs>
    <ds:schemaRef ds:uri="Microsoft.SharePoint.Taxonomy.ContentTypeSync"/>
  </ds:schemaRefs>
</ds:datastoreItem>
</file>

<file path=customXml/itemProps4.xml><?xml version="1.0" encoding="utf-8"?>
<ds:datastoreItem xmlns:ds="http://schemas.openxmlformats.org/officeDocument/2006/customXml" ds:itemID="{F0437421-4D2A-4B28-8A2D-61918F3126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1a4d292e-883c-434b-96e3-060cfff16c86"/>
    <ds:schemaRef ds:uri="80e24821-e7e9-478c-bb24-98e32aaf40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4436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PR_BAG_PPT-master_16-9</vt:lpstr>
      <vt:lpstr>think-cell Folie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Jason Fraser</dc:creator>
  <cp:lastModifiedBy>Quy Kieu</cp:lastModifiedBy>
  <cp:revision>4</cp:revision>
  <cp:lastPrinted>2017-10-23T10:44:12Z</cp:lastPrinted>
  <dcterms:created xsi:type="dcterms:W3CDTF">2026-02-23T22:47:09Z</dcterms:created>
  <dcterms:modified xsi:type="dcterms:W3CDTF">2026-03-04T01:33:05Z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LabelPos">
    <vt:lpwstr>836;514;810;514;854;514</vt:lpwstr>
  </property>
  <property fmtid="{D5CDD505-2E9C-101B-9397-08002B2CF9AE}" pid="3" name="ContentTypeId">
    <vt:lpwstr>0x010100D8CA209747E8BC409B3F78F89B53BB08</vt:lpwstr>
  </property>
  <property fmtid="{D5CDD505-2E9C-101B-9397-08002B2CF9AE}" pid="4" name="MediaServiceImageTags">
    <vt:lpwstr/>
  </property>
  <property fmtid="{D5CDD505-2E9C-101B-9397-08002B2CF9AE}" pid="5" name="NXPowerLiteLastOptimized">
    <vt:lpwstr>2147586</vt:lpwstr>
  </property>
  <property fmtid="{D5CDD505-2E9C-101B-9397-08002B2CF9AE}" pid="6" name="NXPowerLiteSettings">
    <vt:lpwstr>F9000F7008E001</vt:lpwstr>
  </property>
  <property fmtid="{D5CDD505-2E9C-101B-9397-08002B2CF9AE}" pid="7" name="NXPowerLiteVersion">
    <vt:lpwstr>D10.3.2</vt:lpwstr>
  </property>
  <property fmtid="{D5CDD505-2E9C-101B-9397-08002B2CF9AE}" pid="8" name="MSIP_Label_c6a11857-34b3-4029-9dc7-74b8aa6c54d7_Enabled">
    <vt:lpwstr>true</vt:lpwstr>
  </property>
  <property fmtid="{D5CDD505-2E9C-101B-9397-08002B2CF9AE}" pid="9" name="MSIP_Label_c6a11857-34b3-4029-9dc7-74b8aa6c54d7_SetDate">
    <vt:lpwstr>2026-03-03T12:33:33Z</vt:lpwstr>
  </property>
  <property fmtid="{D5CDD505-2E9C-101B-9397-08002B2CF9AE}" pid="10" name="MSIP_Label_c6a11857-34b3-4029-9dc7-74b8aa6c54d7_Method">
    <vt:lpwstr>Privileged</vt:lpwstr>
  </property>
  <property fmtid="{D5CDD505-2E9C-101B-9397-08002B2CF9AE}" pid="11" name="MSIP_Label_c6a11857-34b3-4029-9dc7-74b8aa6c54d7_Name">
    <vt:lpwstr>c6a11857-34b3-4029-9dc7-74b8aa6c54d7</vt:lpwstr>
  </property>
  <property fmtid="{D5CDD505-2E9C-101B-9397-08002B2CF9AE}" pid="12" name="MSIP_Label_c6a11857-34b3-4029-9dc7-74b8aa6c54d7_SiteId">
    <vt:lpwstr>fcb2b37b-5da0-466b-9b83-0014b67a7c78</vt:lpwstr>
  </property>
  <property fmtid="{D5CDD505-2E9C-101B-9397-08002B2CF9AE}" pid="13" name="MSIP_Label_c6a11857-34b3-4029-9dc7-74b8aa6c54d7_ActionId">
    <vt:lpwstr>b63f99b6-f931-4d30-b931-e465bffd5c3d</vt:lpwstr>
  </property>
  <property fmtid="{D5CDD505-2E9C-101B-9397-08002B2CF9AE}" pid="14" name="MSIP_Label_c6a11857-34b3-4029-9dc7-74b8aa6c54d7_ContentBits">
    <vt:lpwstr>2</vt:lpwstr>
  </property>
  <property fmtid="{D5CDD505-2E9C-101B-9397-08002B2CF9AE}" pid="15" name="MSIP_Label_c6a11857-34b3-4029-9dc7-74b8aa6c54d7_Tag">
    <vt:lpwstr>10, 0, 1, 1</vt:lpwstr>
  </property>
  <property fmtid="{D5CDD505-2E9C-101B-9397-08002B2CF9AE}" pid="16" name="ClassificationContentMarkingFooterLocations">
    <vt:lpwstr>PR_BAG_PPT-master_16-9:9</vt:lpwstr>
  </property>
  <property fmtid="{D5CDD505-2E9C-101B-9397-08002B2CF9AE}" pid="17" name="ClassificationContentMarkingFooterText">
    <vt:lpwstr>SECRET</vt:lpwstr>
  </property>
</Properties>
</file>