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theme/themeOverride2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3.xml" ContentType="application/vnd.openxmlformats-officedocument.themeOverride+xml"/>
  <Override PartName="/ppt/tags/tag7.xml" ContentType="application/vnd.openxmlformats-officedocument.presentationml.tags+xml"/>
  <Override PartName="/ppt/theme/themeOverride4.xml" ContentType="application/vnd.openxmlformats-officedocument.themeOverride+xml"/>
  <Override PartName="/ppt/tags/tag8.xml" ContentType="application/vnd.openxmlformats-officedocument.presentationml.tags+xml"/>
  <Override PartName="/ppt/theme/themeOverride5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5" r:id="rId5"/>
  </p:sldMasterIdLst>
  <p:notesMasterIdLst>
    <p:notesMasterId r:id="rId7"/>
  </p:notesMasterIdLst>
  <p:handoutMasterIdLst>
    <p:handoutMasterId r:id="rId8"/>
  </p:handoutMasterIdLst>
  <p:sldIdLst>
    <p:sldId id="263" r:id="rId6"/>
  </p:sldIdLst>
  <p:sldSz cx="12190413" cy="6858000"/>
  <p:notesSz cx="6888163" cy="100203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57">
          <p15:clr>
            <a:srgbClr val="A4A3A4"/>
          </p15:clr>
        </p15:guide>
        <p15:guide id="4" pos="19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17BBE"/>
    <a:srgbClr val="66B512"/>
    <a:srgbClr val="CC0000"/>
    <a:srgbClr val="0499D5"/>
    <a:srgbClr val="0A6B93"/>
    <a:srgbClr val="0E4560"/>
    <a:srgbClr val="0C5677"/>
    <a:srgbClr val="007BBF"/>
    <a:srgbClr val="0D5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004" autoAdjust="0"/>
  </p:normalViewPr>
  <p:slideViewPr>
    <p:cSldViewPr snapToObjects="1" showGuides="1">
      <p:cViewPr varScale="1">
        <p:scale>
          <a:sx n="70" d="100"/>
          <a:sy n="70" d="100"/>
        </p:scale>
        <p:origin x="496" y="32"/>
      </p:cViewPr>
      <p:guideLst/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3864"/>
    </p:cViewPr>
  </p:sorterViewPr>
  <p:notesViewPr>
    <p:cSldViewPr snapToObjects="1">
      <p:cViewPr varScale="1">
        <p:scale>
          <a:sx n="106" d="100"/>
          <a:sy n="106" d="100"/>
        </p:scale>
        <p:origin x="5106" y="126"/>
      </p:cViewPr>
      <p:guideLst>
        <p:guide orient="horz" pos="2880"/>
        <p:guide pos="2160"/>
        <p:guide orient="horz" pos="2857"/>
        <p:guide pos="19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y Kieu" userId="a63a386a-a1f0-4e29-ae14-0182517410c5" providerId="ADAL" clId="{7233C800-4616-4DD8-9060-8AD6A533FFFA}"/>
    <pc:docChg chg="custSel delSld modSld delMainMaster">
      <pc:chgData name="Quy Kieu" userId="a63a386a-a1f0-4e29-ae14-0182517410c5" providerId="ADAL" clId="{7233C800-4616-4DD8-9060-8AD6A533FFFA}" dt="2026-03-04T01:33:37.343" v="23" actId="478"/>
      <pc:docMkLst>
        <pc:docMk/>
      </pc:docMkLst>
      <pc:sldChg chg="del">
        <pc:chgData name="Quy Kieu" userId="a63a386a-a1f0-4e29-ae14-0182517410c5" providerId="ADAL" clId="{7233C800-4616-4DD8-9060-8AD6A533FFFA}" dt="2026-03-03T10:58:43.030" v="20" actId="47"/>
        <pc:sldMkLst>
          <pc:docMk/>
          <pc:sldMk cId="0" sldId="256"/>
        </pc:sldMkLst>
      </pc:sldChg>
      <pc:sldChg chg="del">
        <pc:chgData name="Quy Kieu" userId="a63a386a-a1f0-4e29-ae14-0182517410c5" providerId="ADAL" clId="{7233C800-4616-4DD8-9060-8AD6A533FFFA}" dt="2026-03-03T10:58:33.460" v="2" actId="47"/>
        <pc:sldMkLst>
          <pc:docMk/>
          <pc:sldMk cId="228368207" sldId="258"/>
        </pc:sldMkLst>
      </pc:sldChg>
      <pc:sldChg chg="addSp delSp modSp mod">
        <pc:chgData name="Quy Kieu" userId="a63a386a-a1f0-4e29-ae14-0182517410c5" providerId="ADAL" clId="{7233C800-4616-4DD8-9060-8AD6A533FFFA}" dt="2026-03-04T01:33:37.343" v="23" actId="478"/>
        <pc:sldMkLst>
          <pc:docMk/>
          <pc:sldMk cId="1834429665" sldId="263"/>
        </pc:sldMkLst>
        <pc:spChg chg="add mod">
          <ac:chgData name="Quy Kieu" userId="a63a386a-a1f0-4e29-ae14-0182517410c5" providerId="ADAL" clId="{7233C800-4616-4DD8-9060-8AD6A533FFFA}" dt="2026-03-04T01:33:34.254" v="22" actId="478"/>
          <ac:spMkLst>
            <pc:docMk/>
            <pc:sldMk cId="1834429665" sldId="263"/>
            <ac:spMk id="3" creationId="{A853E45D-BA37-8740-9A0F-28425415C41E}"/>
          </ac:spMkLst>
        </pc:spChg>
        <pc:spChg chg="add mod">
          <ac:chgData name="Quy Kieu" userId="a63a386a-a1f0-4e29-ae14-0182517410c5" providerId="ADAL" clId="{7233C800-4616-4DD8-9060-8AD6A533FFFA}" dt="2026-03-04T01:33:37.343" v="23" actId="478"/>
          <ac:spMkLst>
            <pc:docMk/>
            <pc:sldMk cId="1834429665" sldId="263"/>
            <ac:spMk id="5" creationId="{FC3803B3-B338-8F2F-965C-81CC69107458}"/>
          </ac:spMkLst>
        </pc:spChg>
        <pc:spChg chg="del">
          <ac:chgData name="Quy Kieu" userId="a63a386a-a1f0-4e29-ae14-0182517410c5" providerId="ADAL" clId="{7233C800-4616-4DD8-9060-8AD6A533FFFA}" dt="2026-03-04T01:33:34.254" v="22" actId="478"/>
          <ac:spMkLst>
            <pc:docMk/>
            <pc:sldMk cId="1834429665" sldId="263"/>
            <ac:spMk id="14" creationId="{2ED5448B-9B51-149C-4988-6F2E4646A78B}"/>
          </ac:spMkLst>
        </pc:spChg>
        <pc:spChg chg="del">
          <ac:chgData name="Quy Kieu" userId="a63a386a-a1f0-4e29-ae14-0182517410c5" providerId="ADAL" clId="{7233C800-4616-4DD8-9060-8AD6A533FFFA}" dt="2026-03-04T01:33:37.343" v="23" actId="478"/>
          <ac:spMkLst>
            <pc:docMk/>
            <pc:sldMk cId="1834429665" sldId="263"/>
            <ac:spMk id="15" creationId="{4972D102-F289-4CAA-B996-BB2808D26472}"/>
          </ac:spMkLst>
        </pc:spChg>
      </pc:sldChg>
      <pc:sldChg chg="del">
        <pc:chgData name="Quy Kieu" userId="a63a386a-a1f0-4e29-ae14-0182517410c5" providerId="ADAL" clId="{7233C800-4616-4DD8-9060-8AD6A533FFFA}" dt="2026-03-03T10:58:33.836" v="3" actId="47"/>
        <pc:sldMkLst>
          <pc:docMk/>
          <pc:sldMk cId="1247551367" sldId="269"/>
        </pc:sldMkLst>
      </pc:sldChg>
      <pc:sldChg chg="del">
        <pc:chgData name="Quy Kieu" userId="a63a386a-a1f0-4e29-ae14-0182517410c5" providerId="ADAL" clId="{7233C800-4616-4DD8-9060-8AD6A533FFFA}" dt="2026-03-03T10:58:37.117" v="9" actId="47"/>
        <pc:sldMkLst>
          <pc:docMk/>
          <pc:sldMk cId="2615813231" sldId="271"/>
        </pc:sldMkLst>
      </pc:sldChg>
      <pc:sldChg chg="del">
        <pc:chgData name="Quy Kieu" userId="a63a386a-a1f0-4e29-ae14-0182517410c5" providerId="ADAL" clId="{7233C800-4616-4DD8-9060-8AD6A533FFFA}" dt="2026-03-03T10:58:33.015" v="1" actId="47"/>
        <pc:sldMkLst>
          <pc:docMk/>
          <pc:sldMk cId="4180851724" sldId="272"/>
        </pc:sldMkLst>
      </pc:sldChg>
      <pc:sldChg chg="del">
        <pc:chgData name="Quy Kieu" userId="a63a386a-a1f0-4e29-ae14-0182517410c5" providerId="ADAL" clId="{7233C800-4616-4DD8-9060-8AD6A533FFFA}" dt="2026-03-03T10:58:44.993" v="21" actId="47"/>
        <pc:sldMkLst>
          <pc:docMk/>
          <pc:sldMk cId="3616560677" sldId="330"/>
        </pc:sldMkLst>
      </pc:sldChg>
      <pc:sldChg chg="del">
        <pc:chgData name="Quy Kieu" userId="a63a386a-a1f0-4e29-ae14-0182517410c5" providerId="ADAL" clId="{7233C800-4616-4DD8-9060-8AD6A533FFFA}" dt="2026-03-03T10:58:32.142" v="0" actId="47"/>
        <pc:sldMkLst>
          <pc:docMk/>
          <pc:sldMk cId="1491585973" sldId="331"/>
        </pc:sldMkLst>
      </pc:sldChg>
      <pc:sldChg chg="del">
        <pc:chgData name="Quy Kieu" userId="a63a386a-a1f0-4e29-ae14-0182517410c5" providerId="ADAL" clId="{7233C800-4616-4DD8-9060-8AD6A533FFFA}" dt="2026-03-03T10:58:34.870" v="5" actId="47"/>
        <pc:sldMkLst>
          <pc:docMk/>
          <pc:sldMk cId="3478243122" sldId="332"/>
        </pc:sldMkLst>
      </pc:sldChg>
      <pc:sldChg chg="del">
        <pc:chgData name="Quy Kieu" userId="a63a386a-a1f0-4e29-ae14-0182517410c5" providerId="ADAL" clId="{7233C800-4616-4DD8-9060-8AD6A533FFFA}" dt="2026-03-03T10:58:35.349" v="6" actId="47"/>
        <pc:sldMkLst>
          <pc:docMk/>
          <pc:sldMk cId="184620435" sldId="333"/>
        </pc:sldMkLst>
      </pc:sldChg>
      <pc:sldChg chg="del">
        <pc:chgData name="Quy Kieu" userId="a63a386a-a1f0-4e29-ae14-0182517410c5" providerId="ADAL" clId="{7233C800-4616-4DD8-9060-8AD6A533FFFA}" dt="2026-03-03T10:58:34.357" v="4" actId="47"/>
        <pc:sldMkLst>
          <pc:docMk/>
          <pc:sldMk cId="2927655773" sldId="338"/>
        </pc:sldMkLst>
      </pc:sldChg>
      <pc:sldChg chg="del">
        <pc:chgData name="Quy Kieu" userId="a63a386a-a1f0-4e29-ae14-0182517410c5" providerId="ADAL" clId="{7233C800-4616-4DD8-9060-8AD6A533FFFA}" dt="2026-03-03T10:58:36.076" v="7" actId="47"/>
        <pc:sldMkLst>
          <pc:docMk/>
          <pc:sldMk cId="1683546778" sldId="339"/>
        </pc:sldMkLst>
      </pc:sldChg>
      <pc:sldChg chg="del">
        <pc:chgData name="Quy Kieu" userId="a63a386a-a1f0-4e29-ae14-0182517410c5" providerId="ADAL" clId="{7233C800-4616-4DD8-9060-8AD6A533FFFA}" dt="2026-03-03T10:58:39.087" v="13" actId="47"/>
        <pc:sldMkLst>
          <pc:docMk/>
          <pc:sldMk cId="4192627379" sldId="340"/>
        </pc:sldMkLst>
      </pc:sldChg>
      <pc:sldChg chg="del">
        <pc:chgData name="Quy Kieu" userId="a63a386a-a1f0-4e29-ae14-0182517410c5" providerId="ADAL" clId="{7233C800-4616-4DD8-9060-8AD6A533FFFA}" dt="2026-03-03T10:58:41.138" v="17" actId="47"/>
        <pc:sldMkLst>
          <pc:docMk/>
          <pc:sldMk cId="3139499581" sldId="341"/>
        </pc:sldMkLst>
      </pc:sldChg>
      <pc:sldChg chg="del">
        <pc:chgData name="Quy Kieu" userId="a63a386a-a1f0-4e29-ae14-0182517410c5" providerId="ADAL" clId="{7233C800-4616-4DD8-9060-8AD6A533FFFA}" dt="2026-03-03T10:58:42.509" v="19" actId="47"/>
        <pc:sldMkLst>
          <pc:docMk/>
          <pc:sldMk cId="1874545971" sldId="342"/>
        </pc:sldMkLst>
      </pc:sldChg>
      <pc:sldChg chg="del">
        <pc:chgData name="Quy Kieu" userId="a63a386a-a1f0-4e29-ae14-0182517410c5" providerId="ADAL" clId="{7233C800-4616-4DD8-9060-8AD6A533FFFA}" dt="2026-03-03T10:58:36.596" v="8" actId="47"/>
        <pc:sldMkLst>
          <pc:docMk/>
          <pc:sldMk cId="3077280530" sldId="343"/>
        </pc:sldMkLst>
      </pc:sldChg>
      <pc:sldChg chg="del">
        <pc:chgData name="Quy Kieu" userId="a63a386a-a1f0-4e29-ae14-0182517410c5" providerId="ADAL" clId="{7233C800-4616-4DD8-9060-8AD6A533FFFA}" dt="2026-03-03T10:58:37.700" v="10" actId="47"/>
        <pc:sldMkLst>
          <pc:docMk/>
          <pc:sldMk cId="94766506" sldId="2147480124"/>
        </pc:sldMkLst>
      </pc:sldChg>
      <pc:sldChg chg="del">
        <pc:chgData name="Quy Kieu" userId="a63a386a-a1f0-4e29-ae14-0182517410c5" providerId="ADAL" clId="{7233C800-4616-4DD8-9060-8AD6A533FFFA}" dt="2026-03-03T10:58:39.591" v="14" actId="47"/>
        <pc:sldMkLst>
          <pc:docMk/>
          <pc:sldMk cId="3921423787" sldId="2147483420"/>
        </pc:sldMkLst>
      </pc:sldChg>
      <pc:sldChg chg="del">
        <pc:chgData name="Quy Kieu" userId="a63a386a-a1f0-4e29-ae14-0182517410c5" providerId="ADAL" clId="{7233C800-4616-4DD8-9060-8AD6A533FFFA}" dt="2026-03-03T10:58:40.602" v="16" actId="47"/>
        <pc:sldMkLst>
          <pc:docMk/>
          <pc:sldMk cId="85326929" sldId="2147483421"/>
        </pc:sldMkLst>
      </pc:sldChg>
      <pc:sldChg chg="del">
        <pc:chgData name="Quy Kieu" userId="a63a386a-a1f0-4e29-ae14-0182517410c5" providerId="ADAL" clId="{7233C800-4616-4DD8-9060-8AD6A533FFFA}" dt="2026-03-03T10:58:40.102" v="15" actId="47"/>
        <pc:sldMkLst>
          <pc:docMk/>
          <pc:sldMk cId="2013031765" sldId="2147483422"/>
        </pc:sldMkLst>
      </pc:sldChg>
      <pc:sldChg chg="del">
        <pc:chgData name="Quy Kieu" userId="a63a386a-a1f0-4e29-ae14-0182517410c5" providerId="ADAL" clId="{7233C800-4616-4DD8-9060-8AD6A533FFFA}" dt="2026-03-03T10:58:38.628" v="12" actId="47"/>
        <pc:sldMkLst>
          <pc:docMk/>
          <pc:sldMk cId="2850346330" sldId="2147483423"/>
        </pc:sldMkLst>
      </pc:sldChg>
      <pc:sldChg chg="del">
        <pc:chgData name="Quy Kieu" userId="a63a386a-a1f0-4e29-ae14-0182517410c5" providerId="ADAL" clId="{7233C800-4616-4DD8-9060-8AD6A533FFFA}" dt="2026-03-03T10:58:38.185" v="11" actId="47"/>
        <pc:sldMkLst>
          <pc:docMk/>
          <pc:sldMk cId="126679481" sldId="2147483424"/>
        </pc:sldMkLst>
      </pc:sldChg>
      <pc:sldChg chg="del">
        <pc:chgData name="Quy Kieu" userId="a63a386a-a1f0-4e29-ae14-0182517410c5" providerId="ADAL" clId="{7233C800-4616-4DD8-9060-8AD6A533FFFA}" dt="2026-03-03T10:58:41.896" v="18" actId="47"/>
        <pc:sldMkLst>
          <pc:docMk/>
          <pc:sldMk cId="0" sldId="2147483425"/>
        </pc:sldMkLst>
      </pc:sldChg>
      <pc:sldMasterChg chg="delSldLayout">
        <pc:chgData name="Quy Kieu" userId="a63a386a-a1f0-4e29-ae14-0182517410c5" providerId="ADAL" clId="{7233C800-4616-4DD8-9060-8AD6A533FFFA}" dt="2026-03-03T10:58:43.030" v="20" actId="47"/>
        <pc:sldMasterMkLst>
          <pc:docMk/>
          <pc:sldMasterMk cId="381456129" sldId="2147484355"/>
        </pc:sldMasterMkLst>
        <pc:sldLayoutChg chg="del">
          <pc:chgData name="Quy Kieu" userId="a63a386a-a1f0-4e29-ae14-0182517410c5" providerId="ADAL" clId="{7233C800-4616-4DD8-9060-8AD6A533FFFA}" dt="2026-03-03T10:58:33.460" v="2" actId="47"/>
          <pc:sldLayoutMkLst>
            <pc:docMk/>
            <pc:sldMasterMk cId="381456129" sldId="2147484355"/>
            <pc:sldLayoutMk cId="3654154994" sldId="2147484510"/>
          </pc:sldLayoutMkLst>
        </pc:sldLayoutChg>
        <pc:sldLayoutChg chg="del">
          <pc:chgData name="Quy Kieu" userId="a63a386a-a1f0-4e29-ae14-0182517410c5" providerId="ADAL" clId="{7233C800-4616-4DD8-9060-8AD6A533FFFA}" dt="2026-03-03T10:58:40.102" v="15" actId="47"/>
          <pc:sldLayoutMkLst>
            <pc:docMk/>
            <pc:sldMasterMk cId="381456129" sldId="2147484355"/>
            <pc:sldLayoutMk cId="670587627" sldId="2147484511"/>
          </pc:sldLayoutMkLst>
        </pc:sldLayoutChg>
        <pc:sldLayoutChg chg="del">
          <pc:chgData name="Quy Kieu" userId="a63a386a-a1f0-4e29-ae14-0182517410c5" providerId="ADAL" clId="{7233C800-4616-4DD8-9060-8AD6A533FFFA}" dt="2026-03-03T10:58:37.117" v="9" actId="47"/>
          <pc:sldLayoutMkLst>
            <pc:docMk/>
            <pc:sldMasterMk cId="381456129" sldId="2147484355"/>
            <pc:sldLayoutMk cId="3915566244" sldId="2147484531"/>
          </pc:sldLayoutMkLst>
        </pc:sldLayoutChg>
        <pc:sldLayoutChg chg="del">
          <pc:chgData name="Quy Kieu" userId="a63a386a-a1f0-4e29-ae14-0182517410c5" providerId="ADAL" clId="{7233C800-4616-4DD8-9060-8AD6A533FFFA}" dt="2026-03-03T10:58:43.030" v="20" actId="47"/>
          <pc:sldLayoutMkLst>
            <pc:docMk/>
            <pc:sldMasterMk cId="381456129" sldId="2147484355"/>
            <pc:sldLayoutMk cId="3471343905" sldId="2147484532"/>
          </pc:sldLayoutMkLst>
        </pc:sldLayoutChg>
      </pc:sldMasterChg>
      <pc:sldMasterChg chg="del delSldLayout">
        <pc:chgData name="Quy Kieu" userId="a63a386a-a1f0-4e29-ae14-0182517410c5" providerId="ADAL" clId="{7233C800-4616-4DD8-9060-8AD6A533FFFA}" dt="2026-03-03T10:58:38.628" v="12" actId="47"/>
        <pc:sldMasterMkLst>
          <pc:docMk/>
          <pc:sldMasterMk cId="442931416" sldId="2147484512"/>
        </pc:sldMasterMkLst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9874916" sldId="214748451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09529205" sldId="214748451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25453687" sldId="2147484515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345995712" sldId="214748451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363682665" sldId="214748451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597005146" sldId="214748451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26775266" sldId="214748451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13029349" sldId="2147484520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082517901" sldId="2147484521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831568062" sldId="2147484522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04042157" sldId="214748452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363325537" sldId="214748452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493209294" sldId="2147484525"/>
          </pc:sldLayoutMkLst>
        </pc:sldLayoutChg>
        <pc:sldLayoutChg chg="del">
          <pc:chgData name="Quy Kieu" userId="a63a386a-a1f0-4e29-ae14-0182517410c5" providerId="ADAL" clId="{7233C800-4616-4DD8-9060-8AD6A533FFFA}" dt="2026-03-03T10:58:38.185" v="11" actId="47"/>
          <pc:sldLayoutMkLst>
            <pc:docMk/>
            <pc:sldMasterMk cId="442931416" sldId="2147484512"/>
            <pc:sldLayoutMk cId="2587517071" sldId="214748452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46027398" sldId="214748452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38154245" sldId="214748452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4194176432" sldId="214748452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890217303" sldId="214748453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82216" y="176715"/>
            <a:ext cx="5983605" cy="17856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216864" y="9671310"/>
            <a:ext cx="492259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494926" y="9671310"/>
            <a:ext cx="5567925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175703" y="9671310"/>
            <a:ext cx="190528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41769" y="192454"/>
            <a:ext cx="364262" cy="36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theme" Target="../theme/them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53988" y="617538"/>
            <a:ext cx="3292475" cy="185261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87598" tIns="43799" rIns="87598" bIns="4379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192788" y="2938490"/>
            <a:ext cx="6506513" cy="646503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99933" y="183269"/>
            <a:ext cx="5900408" cy="185193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157508" y="9658526"/>
            <a:ext cx="540250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4"/>
          </p:nvPr>
        </p:nvSpPr>
        <p:spPr bwMode="gray">
          <a:xfrm>
            <a:off x="547782" y="9658526"/>
            <a:ext cx="5465661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5"/>
          </p:nvPr>
        </p:nvSpPr>
        <p:spPr bwMode="gray">
          <a:xfrm>
            <a:off x="192834" y="9658526"/>
            <a:ext cx="208896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8071" y="2056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Bef>
        <a:spcPts val="300"/>
      </a:spcBef>
      <a:buFontTx/>
      <a:buBlip>
        <a:blip r:embed="rId3"/>
      </a:buBlip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Bef>
        <a:spcPts val="300"/>
      </a:spcBef>
      <a:buFontTx/>
      <a:buBlip>
        <a:blip r:embed="rId4"/>
      </a:buBlip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Bef>
        <a:spcPts val="300"/>
      </a:spcBef>
      <a:buFontTx/>
      <a:buBlip>
        <a:blip r:embed="rId5"/>
      </a:buBlip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7.emf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5.emf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15.emf"/><Relationship Id="rId4" Type="http://schemas.openxmlformats.org/officeDocument/2006/relationships/image" Target="../media/image25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5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5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5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15.emf"/><Relationship Id="rId11" Type="http://schemas.openxmlformats.org/officeDocument/2006/relationships/image" Target="../media/image14.emf"/><Relationship Id="rId5" Type="http://schemas.openxmlformats.org/officeDocument/2006/relationships/image" Target="../media/image1.e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5.emf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5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5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5c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18020A8A-2189-4A36-9D3F-DD8A59B2639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201213" y="0"/>
            <a:ext cx="3226564" cy="601503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6564" h="6015038">
                <a:moveTo>
                  <a:pt x="1190737" y="0"/>
                </a:moveTo>
                <a:lnTo>
                  <a:pt x="3226564" y="0"/>
                </a:lnTo>
                <a:lnTo>
                  <a:pt x="2035828" y="6015038"/>
                </a:lnTo>
                <a:lnTo>
                  <a:pt x="0" y="60150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4986390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3D778945-55F1-47F6-BE0C-1C12ACC716F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110435" y="1066801"/>
            <a:ext cx="3183196" cy="5795963"/>
          </a:xfrm>
          <a:custGeom>
            <a:avLst/>
            <a:gdLst>
              <a:gd name="connsiteX0" fmla="*/ 1147369 w 3183196"/>
              <a:gd name="connsiteY0" fmla="*/ 0 h 5795963"/>
              <a:gd name="connsiteX1" fmla="*/ 3183196 w 3183196"/>
              <a:gd name="connsiteY1" fmla="*/ 0 h 5795963"/>
              <a:gd name="connsiteX2" fmla="*/ 2035828 w 3183196"/>
              <a:gd name="connsiteY2" fmla="*/ 5795963 h 5795963"/>
              <a:gd name="connsiteX3" fmla="*/ 0 w 3183196"/>
              <a:gd name="connsiteY3" fmla="*/ 5795963 h 579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3196" h="5795963">
                <a:moveTo>
                  <a:pt x="1147369" y="0"/>
                </a:moveTo>
                <a:lnTo>
                  <a:pt x="3183196" y="0"/>
                </a:lnTo>
                <a:lnTo>
                  <a:pt x="2035828" y="5795963"/>
                </a:lnTo>
                <a:lnTo>
                  <a:pt x="0" y="57959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F68A9325-C92F-42E6-B5DA-D79023DA19D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322443" y="167217"/>
            <a:ext cx="2870404" cy="601577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870404 w 3226564"/>
              <a:gd name="connsiteY2" fmla="*/ 1787843 h 6015038"/>
              <a:gd name="connsiteX3" fmla="*/ 2035828 w 3226564"/>
              <a:gd name="connsiteY3" fmla="*/ 6015038 h 6015038"/>
              <a:gd name="connsiteX4" fmla="*/ 0 w 3226564"/>
              <a:gd name="connsiteY4" fmla="*/ 6015038 h 6015038"/>
              <a:gd name="connsiteX5" fmla="*/ 1190737 w 3226564"/>
              <a:gd name="connsiteY5" fmla="*/ 0 h 6015038"/>
              <a:gd name="connsiteX0" fmla="*/ 1190737 w 3226564"/>
              <a:gd name="connsiteY0" fmla="*/ 740 h 6015778"/>
              <a:gd name="connsiteX1" fmla="*/ 2866170 w 3226564"/>
              <a:gd name="connsiteY1" fmla="*/ 0 h 6015778"/>
              <a:gd name="connsiteX2" fmla="*/ 3226564 w 3226564"/>
              <a:gd name="connsiteY2" fmla="*/ 740 h 6015778"/>
              <a:gd name="connsiteX3" fmla="*/ 2870404 w 3226564"/>
              <a:gd name="connsiteY3" fmla="*/ 1788583 h 6015778"/>
              <a:gd name="connsiteX4" fmla="*/ 2035828 w 3226564"/>
              <a:gd name="connsiteY4" fmla="*/ 6015778 h 6015778"/>
              <a:gd name="connsiteX5" fmla="*/ 0 w 3226564"/>
              <a:gd name="connsiteY5" fmla="*/ 6015778 h 6015778"/>
              <a:gd name="connsiteX6" fmla="*/ 1190737 w 3226564"/>
              <a:gd name="connsiteY6" fmla="*/ 740 h 6015778"/>
              <a:gd name="connsiteX0" fmla="*/ 1190737 w 2870404"/>
              <a:gd name="connsiteY0" fmla="*/ 740 h 6015778"/>
              <a:gd name="connsiteX1" fmla="*/ 2866170 w 2870404"/>
              <a:gd name="connsiteY1" fmla="*/ 0 h 6015778"/>
              <a:gd name="connsiteX2" fmla="*/ 2870404 w 2870404"/>
              <a:gd name="connsiteY2" fmla="*/ 1788583 h 6015778"/>
              <a:gd name="connsiteX3" fmla="*/ 2035828 w 2870404"/>
              <a:gd name="connsiteY3" fmla="*/ 6015778 h 6015778"/>
              <a:gd name="connsiteX4" fmla="*/ 0 w 2870404"/>
              <a:gd name="connsiteY4" fmla="*/ 6015778 h 6015778"/>
              <a:gd name="connsiteX5" fmla="*/ 1190737 w 2870404"/>
              <a:gd name="connsiteY5" fmla="*/ 740 h 601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0404" h="6015778">
                <a:moveTo>
                  <a:pt x="1190737" y="740"/>
                </a:moveTo>
                <a:lnTo>
                  <a:pt x="2866170" y="0"/>
                </a:lnTo>
                <a:cubicBezTo>
                  <a:pt x="2867581" y="596194"/>
                  <a:pt x="2868993" y="1192389"/>
                  <a:pt x="2870404" y="1788583"/>
                </a:cubicBezTo>
                <a:lnTo>
                  <a:pt x="2035828" y="6015778"/>
                </a:lnTo>
                <a:lnTo>
                  <a:pt x="0" y="6015778"/>
                </a:lnTo>
                <a:lnTo>
                  <a:pt x="1190737" y="7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1240C781-8492-478C-8AAF-FFD1414D38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620552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0C081-E3EF-51DE-C7D6-02FBA0166F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09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a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C3A16-CDA7-2BCC-8A71-EAECC16B7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09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c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A12E26-A1DC-8A63-BB96-B593BA5564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F128E5-53AD-A5BA-8B17-24C43FFDBC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65EDD2-D091-1868-7503-B125418C37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2416A6CC-3C59-A51E-AAB2-15A2EF3230D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27218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FAFFB7B-FCC7-7C5D-15D8-0F5E5D6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3"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204978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204978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204978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204978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801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A green and black gradient&#10;&#10;Description automatically generated">
            <a:extLst>
              <a:ext uri="{FF2B5EF4-FFF2-40B4-BE49-F238E27FC236}">
                <a16:creationId xmlns:a16="http://schemas.microsoft.com/office/drawing/2014/main" id="{2D469774-1A3B-FECF-12E6-6368FEFC52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t="10411" r="4771" b="15975"/>
          <a:stretch/>
        </p:blipFill>
        <p:spPr>
          <a:xfrm>
            <a:off x="0" y="0"/>
            <a:ext cx="5459621" cy="6858000"/>
          </a:xfrm>
          <a:custGeom>
            <a:avLst/>
            <a:gdLst>
              <a:gd name="connsiteX0" fmla="*/ 0 w 5459621"/>
              <a:gd name="connsiteY0" fmla="*/ 0 h 6858000"/>
              <a:gd name="connsiteX1" fmla="*/ 1287700 w 5459621"/>
              <a:gd name="connsiteY1" fmla="*/ 0 h 6858000"/>
              <a:gd name="connsiteX2" fmla="*/ 2872075 w 5459621"/>
              <a:gd name="connsiteY2" fmla="*/ 0 h 6858000"/>
              <a:gd name="connsiteX3" fmla="*/ 5459621 w 5459621"/>
              <a:gd name="connsiteY3" fmla="*/ 0 h 6858000"/>
              <a:gd name="connsiteX4" fmla="*/ 5459621 w 5459621"/>
              <a:gd name="connsiteY4" fmla="*/ 6858000 h 6858000"/>
              <a:gd name="connsiteX5" fmla="*/ 1287700 w 5459621"/>
              <a:gd name="connsiteY5" fmla="*/ 6858000 h 6858000"/>
              <a:gd name="connsiteX6" fmla="*/ 1287700 w 5459621"/>
              <a:gd name="connsiteY6" fmla="*/ 6857999 h 6858000"/>
              <a:gd name="connsiteX7" fmla="*/ 0 w 5459621"/>
              <a:gd name="connsiteY7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59621" h="6858000">
                <a:moveTo>
                  <a:pt x="0" y="0"/>
                </a:moveTo>
                <a:lnTo>
                  <a:pt x="1287700" y="0"/>
                </a:lnTo>
                <a:lnTo>
                  <a:pt x="2872075" y="0"/>
                </a:lnTo>
                <a:lnTo>
                  <a:pt x="5459621" y="0"/>
                </a:lnTo>
                <a:lnTo>
                  <a:pt x="5459621" y="6858000"/>
                </a:lnTo>
                <a:lnTo>
                  <a:pt x="1287700" y="6858000"/>
                </a:lnTo>
                <a:lnTo>
                  <a:pt x="128770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0867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7FF8C9B-674F-59E8-7A0E-2E61D8D25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181356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181356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181356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181356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854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11EE6D-0CC0-20F2-C952-8030FC54C00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1749B9BF-570F-F63D-6FA5-03289F059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90713" y="2252660"/>
            <a:ext cx="2259955" cy="864000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Text Placeholder 54">
            <a:extLst>
              <a:ext uri="{FF2B5EF4-FFF2-40B4-BE49-F238E27FC236}">
                <a16:creationId xmlns:a16="http://schemas.microsoft.com/office/drawing/2014/main" id="{C84ECE38-01A9-A882-7DDA-2C47033643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051040" y="1742121"/>
            <a:ext cx="4188996" cy="4641030"/>
          </a:xfrm>
        </p:spPr>
        <p:txBody>
          <a:bodyPr/>
          <a:lstStyle>
            <a:lvl1pPr marL="288000" indent="-360000">
              <a:spcBef>
                <a:spcPts val="1800"/>
              </a:spcBef>
              <a:spcAft>
                <a:spcPts val="0"/>
              </a:spcAft>
              <a:buFont typeface="+mj-lt"/>
              <a:buNone/>
              <a:defRPr sz="18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6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1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2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3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4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5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6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7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5D68A20-991D-ED74-C7FB-198EB81879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1021" y="3713163"/>
            <a:ext cx="3488699" cy="1565275"/>
          </a:xfrm>
        </p:spPr>
        <p:txBody>
          <a:bodyPr/>
          <a:lstStyle>
            <a:lvl1pPr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8CA3D8-6406-F79E-DE36-F890C65EFD06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5318760" y="-71120"/>
            <a:ext cx="2006600" cy="70256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64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cxnSp>
        <p:nvCxnSpPr>
          <p:cNvPr id="16" name="Straight Connector 27">
            <a:extLst>
              <a:ext uri="{FF2B5EF4-FFF2-40B4-BE49-F238E27FC236}">
                <a16:creationId xmlns:a16="http://schemas.microsoft.com/office/drawing/2014/main" id="{7F8D51BC-258F-49FA-99A4-282634A61FD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3C56B98-E3B3-4EA8-ADE3-F14391389EE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7992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1FA4F69-0C83-4076-B56E-81CB29070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352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</p:spTree>
    <p:extLst>
      <p:ext uri="{BB962C8B-B14F-4D97-AF65-F5344CB8AC3E}">
        <p14:creationId xmlns:p14="http://schemas.microsoft.com/office/powerpoint/2010/main" val="182497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BCAAA78-7F45-4C4F-B87D-A3BFE52C4A0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8045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8633D1B-5634-4823-9D34-01F053C0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405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7CFDB0-E88E-5AF6-BB3F-0F78B36AEFC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33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7BC5FE3-5506-4853-8F28-AA57CDBCD3A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4789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EB2ECA-4E23-4CA9-9C01-D2FEE5AE7F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4149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431A34-8D79-2A9D-E2ED-32A992CCC7A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35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983A67-7516-8C5A-66ED-F02D20C571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640F38-817A-C59B-9537-98F10341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18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4" orient="horz" pos="408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2a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B3AE6C7-21E2-08D9-1307-1C1E19F5AD29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013ED2-4DE9-4604-3E52-BC09942C99E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C820B2-E9EB-A13A-4251-755CE9B7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8640000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52B17E-DD91-936E-880E-B1D45FC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1815CE-755D-9F3F-2557-D771FE8DD7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B0E65FA-DDFD-500F-93CF-E8AF53F267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863D48-369D-6405-CBD8-85E2CABF48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4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29544FC-7219-73D7-1002-E7AA172E194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6C98A99-5724-D452-000A-2BB268C48D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8EC62-8844-510C-A80C-C04E0EFF5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69EBDA9-44C8-75CA-5B72-02AF4C26523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42DC11-0FBD-7A90-503D-AB916C2F5D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2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14C71B-8A56-2D45-8B5A-B3CA6B980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8676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14C71B-8A56-2D45-8B5A-B3CA6B980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 flipH="1"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17BBE"/>
              </a:gs>
              <a:gs pos="0">
                <a:srgbClr val="9A3778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DE6171-7FCA-8A1D-BDC7-361DE6A6E13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2E19E7-D685-A88A-17B1-1E11E0F4AB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56000">
                <a:srgbClr val="6661A4"/>
              </a:gs>
              <a:gs pos="100000">
                <a:srgbClr val="1E80CB"/>
              </a:gs>
              <a:gs pos="16000">
                <a:srgbClr val="B7276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840D0CD2-A0E0-C60F-428B-E6E13D5219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>
            <a:gsLst>
              <a:gs pos="55000">
                <a:srgbClr val="35742C"/>
              </a:gs>
              <a:gs pos="0">
                <a:srgbClr val="286337"/>
              </a:gs>
              <a:gs pos="100000">
                <a:srgbClr val="5BA31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30822614-4CE1-B73F-E7EF-834DDCC0D7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4EB107F2-5D32-3144-6F9E-F4E747C432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6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28225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a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3652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640958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640958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reihandform: Form 12">
            <a:extLst>
              <a:ext uri="{FF2B5EF4-FFF2-40B4-BE49-F238E27FC236}">
                <a16:creationId xmlns:a16="http://schemas.microsoft.com/office/drawing/2014/main" id="{375CB40A-2DFF-B0A5-A7C5-1BE604A0F8FF}"/>
              </a:ext>
            </a:extLst>
          </p:cNvPr>
          <p:cNvSpPr/>
          <p:nvPr userDrawn="1"/>
        </p:nvSpPr>
        <p:spPr bwMode="gray">
          <a:xfrm>
            <a:off x="11239727" y="1448091"/>
            <a:ext cx="950687" cy="5046373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E29E02-5E22-5B7A-D1FE-A764A6626A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F650B782-DA3A-606E-7B3C-82C8FD9FD4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680256" y="401320"/>
            <a:ext cx="5513860" cy="6093144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0" fmla="*/ 1184041 w 8079923"/>
              <a:gd name="connsiteY0" fmla="*/ 508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5" fmla="*/ 1184041 w 8079923"/>
              <a:gd name="connsiteY5" fmla="*/ 5080 h 6858000"/>
              <a:gd name="connsiteX0" fmla="*/ 1199281 w 8095163"/>
              <a:gd name="connsiteY0" fmla="*/ 5080 h 6863080"/>
              <a:gd name="connsiteX1" fmla="*/ 8092783 w 8095163"/>
              <a:gd name="connsiteY1" fmla="*/ 0 h 6863080"/>
              <a:gd name="connsiteX2" fmla="*/ 8095163 w 8095163"/>
              <a:gd name="connsiteY2" fmla="*/ 6003673 h 6863080"/>
              <a:gd name="connsiteX3" fmla="*/ 3255669 w 8095163"/>
              <a:gd name="connsiteY3" fmla="*/ 6858000 h 6863080"/>
              <a:gd name="connsiteX4" fmla="*/ 0 w 8095163"/>
              <a:gd name="connsiteY4" fmla="*/ 6863080 h 6863080"/>
              <a:gd name="connsiteX5" fmla="*/ 1199281 w 8095163"/>
              <a:gd name="connsiteY5" fmla="*/ 5080 h 6863080"/>
              <a:gd name="connsiteX0" fmla="*/ 1199281 w 8092783"/>
              <a:gd name="connsiteY0" fmla="*/ 5080 h 6863080"/>
              <a:gd name="connsiteX1" fmla="*/ 8092783 w 8092783"/>
              <a:gd name="connsiteY1" fmla="*/ 0 h 6863080"/>
              <a:gd name="connsiteX2" fmla="*/ 6672763 w 8092783"/>
              <a:gd name="connsiteY2" fmla="*/ 6846953 h 6863080"/>
              <a:gd name="connsiteX3" fmla="*/ 3255669 w 8092783"/>
              <a:gd name="connsiteY3" fmla="*/ 6858000 h 6863080"/>
              <a:gd name="connsiteX4" fmla="*/ 0 w 8092783"/>
              <a:gd name="connsiteY4" fmla="*/ 6863080 h 6863080"/>
              <a:gd name="connsiteX5" fmla="*/ 1199281 w 8092783"/>
              <a:gd name="connsiteY5" fmla="*/ 5080 h 6863080"/>
              <a:gd name="connsiteX0" fmla="*/ 1199281 w 6672763"/>
              <a:gd name="connsiteY0" fmla="*/ 0 h 6858000"/>
              <a:gd name="connsiteX1" fmla="*/ 5928703 w 6672763"/>
              <a:gd name="connsiteY1" fmla="*/ 355600 h 6858000"/>
              <a:gd name="connsiteX2" fmla="*/ 6672763 w 6672763"/>
              <a:gd name="connsiteY2" fmla="*/ 6841873 h 6858000"/>
              <a:gd name="connsiteX3" fmla="*/ 3255669 w 6672763"/>
              <a:gd name="connsiteY3" fmla="*/ 6852920 h 6858000"/>
              <a:gd name="connsiteX4" fmla="*/ 0 w 6672763"/>
              <a:gd name="connsiteY4" fmla="*/ 6858000 h 6858000"/>
              <a:gd name="connsiteX5" fmla="*/ 1199281 w 6672763"/>
              <a:gd name="connsiteY5" fmla="*/ 0 h 6858000"/>
              <a:gd name="connsiteX0" fmla="*/ 1199281 w 6680543"/>
              <a:gd name="connsiteY0" fmla="*/ 5080 h 6863080"/>
              <a:gd name="connsiteX1" fmla="*/ 6680543 w 6680543"/>
              <a:gd name="connsiteY1" fmla="*/ 0 h 6863080"/>
              <a:gd name="connsiteX2" fmla="*/ 6672763 w 6680543"/>
              <a:gd name="connsiteY2" fmla="*/ 6846953 h 6863080"/>
              <a:gd name="connsiteX3" fmla="*/ 3255669 w 6680543"/>
              <a:gd name="connsiteY3" fmla="*/ 6858000 h 6863080"/>
              <a:gd name="connsiteX4" fmla="*/ 0 w 6680543"/>
              <a:gd name="connsiteY4" fmla="*/ 6863080 h 6863080"/>
              <a:gd name="connsiteX5" fmla="*/ 1199281 w 6680543"/>
              <a:gd name="connsiteY5" fmla="*/ 5080 h 6863080"/>
              <a:gd name="connsiteX0" fmla="*/ 1188168 w 6680543"/>
              <a:gd name="connsiteY0" fmla="*/ 0 h 6864350"/>
              <a:gd name="connsiteX1" fmla="*/ 6680543 w 6680543"/>
              <a:gd name="connsiteY1" fmla="*/ 1270 h 6864350"/>
              <a:gd name="connsiteX2" fmla="*/ 6672763 w 6680543"/>
              <a:gd name="connsiteY2" fmla="*/ 6848223 h 6864350"/>
              <a:gd name="connsiteX3" fmla="*/ 3255669 w 6680543"/>
              <a:gd name="connsiteY3" fmla="*/ 6859270 h 6864350"/>
              <a:gd name="connsiteX4" fmla="*/ 0 w 6680543"/>
              <a:gd name="connsiteY4" fmla="*/ 6864350 h 6864350"/>
              <a:gd name="connsiteX5" fmla="*/ 1188168 w 6680543"/>
              <a:gd name="connsiteY5" fmla="*/ 0 h 6864350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8499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84993 w 6683718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3263606 w 6688480"/>
              <a:gd name="connsiteY3" fmla="*/ 6859270 h 6861475"/>
              <a:gd name="connsiteX4" fmla="*/ 0 w 6688480"/>
              <a:gd name="connsiteY4" fmla="*/ 6859587 h 6861475"/>
              <a:gd name="connsiteX5" fmla="*/ 1189755 w 6688480"/>
              <a:gd name="connsiteY5" fmla="*/ 0 h 6861475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5511743 w 6688480"/>
              <a:gd name="connsiteY3" fmla="*/ 6859133 h 6861475"/>
              <a:gd name="connsiteX4" fmla="*/ 3263606 w 6688480"/>
              <a:gd name="connsiteY4" fmla="*/ 6859270 h 6861475"/>
              <a:gd name="connsiteX5" fmla="*/ 0 w 6688480"/>
              <a:gd name="connsiteY5" fmla="*/ 6859587 h 6861475"/>
              <a:gd name="connsiteX6" fmla="*/ 1189755 w 6688480"/>
              <a:gd name="connsiteY6" fmla="*/ 0 h 6861475"/>
              <a:gd name="connsiteX0" fmla="*/ 1189755 w 6688480"/>
              <a:gd name="connsiteY0" fmla="*/ 2359 h 6863834"/>
              <a:gd name="connsiteX1" fmla="*/ 5506663 w 6688480"/>
              <a:gd name="connsiteY1" fmla="*/ 0 h 6863834"/>
              <a:gd name="connsiteX2" fmla="*/ 6688480 w 6688480"/>
              <a:gd name="connsiteY2" fmla="*/ 3629 h 6863834"/>
              <a:gd name="connsiteX3" fmla="*/ 6685118 w 6688480"/>
              <a:gd name="connsiteY3" fmla="*/ 6863834 h 6863834"/>
              <a:gd name="connsiteX4" fmla="*/ 5511743 w 6688480"/>
              <a:gd name="connsiteY4" fmla="*/ 6861492 h 6863834"/>
              <a:gd name="connsiteX5" fmla="*/ 3263606 w 6688480"/>
              <a:gd name="connsiteY5" fmla="*/ 6861629 h 6863834"/>
              <a:gd name="connsiteX6" fmla="*/ 0 w 6688480"/>
              <a:gd name="connsiteY6" fmla="*/ 6861946 h 6863834"/>
              <a:gd name="connsiteX7" fmla="*/ 1189755 w 6688480"/>
              <a:gd name="connsiteY7" fmla="*/ 2359 h 6863834"/>
              <a:gd name="connsiteX0" fmla="*/ 1189755 w 6685118"/>
              <a:gd name="connsiteY0" fmla="*/ 2359 h 6863834"/>
              <a:gd name="connsiteX1" fmla="*/ 5506663 w 6685118"/>
              <a:gd name="connsiteY1" fmla="*/ 0 h 6863834"/>
              <a:gd name="connsiteX2" fmla="*/ 6685118 w 6685118"/>
              <a:gd name="connsiteY2" fmla="*/ 6863834 h 6863834"/>
              <a:gd name="connsiteX3" fmla="*/ 5511743 w 6685118"/>
              <a:gd name="connsiteY3" fmla="*/ 6861492 h 6863834"/>
              <a:gd name="connsiteX4" fmla="*/ 3263606 w 6685118"/>
              <a:gd name="connsiteY4" fmla="*/ 6861629 h 6863834"/>
              <a:gd name="connsiteX5" fmla="*/ 0 w 6685118"/>
              <a:gd name="connsiteY5" fmla="*/ 6861946 h 6863834"/>
              <a:gd name="connsiteX6" fmla="*/ 1189755 w 6685118"/>
              <a:gd name="connsiteY6" fmla="*/ 2359 h 6863834"/>
              <a:gd name="connsiteX0" fmla="*/ 1189755 w 5511743"/>
              <a:gd name="connsiteY0" fmla="*/ 2359 h 6861946"/>
              <a:gd name="connsiteX1" fmla="*/ 5506663 w 5511743"/>
              <a:gd name="connsiteY1" fmla="*/ 0 h 6861946"/>
              <a:gd name="connsiteX2" fmla="*/ 5511743 w 5511743"/>
              <a:gd name="connsiteY2" fmla="*/ 6861492 h 6861946"/>
              <a:gd name="connsiteX3" fmla="*/ 3263606 w 5511743"/>
              <a:gd name="connsiteY3" fmla="*/ 6861629 h 6861946"/>
              <a:gd name="connsiteX4" fmla="*/ 0 w 5511743"/>
              <a:gd name="connsiteY4" fmla="*/ 6861946 h 6861946"/>
              <a:gd name="connsiteX5" fmla="*/ 1189755 w 5511743"/>
              <a:gd name="connsiteY5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3263606 w 5827943"/>
              <a:gd name="connsiteY4" fmla="*/ 6861629 h 6861946"/>
              <a:gd name="connsiteX5" fmla="*/ 0 w 5827943"/>
              <a:gd name="connsiteY5" fmla="*/ 6861946 h 6861946"/>
              <a:gd name="connsiteX6" fmla="*/ 1189755 w 5827943"/>
              <a:gd name="connsiteY6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4551624 w 5827943"/>
              <a:gd name="connsiteY4" fmla="*/ 6853720 h 6861946"/>
              <a:gd name="connsiteX5" fmla="*/ 3263606 w 5827943"/>
              <a:gd name="connsiteY5" fmla="*/ 6861629 h 6861946"/>
              <a:gd name="connsiteX6" fmla="*/ 0 w 5827943"/>
              <a:gd name="connsiteY6" fmla="*/ 6861946 h 6861946"/>
              <a:gd name="connsiteX7" fmla="*/ 1189755 w 5827943"/>
              <a:gd name="connsiteY7" fmla="*/ 2359 h 6861946"/>
              <a:gd name="connsiteX0" fmla="*/ 1189755 w 5866795"/>
              <a:gd name="connsiteY0" fmla="*/ 2359 h 6861946"/>
              <a:gd name="connsiteX1" fmla="*/ 5506663 w 5866795"/>
              <a:gd name="connsiteY1" fmla="*/ 0 h 6861946"/>
              <a:gd name="connsiteX2" fmla="*/ 5511744 w 5866795"/>
              <a:gd name="connsiteY2" fmla="*/ 1195682 h 6861946"/>
              <a:gd name="connsiteX3" fmla="*/ 4551624 w 5866795"/>
              <a:gd name="connsiteY3" fmla="*/ 6853720 h 6861946"/>
              <a:gd name="connsiteX4" fmla="*/ 3263606 w 5866795"/>
              <a:gd name="connsiteY4" fmla="*/ 6861629 h 6861946"/>
              <a:gd name="connsiteX5" fmla="*/ 0 w 5866795"/>
              <a:gd name="connsiteY5" fmla="*/ 6861946 h 6861946"/>
              <a:gd name="connsiteX6" fmla="*/ 1189755 w 5866795"/>
              <a:gd name="connsiteY6" fmla="*/ 2359 h 6861946"/>
              <a:gd name="connsiteX0" fmla="*/ 1189755 w 5581743"/>
              <a:gd name="connsiteY0" fmla="*/ 2359 h 6861946"/>
              <a:gd name="connsiteX1" fmla="*/ 5506663 w 5581743"/>
              <a:gd name="connsiteY1" fmla="*/ 0 h 6861946"/>
              <a:gd name="connsiteX2" fmla="*/ 5511744 w 5581743"/>
              <a:gd name="connsiteY2" fmla="*/ 1195682 h 6861946"/>
              <a:gd name="connsiteX3" fmla="*/ 4551624 w 5581743"/>
              <a:gd name="connsiteY3" fmla="*/ 6853720 h 6861946"/>
              <a:gd name="connsiteX4" fmla="*/ 3263606 w 5581743"/>
              <a:gd name="connsiteY4" fmla="*/ 6861629 h 6861946"/>
              <a:gd name="connsiteX5" fmla="*/ 0 w 5581743"/>
              <a:gd name="connsiteY5" fmla="*/ 6861946 h 6861946"/>
              <a:gd name="connsiteX6" fmla="*/ 1189755 w 5581743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55858 w 5513860"/>
              <a:gd name="connsiteY3" fmla="*/ 6853720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60091 w 5513860"/>
              <a:gd name="connsiteY3" fmla="*/ 6856105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13860" h="6861946">
                <a:moveTo>
                  <a:pt x="1189755" y="2359"/>
                </a:moveTo>
                <a:lnTo>
                  <a:pt x="5506663" y="0"/>
                </a:lnTo>
                <a:cubicBezTo>
                  <a:pt x="5509203" y="597841"/>
                  <a:pt x="5511319" y="564470"/>
                  <a:pt x="5513860" y="1162311"/>
                </a:cubicBezTo>
                <a:cubicBezTo>
                  <a:pt x="5329287" y="2268842"/>
                  <a:pt x="5413994" y="1802219"/>
                  <a:pt x="4560091" y="6856105"/>
                </a:cubicBezTo>
                <a:lnTo>
                  <a:pt x="3263606" y="6861629"/>
                </a:lnTo>
                <a:lnTo>
                  <a:pt x="0" y="6861946"/>
                </a:lnTo>
                <a:lnTo>
                  <a:pt x="1189755" y="235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439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9" name="Freihandform: Form 68">
            <a:extLst>
              <a:ext uri="{FF2B5EF4-FFF2-40B4-BE49-F238E27FC236}">
                <a16:creationId xmlns:a16="http://schemas.microsoft.com/office/drawing/2014/main" id="{B4BC3F7F-8CC5-43E7-AC78-FFCA51801963}"/>
              </a:ext>
            </a:extLst>
          </p:cNvPr>
          <p:cNvSpPr/>
          <p:nvPr userDrawn="1"/>
        </p:nvSpPr>
        <p:spPr bwMode="gray">
          <a:xfrm>
            <a:off x="11310044" y="1811627"/>
            <a:ext cx="880370" cy="4673123"/>
          </a:xfrm>
          <a:custGeom>
            <a:avLst/>
            <a:gdLst>
              <a:gd name="connsiteX0" fmla="*/ 880370 w 880370"/>
              <a:gd name="connsiteY0" fmla="*/ 0 h 4673123"/>
              <a:gd name="connsiteX1" fmla="*/ 880370 w 880370"/>
              <a:gd name="connsiteY1" fmla="*/ 4673123 h 4673123"/>
              <a:gd name="connsiteX2" fmla="*/ 0 w 880370"/>
              <a:gd name="connsiteY2" fmla="*/ 4673123 h 4673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0" h="4673123">
                <a:moveTo>
                  <a:pt x="880370" y="0"/>
                </a:moveTo>
                <a:lnTo>
                  <a:pt x="880370" y="4673123"/>
                </a:lnTo>
                <a:lnTo>
                  <a:pt x="0" y="4673123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8792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3" name="Freihandform: Form 65">
            <a:extLst>
              <a:ext uri="{FF2B5EF4-FFF2-40B4-BE49-F238E27FC236}">
                <a16:creationId xmlns:a16="http://schemas.microsoft.com/office/drawing/2014/main" id="{3017B2BB-F60E-DBB3-3E6E-0F90D29F0B30}"/>
              </a:ext>
            </a:extLst>
          </p:cNvPr>
          <p:cNvSpPr/>
          <p:nvPr userDrawn="1"/>
        </p:nvSpPr>
        <p:spPr bwMode="gray">
          <a:xfrm>
            <a:off x="11310044" y="1823409"/>
            <a:ext cx="880369" cy="4661342"/>
          </a:xfrm>
          <a:custGeom>
            <a:avLst/>
            <a:gdLst>
              <a:gd name="connsiteX0" fmla="*/ 878151 w 880369"/>
              <a:gd name="connsiteY0" fmla="*/ 0 h 4661342"/>
              <a:gd name="connsiteX1" fmla="*/ 880369 w 880369"/>
              <a:gd name="connsiteY1" fmla="*/ 0 h 4661342"/>
              <a:gd name="connsiteX2" fmla="*/ 880369 w 880369"/>
              <a:gd name="connsiteY2" fmla="*/ 4661342 h 4661342"/>
              <a:gd name="connsiteX3" fmla="*/ 0 w 880369"/>
              <a:gd name="connsiteY3" fmla="*/ 4661342 h 4661342"/>
              <a:gd name="connsiteX4" fmla="*/ 754832 w 880369"/>
              <a:gd name="connsiteY4" fmla="*/ 654597 h 466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369" h="4661342">
                <a:moveTo>
                  <a:pt x="878151" y="0"/>
                </a:moveTo>
                <a:lnTo>
                  <a:pt x="880369" y="0"/>
                </a:lnTo>
                <a:lnTo>
                  <a:pt x="880369" y="4661342"/>
                </a:lnTo>
                <a:lnTo>
                  <a:pt x="0" y="4661342"/>
                </a:lnTo>
                <a:lnTo>
                  <a:pt x="754832" y="654597"/>
                </a:lnTo>
                <a:close/>
              </a:path>
            </a:pathLst>
          </a:custGeom>
          <a:gradFill flip="none" rotWithShape="1">
            <a:gsLst>
              <a:gs pos="60000">
                <a:srgbClr val="80488C"/>
              </a:gs>
              <a:gs pos="9000">
                <a:srgbClr val="277BC4"/>
              </a:gs>
              <a:gs pos="95000">
                <a:srgbClr val="D51C58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2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>
            <a:gsLst>
              <a:gs pos="76000">
                <a:srgbClr val="7C5598"/>
              </a:gs>
              <a:gs pos="0">
                <a:srgbClr val="01B9FD"/>
              </a:gs>
              <a:gs pos="100000">
                <a:srgbClr val="CA1D5B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9056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 flip="none" rotWithShape="1">
            <a:gsLst>
              <a:gs pos="40000">
                <a:srgbClr val="1487A4"/>
              </a:gs>
              <a:gs pos="5000">
                <a:srgbClr val="007BBF"/>
              </a:gs>
              <a:gs pos="65000">
                <a:srgbClr val="40A476"/>
              </a:gs>
              <a:gs pos="100000">
                <a:schemeClr val="accent4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3155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Bildplatzhalter 64">
            <a:extLst>
              <a:ext uri="{FF2B5EF4-FFF2-40B4-BE49-F238E27FC236}">
                <a16:creationId xmlns:a16="http://schemas.microsoft.com/office/drawing/2014/main" id="{2D11EEBA-9F22-4B0B-976A-1EBB254BD2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415742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icon to</a:t>
            </a:r>
            <a:br>
              <a:rPr lang="en-US" dirty="0"/>
            </a:br>
            <a:r>
              <a:rPr lang="en-US" dirty="0"/>
              <a:t>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522213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222129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0DA0F498-71AB-4D26-8AD0-B54032AD66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8445521" y="1950136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E5F6FA-7166-5957-A1AB-06C532A7A414}"/>
              </a:ext>
            </a:extLst>
          </p:cNvPr>
          <p:cNvSpPr>
            <a:spLocks noGrp="1" noChangeAspect="1"/>
          </p:cNvSpPr>
          <p:nvPr>
            <p:ph type="title"/>
          </p:nvPr>
        </p:nvSpPr>
        <p:spPr bwMode="gray">
          <a:xfrm>
            <a:off x="981821" y="132067"/>
            <a:ext cx="5222129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0114B-B78B-BA45-DEA7-A6BAC5646E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6" name="Bildplatzhalter 65">
            <a:extLst>
              <a:ext uri="{FF2B5EF4-FFF2-40B4-BE49-F238E27FC236}">
                <a16:creationId xmlns:a16="http://schemas.microsoft.com/office/drawing/2014/main" id="{CD0A2240-C392-4BBF-9C07-DB30009BD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84205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D4979BCF-2924-4858-8E5C-8854D4AF365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012680" y="1959849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A1BCCD4-E3E5-E84B-C4EC-A3768537E6B5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562724" y="1633216"/>
            <a:ext cx="522129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BED3F77E-F4A8-3432-F454-F8DB9DBF4F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2726" y="2227669"/>
            <a:ext cx="5221288" cy="42570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F3B313F-3EC3-4BBB-8060-A7B7B60129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558989" y="504806"/>
            <a:ext cx="5221291" cy="103604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FF6489-9E94-3475-8C2E-5C1EE3DEA9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7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DA4978-1698-4FB2-D0F5-033EB216689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E7729F-1BA3-C16C-A6DD-CC23E2B9E0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3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980282" y="1052513"/>
            <a:ext cx="10800000" cy="5432237"/>
          </a:xfrm>
        </p:spPr>
        <p:txBody>
          <a:bodyPr bIns="0" anchor="ctr"/>
          <a:lstStyle>
            <a:lvl1pPr marL="0" indent="0" algn="l">
              <a:buNone/>
              <a:defRPr sz="6600">
                <a:solidFill>
                  <a:schemeClr val="tx2"/>
                </a:solidFill>
              </a:defRPr>
            </a:lvl1pPr>
            <a:lvl2pPr marL="0" indent="0" algn="l">
              <a:buNone/>
              <a:defRPr sz="6600">
                <a:solidFill>
                  <a:schemeClr val="tx2"/>
                </a:solidFill>
              </a:defRPr>
            </a:lvl2pPr>
            <a:lvl3pPr marL="0" indent="0" algn="l">
              <a:buNone/>
              <a:defRPr sz="6600">
                <a:solidFill>
                  <a:schemeClr val="tx2"/>
                </a:solidFill>
              </a:defRPr>
            </a:lvl3pPr>
            <a:lvl4pPr marL="0" indent="0" algn="l">
              <a:buNone/>
              <a:defRPr sz="6600">
                <a:solidFill>
                  <a:schemeClr val="tx2"/>
                </a:solidFill>
              </a:defRPr>
            </a:lvl4pPr>
            <a:lvl5pPr marL="0" indent="0" algn="l">
              <a:buNone/>
              <a:defRPr sz="6600">
                <a:solidFill>
                  <a:schemeClr val="tx2"/>
                </a:solidFill>
              </a:defRPr>
            </a:lvl5pPr>
            <a:lvl6pPr marL="0" indent="0" algn="l">
              <a:buNone/>
              <a:defRPr sz="6600">
                <a:solidFill>
                  <a:schemeClr val="tx2"/>
                </a:solidFill>
              </a:defRPr>
            </a:lvl6pPr>
            <a:lvl7pPr marL="0" indent="0" algn="l">
              <a:buNone/>
              <a:defRPr sz="6600">
                <a:solidFill>
                  <a:schemeClr val="tx2"/>
                </a:solidFill>
              </a:defRPr>
            </a:lvl7pPr>
            <a:lvl8pPr marL="0" indent="0" algn="l">
              <a:buNone/>
              <a:defRPr sz="6600">
                <a:solidFill>
                  <a:schemeClr val="tx2"/>
                </a:solidFill>
              </a:defRPr>
            </a:lvl8pPr>
            <a:lvl9pPr marL="0" indent="0" algn="l">
              <a:buNone/>
              <a:defRPr sz="66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your quote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36EAE9-E0F3-5AD1-121A-F969A1974CA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E164E1-A43C-54CE-DB18-1DE5321F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ildplatzhalter 61">
            <a:extLst>
              <a:ext uri="{FF2B5EF4-FFF2-40B4-BE49-F238E27FC236}">
                <a16:creationId xmlns:a16="http://schemas.microsoft.com/office/drawing/2014/main" id="{BD3C61A9-65E7-428B-80D3-5473EA42FD0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  <a:custGeom>
            <a:avLst/>
            <a:gdLst>
              <a:gd name="connsiteX0" fmla="*/ 950687 w 12190413"/>
              <a:gd name="connsiteY0" fmla="*/ 0 h 6858000"/>
              <a:gd name="connsiteX1" fmla="*/ 12190413 w 12190413"/>
              <a:gd name="connsiteY1" fmla="*/ 0 h 6858000"/>
              <a:gd name="connsiteX2" fmla="*/ 12190413 w 12190413"/>
              <a:gd name="connsiteY2" fmla="*/ 1811626 h 6858000"/>
              <a:gd name="connsiteX3" fmla="*/ 11239726 w 12190413"/>
              <a:gd name="connsiteY3" fmla="*/ 6858000 h 6858000"/>
              <a:gd name="connsiteX4" fmla="*/ 0 w 12190413"/>
              <a:gd name="connsiteY4" fmla="*/ 6858000 h 6858000"/>
              <a:gd name="connsiteX5" fmla="*/ 0 w 12190413"/>
              <a:gd name="connsiteY5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0413" h="6858000">
                <a:moveTo>
                  <a:pt x="950687" y="0"/>
                </a:moveTo>
                <a:lnTo>
                  <a:pt x="12190413" y="0"/>
                </a:lnTo>
                <a:lnTo>
                  <a:pt x="12190413" y="1811626"/>
                </a:lnTo>
                <a:lnTo>
                  <a:pt x="11239726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ihandform: Form 19">
            <a:extLst>
              <a:ext uri="{FF2B5EF4-FFF2-40B4-BE49-F238E27FC236}">
                <a16:creationId xmlns:a16="http://schemas.microsoft.com/office/drawing/2014/main" id="{C39C30FB-6CD5-4CE4-8218-A25B9259F9C0}"/>
              </a:ext>
            </a:extLst>
          </p:cNvPr>
          <p:cNvSpPr/>
          <p:nvPr userDrawn="1"/>
        </p:nvSpPr>
        <p:spPr bwMode="gray">
          <a:xfrm>
            <a:off x="11227642" y="1741887"/>
            <a:ext cx="963825" cy="5116113"/>
          </a:xfrm>
          <a:custGeom>
            <a:avLst/>
            <a:gdLst>
              <a:gd name="connsiteX0" fmla="*/ 963825 w 963825"/>
              <a:gd name="connsiteY0" fmla="*/ 0 h 5116113"/>
              <a:gd name="connsiteX1" fmla="*/ 963825 w 963825"/>
              <a:gd name="connsiteY1" fmla="*/ 5116113 h 5116113"/>
              <a:gd name="connsiteX2" fmla="*/ 0 w 963825"/>
              <a:gd name="connsiteY2" fmla="*/ 5116113 h 511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3825" h="5116113">
                <a:moveTo>
                  <a:pt x="963825" y="0"/>
                </a:moveTo>
                <a:lnTo>
                  <a:pt x="963825" y="5116113"/>
                </a:lnTo>
                <a:lnTo>
                  <a:pt x="0" y="5116113"/>
                </a:lnTo>
                <a:close/>
              </a:path>
            </a:pathLst>
          </a:cu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183CB87-0ABF-470D-A74F-294E38DDF215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2029501" y="2497723"/>
            <a:ext cx="3884447" cy="1855196"/>
          </a:xfrm>
        </p:spPr>
        <p:txBody>
          <a:bodyPr anchor="ctr"/>
          <a:lstStyle>
            <a:lvl1pPr>
              <a:lnSpc>
                <a:spcPct val="85000"/>
              </a:lnSpc>
              <a:defRPr sz="3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BC5DF11-21D7-46DE-B763-D132C3C7A108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2029501" y="5351383"/>
            <a:ext cx="3891240" cy="252000"/>
          </a:xfrm>
        </p:spPr>
        <p:txBody>
          <a:bodyPr anchor="t"/>
          <a:lstStyle>
            <a:lvl1pPr marL="0" indent="0" algn="l">
              <a:spcBef>
                <a:spcPts val="30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platzhalter 63">
            <a:extLst>
              <a:ext uri="{FF2B5EF4-FFF2-40B4-BE49-F238E27FC236}">
                <a16:creationId xmlns:a16="http://schemas.microsoft.com/office/drawing/2014/main" id="{587D0717-70BE-407C-904E-29C3B8AE00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43760" y="4217027"/>
            <a:ext cx="3770188" cy="936631"/>
          </a:xfrm>
        </p:spPr>
        <p:txBody>
          <a:bodyPr/>
          <a:lstStyle>
            <a:lvl1pPr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chemeClr val="accent2">
                    <a:alpha val="5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41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934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AB9EC87-5744-4CE7-B7B4-AC9B985FFCD4}"/>
              </a:ext>
            </a:extLst>
          </p:cNvPr>
          <p:cNvSpPr/>
          <p:nvPr userDrawn="1"/>
        </p:nvSpPr>
        <p:spPr bwMode="gray">
          <a:xfrm>
            <a:off x="12700" y="0"/>
            <a:ext cx="12177714" cy="6858001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091E0"/>
              </a:gs>
              <a:gs pos="0">
                <a:srgbClr val="9A3778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4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52A3C0D2-F175-4E3B-BCB8-0C70805CD7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67A9FE6-D880-6DBF-8406-9E4788C028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3A543F-80DD-AAE8-5C04-99921AEAA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C02E025F-9CE4-577C-F5DE-BB1540CCE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883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6="http://schemas.microsoft.com/office/drawing/2014/main" xmlns:a14="http://schemas.microsoft.com/office/drawing/2010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A81E6FCD-A803-4A71-B5F0-B0130ECB9CBE}"/>
              </a:ext>
            </a:extLst>
          </p:cNvPr>
          <p:cNvSpPr/>
          <p:nvPr userDrawn="1"/>
        </p:nvSpPr>
        <p:spPr bwMode="gray">
          <a:xfrm flipH="1" flipV="1">
            <a:off x="-2" y="-7"/>
            <a:ext cx="12190411" cy="6858002"/>
          </a:xfrm>
          <a:prstGeom prst="rect">
            <a:avLst/>
          </a:prstGeom>
          <a:gradFill>
            <a:gsLst>
              <a:gs pos="37000">
                <a:srgbClr val="229198"/>
              </a:gs>
              <a:gs pos="89000">
                <a:srgbClr val="6EC246"/>
              </a:gs>
              <a:gs pos="22000">
                <a:srgbClr val="007BBF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5E6D4E-6B9F-A418-8578-7A32C2E212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5D267CFD-587F-A176-9E96-9980EA54C1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  <p:pic>
        <p:nvPicPr>
          <p:cNvPr id="9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4EAD4BA8-B34E-B7A8-D354-3B042C3F4B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aphic 5">
            <a:extLst>
              <a:ext uri="{FF2B5EF4-FFF2-40B4-BE49-F238E27FC236}">
                <a16:creationId xmlns:a16="http://schemas.microsoft.com/office/drawing/2014/main" id="{FEB853ED-CC56-6E8F-9AB2-E8B0C6345733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11" name="Graphic 5">
              <a:extLst>
                <a:ext uri="{FF2B5EF4-FFF2-40B4-BE49-F238E27FC236}">
                  <a16:creationId xmlns:a16="http://schemas.microsoft.com/office/drawing/2014/main" id="{39D95948-3F5F-2FB0-0426-261A87792201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22" name="Freeform: Shape 78">
                <a:extLst>
                  <a:ext uri="{FF2B5EF4-FFF2-40B4-BE49-F238E27FC236}">
                    <a16:creationId xmlns:a16="http://schemas.microsoft.com/office/drawing/2014/main" id="{18B49CFD-84C9-C5EC-73BA-6A45A2BB7FEE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79">
                <a:extLst>
                  <a:ext uri="{FF2B5EF4-FFF2-40B4-BE49-F238E27FC236}">
                    <a16:creationId xmlns:a16="http://schemas.microsoft.com/office/drawing/2014/main" id="{7F4D7C9D-491D-0C8F-6063-0E2DB558F36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80">
                <a:extLst>
                  <a:ext uri="{FF2B5EF4-FFF2-40B4-BE49-F238E27FC236}">
                    <a16:creationId xmlns:a16="http://schemas.microsoft.com/office/drawing/2014/main" id="{24215BF9-4450-4ACF-C961-3E11A7568BAD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81">
                <a:extLst>
                  <a:ext uri="{FF2B5EF4-FFF2-40B4-BE49-F238E27FC236}">
                    <a16:creationId xmlns:a16="http://schemas.microsoft.com/office/drawing/2014/main" id="{2EFFDD42-D620-FB30-5791-7E3D9FBF97B8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82">
                <a:extLst>
                  <a:ext uri="{FF2B5EF4-FFF2-40B4-BE49-F238E27FC236}">
                    <a16:creationId xmlns:a16="http://schemas.microsoft.com/office/drawing/2014/main" id="{D3A99521-4454-FA06-8A5C-8D583DC78A9A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83">
                <a:extLst>
                  <a:ext uri="{FF2B5EF4-FFF2-40B4-BE49-F238E27FC236}">
                    <a16:creationId xmlns:a16="http://schemas.microsoft.com/office/drawing/2014/main" id="{B17A1691-C6DE-0087-599D-E7E8C2510003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84">
                <a:extLst>
                  <a:ext uri="{FF2B5EF4-FFF2-40B4-BE49-F238E27FC236}">
                    <a16:creationId xmlns:a16="http://schemas.microsoft.com/office/drawing/2014/main" id="{CB679652-2488-27B0-01E2-906D1F5D2DE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85">
                <a:extLst>
                  <a:ext uri="{FF2B5EF4-FFF2-40B4-BE49-F238E27FC236}">
                    <a16:creationId xmlns:a16="http://schemas.microsoft.com/office/drawing/2014/main" id="{2AAF10CD-2E8A-F78A-8FC0-2CDAF453E19A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6">
                <a:extLst>
                  <a:ext uri="{FF2B5EF4-FFF2-40B4-BE49-F238E27FC236}">
                    <a16:creationId xmlns:a16="http://schemas.microsoft.com/office/drawing/2014/main" id="{5770915B-DA7B-386D-1AE5-B2214104D07C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: Shape 76">
              <a:extLst>
                <a:ext uri="{FF2B5EF4-FFF2-40B4-BE49-F238E27FC236}">
                  <a16:creationId xmlns:a16="http://schemas.microsoft.com/office/drawing/2014/main" id="{C2364C8E-D14E-16B1-FAAF-FC28179941A5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77">
              <a:extLst>
                <a:ext uri="{FF2B5EF4-FFF2-40B4-BE49-F238E27FC236}">
                  <a16:creationId xmlns:a16="http://schemas.microsoft.com/office/drawing/2014/main" id="{B93D3525-EBBA-AF1B-2C0D-46BFFC7CA7B7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4" name="Grafik 1">
            <a:extLst>
              <a:ext uri="{FF2B5EF4-FFF2-40B4-BE49-F238E27FC236}">
                <a16:creationId xmlns:a16="http://schemas.microsoft.com/office/drawing/2014/main" id="{95681E35-5931-8591-B380-638D0E7413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657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asvg="http://schemas.microsoft.com/office/drawing/2016/SVG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F392B527-DD15-4264-AC02-97C06FC72934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12190413" cy="6858001"/>
          </a:xfrm>
          <a:prstGeom prst="rect">
            <a:avLst/>
          </a:prstGeom>
          <a:gradFill flip="none" rotWithShape="1">
            <a:gsLst>
              <a:gs pos="50000">
                <a:srgbClr val="6661A4"/>
              </a:gs>
              <a:gs pos="0">
                <a:srgbClr val="149FE4"/>
              </a:gs>
              <a:gs pos="95000">
                <a:srgbClr val="D21955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Freihandform: Form 97">
            <a:extLst>
              <a:ext uri="{FF2B5EF4-FFF2-40B4-BE49-F238E27FC236}">
                <a16:creationId xmlns:a16="http://schemas.microsoft.com/office/drawing/2014/main" id="{C6876FB7-5F13-D2FF-5058-0BA7CE396810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95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D5BE575F-4963-4B0F-B8A1-8C056C15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6AB291-1BEC-6276-1288-953089EBF7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581E9EA-58ED-533A-2028-247A945CD5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1A7474B-FEC2-0C74-9130-12E65D726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441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asvg="http://schemas.microsoft.com/office/drawing/2016/SVG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24EA389C-6138-D0FE-C72D-F91915DF54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 anchorCtr="1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0A9974F-CC38-D29D-FA0A-5992E168DD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CADB1F1-08D4-4305-2067-3DB9B4DCE6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E3AA573-83BB-099E-C7C7-6A56C7C243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976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3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556B6A24-57ED-49E2-A0F5-DC032FA461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545C8729-6BCF-4D3D-853D-E0DA5EF057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47C1B49-A963-AF37-1D8F-CA70346FFC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90E135A-6248-E8B8-1B46-2BECF236F8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71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237FD9D0-CA72-49F3-98AC-ECB2E63925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1B83DBD-CAC7-303B-379A-AC5AD63F7B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1C9E-1374-00D5-AB95-6A391C5ABB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D817119C-7072-3131-357E-8005870828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874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A2FEF8-95DF-4328-850D-3F7840A62554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F626E8-4D4D-4477-BEF3-9372D1A5AD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Logoschutz" hidden="1">
            <a:extLst>
              <a:ext uri="{FF2B5EF4-FFF2-40B4-BE49-F238E27FC236}">
                <a16:creationId xmlns:a16="http://schemas.microsoft.com/office/drawing/2014/main" id="{C9A9C5E1-5EC5-4E10-A801-6F56DB71E6C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92258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0614FA-2289-4D50-861D-D1CE2042502D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D53346-3B88-4ECD-BC3C-B158CECCD4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2FE56050-78D4-446C-87C6-B9C42DDC407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8755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331062-53AF-412B-A235-6DCBA819F08B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895202-4A4D-43A2-B3BF-4253EA640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82EE1829-716E-40CB-A4A0-CAB36B35864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3295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7F985DC3-10D0-093D-4795-9AD400E77A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803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985DC3-10D0-093D-4795-9AD400E77A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">
            <a:extLst>
              <a:ext uri="{FF2B5EF4-FFF2-40B4-BE49-F238E27FC236}">
                <a16:creationId xmlns:a16="http://schemas.microsoft.com/office/drawing/2014/main" id="{3F5A53E7-512F-FC30-E20B-AA8F24A4A03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 bwMode="gray">
          <a:xfrm>
            <a:off x="1976765" y="403540"/>
            <a:ext cx="9624002" cy="864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3"/>
          </p:nvPr>
        </p:nvSpPr>
        <p:spPr bwMode="gray">
          <a:xfrm>
            <a:off x="2005337" y="1843721"/>
            <a:ext cx="4680000" cy="4641030"/>
          </a:xfrm>
        </p:spPr>
        <p:txBody>
          <a:bodyPr/>
          <a:lstStyle>
            <a:lvl1pPr marL="270000" indent="-270000">
              <a:spcBef>
                <a:spcPts val="18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9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10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 bwMode="black">
          <a:xfrm>
            <a:off x="7067314" y="1"/>
            <a:ext cx="5123099" cy="6858000"/>
            <a:chOff x="7067314" y="1"/>
            <a:chExt cx="5123099" cy="6858000"/>
          </a:xfrm>
        </p:grpSpPr>
        <p:sp>
          <p:nvSpPr>
            <p:cNvPr id="19" name="Freeform 6"/>
            <p:cNvSpPr>
              <a:spLocks/>
            </p:cNvSpPr>
            <p:nvPr userDrawn="1"/>
          </p:nvSpPr>
          <p:spPr bwMode="black">
            <a:xfrm>
              <a:off x="7067314" y="1"/>
              <a:ext cx="2489310" cy="6858000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black">
            <a:xfrm>
              <a:off x="8456276" y="1408976"/>
              <a:ext cx="3734137" cy="5449024"/>
            </a:xfrm>
            <a:custGeom>
              <a:avLst/>
              <a:gdLst>
                <a:gd name="T0" fmla="*/ 0 w 2785"/>
                <a:gd name="T1" fmla="*/ 4064 h 4064"/>
                <a:gd name="T2" fmla="*/ 11 w 2785"/>
                <a:gd name="T3" fmla="*/ 4064 h 4064"/>
                <a:gd name="T4" fmla="*/ 2785 w 2785"/>
                <a:gd name="T5" fmla="*/ 17 h 4064"/>
                <a:gd name="T6" fmla="*/ 2785 w 2785"/>
                <a:gd name="T7" fmla="*/ 0 h 4064"/>
                <a:gd name="T8" fmla="*/ 0 w 2785"/>
                <a:gd name="T9" fmla="*/ 4064 h 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5" h="4064">
                  <a:moveTo>
                    <a:pt x="0" y="4064"/>
                  </a:moveTo>
                  <a:lnTo>
                    <a:pt x="11" y="4064"/>
                  </a:lnTo>
                  <a:lnTo>
                    <a:pt x="2785" y="17"/>
                  </a:lnTo>
                  <a:lnTo>
                    <a:pt x="2785" y="0"/>
                  </a:lnTo>
                  <a:lnTo>
                    <a:pt x="0" y="406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6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99633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invGray">
          <a:xfrm>
            <a:off x="0" y="0"/>
            <a:ext cx="2104575" cy="6861175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1175"/>
              <a:gd name="connsiteX1" fmla="*/ 2104575 w 2104575"/>
              <a:gd name="connsiteY1" fmla="*/ 0 h 6861175"/>
              <a:gd name="connsiteX2" fmla="*/ 650732 w 2104575"/>
              <a:gd name="connsiteY2" fmla="*/ 6861175 h 6861175"/>
              <a:gd name="connsiteX3" fmla="*/ 0 w 2104575"/>
              <a:gd name="connsiteY3" fmla="*/ 6858000 h 6861175"/>
              <a:gd name="connsiteX4" fmla="*/ 0 w 2104575"/>
              <a:gd name="connsiteY4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1175">
                <a:moveTo>
                  <a:pt x="0" y="0"/>
                </a:moveTo>
                <a:lnTo>
                  <a:pt x="2104575" y="0"/>
                </a:lnTo>
                <a:lnTo>
                  <a:pt x="650732" y="6861175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61A5D"/>
              </a:gs>
              <a:gs pos="50000">
                <a:srgbClr val="E61A5D"/>
              </a:gs>
              <a:gs pos="84000">
                <a:srgbClr val="E61A5D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6846097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809949" y="1473902"/>
            <a:ext cx="4140000" cy="1440753"/>
          </a:xfrm>
        </p:spPr>
        <p:txBody>
          <a:bodyPr anchor="b"/>
          <a:lstStyle>
            <a:lvl1pPr algn="r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 bwMode="black">
          <a:xfrm>
            <a:off x="4710111" y="1"/>
            <a:ext cx="2593510" cy="6858000"/>
            <a:chOff x="4710111" y="1"/>
            <a:chExt cx="2593510" cy="6858000"/>
          </a:xfrm>
        </p:grpSpPr>
        <p:sp>
          <p:nvSpPr>
            <p:cNvPr id="50" name="Freeform 6"/>
            <p:cNvSpPr>
              <a:spLocks/>
            </p:cNvSpPr>
            <p:nvPr userDrawn="1"/>
          </p:nvSpPr>
          <p:spPr bwMode="black">
            <a:xfrm>
              <a:off x="4710111" y="1"/>
              <a:ext cx="2393982" cy="6858000"/>
            </a:xfrm>
            <a:custGeom>
              <a:avLst/>
              <a:gdLst>
                <a:gd name="T0" fmla="*/ 9 w 1781"/>
                <a:gd name="T1" fmla="*/ 5102 h 5102"/>
                <a:gd name="T2" fmla="*/ 1781 w 1781"/>
                <a:gd name="T3" fmla="*/ 0 h 5102"/>
                <a:gd name="T4" fmla="*/ 1770 w 1781"/>
                <a:gd name="T5" fmla="*/ 0 h 5102"/>
                <a:gd name="T6" fmla="*/ 0 w 1781"/>
                <a:gd name="T7" fmla="*/ 5102 h 5102"/>
                <a:gd name="T8" fmla="*/ 9 w 1781"/>
                <a:gd name="T9" fmla="*/ 5102 h 5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1" h="5102">
                  <a:moveTo>
                    <a:pt x="9" y="5102"/>
                  </a:moveTo>
                  <a:lnTo>
                    <a:pt x="1781" y="0"/>
                  </a:lnTo>
                  <a:lnTo>
                    <a:pt x="1770" y="0"/>
                  </a:lnTo>
                  <a:lnTo>
                    <a:pt x="0" y="5102"/>
                  </a:lnTo>
                  <a:lnTo>
                    <a:pt x="9" y="5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black">
            <a:xfrm>
              <a:off x="5945695" y="2"/>
              <a:ext cx="1357926" cy="6857998"/>
            </a:xfrm>
            <a:custGeom>
              <a:avLst/>
              <a:gdLst>
                <a:gd name="T0" fmla="*/ 9 w 1013"/>
                <a:gd name="T1" fmla="*/ 5116 h 5116"/>
                <a:gd name="T2" fmla="*/ 1013 w 1013"/>
                <a:gd name="T3" fmla="*/ 0 h 5116"/>
                <a:gd name="T4" fmla="*/ 1004 w 1013"/>
                <a:gd name="T5" fmla="*/ 0 h 5116"/>
                <a:gd name="T6" fmla="*/ 0 w 1013"/>
                <a:gd name="T7" fmla="*/ 5116 h 5116"/>
                <a:gd name="T8" fmla="*/ 9 w 1013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3" h="5116">
                  <a:moveTo>
                    <a:pt x="9" y="5116"/>
                  </a:moveTo>
                  <a:lnTo>
                    <a:pt x="1013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0614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 bwMode="black">
          <a:xfrm>
            <a:off x="5739926" y="0"/>
            <a:ext cx="6450487" cy="6858000"/>
            <a:chOff x="-7368753" y="-1854009"/>
            <a:chExt cx="6299342" cy="6697306"/>
          </a:xfrm>
        </p:grpSpPr>
        <p:sp>
          <p:nvSpPr>
            <p:cNvPr id="37" name="Freeform 6"/>
            <p:cNvSpPr>
              <a:spLocks/>
            </p:cNvSpPr>
            <p:nvPr userDrawn="1"/>
          </p:nvSpPr>
          <p:spPr bwMode="black">
            <a:xfrm>
              <a:off x="-3543591" y="1231517"/>
              <a:ext cx="2474180" cy="3611780"/>
            </a:xfrm>
            <a:custGeom>
              <a:avLst/>
              <a:gdLst>
                <a:gd name="T0" fmla="*/ 0 w 1890"/>
                <a:gd name="T1" fmla="*/ 2759 h 2759"/>
                <a:gd name="T2" fmla="*/ 12 w 1890"/>
                <a:gd name="T3" fmla="*/ 2759 h 2759"/>
                <a:gd name="T4" fmla="*/ 1890 w 1890"/>
                <a:gd name="T5" fmla="*/ 17 h 2759"/>
                <a:gd name="T6" fmla="*/ 1890 w 1890"/>
                <a:gd name="T7" fmla="*/ 0 h 2759"/>
                <a:gd name="T8" fmla="*/ 0 w 1890"/>
                <a:gd name="T9" fmla="*/ 2759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0" h="2759">
                  <a:moveTo>
                    <a:pt x="0" y="2759"/>
                  </a:moveTo>
                  <a:lnTo>
                    <a:pt x="12" y="2759"/>
                  </a:lnTo>
                  <a:lnTo>
                    <a:pt x="1890" y="17"/>
                  </a:lnTo>
                  <a:lnTo>
                    <a:pt x="1890" y="0"/>
                  </a:lnTo>
                  <a:lnTo>
                    <a:pt x="0" y="27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 userDrawn="1"/>
          </p:nvSpPr>
          <p:spPr bwMode="black">
            <a:xfrm>
              <a:off x="-7368753" y="-1854009"/>
              <a:ext cx="1327417" cy="6697305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7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7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5E2"/>
              </a:gs>
              <a:gs pos="50000">
                <a:srgbClr val="00A5E2"/>
              </a:gs>
              <a:gs pos="84000">
                <a:schemeClr val="accent2">
                  <a:alpha val="0"/>
                </a:scheme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678387" y="2989333"/>
            <a:ext cx="4500000" cy="1440753"/>
          </a:xfrm>
        </p:spPr>
        <p:txBody>
          <a:bodyPr anchor="t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1902190" y="2134650"/>
            <a:ext cx="4500000" cy="720000"/>
          </a:xfrm>
        </p:spPr>
        <p:txBody>
          <a:bodyPr anchor="b"/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5458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C713"/>
              </a:gs>
              <a:gs pos="50000">
                <a:srgbClr val="74C713"/>
              </a:gs>
              <a:gs pos="84000">
                <a:srgbClr val="74C713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54344" y="1462158"/>
            <a:ext cx="4500000" cy="1440753"/>
          </a:xfrm>
        </p:spPr>
        <p:txBody>
          <a:bodyPr anchor="b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55681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  <a:lvl2pPr marL="0" indent="0" algn="l">
              <a:buNone/>
              <a:defRPr sz="2400" b="1">
                <a:solidFill>
                  <a:schemeClr val="accent3"/>
                </a:solidFill>
              </a:defRPr>
            </a:lvl2pPr>
            <a:lvl3pPr marL="0" indent="0" algn="l">
              <a:buNone/>
              <a:defRPr sz="2400" b="1">
                <a:solidFill>
                  <a:schemeClr val="accent3"/>
                </a:solidFill>
              </a:defRPr>
            </a:lvl3pPr>
            <a:lvl4pPr marL="0" indent="0" algn="l">
              <a:buNone/>
              <a:defRPr sz="2400" b="1">
                <a:solidFill>
                  <a:schemeClr val="accent3"/>
                </a:solidFill>
              </a:defRPr>
            </a:lvl4pPr>
            <a:lvl5pPr marL="0" indent="0" algn="l">
              <a:buNone/>
              <a:defRPr sz="2400" b="1">
                <a:solidFill>
                  <a:schemeClr val="accent3"/>
                </a:solidFill>
              </a:defRPr>
            </a:lvl5pPr>
            <a:lvl6pPr marL="0" indent="0" algn="l">
              <a:buNone/>
              <a:defRPr sz="2400" b="1">
                <a:solidFill>
                  <a:schemeClr val="accent3"/>
                </a:solidFill>
              </a:defRPr>
            </a:lvl6pPr>
            <a:lvl7pPr marL="0" indent="0" algn="l">
              <a:buNone/>
              <a:defRPr sz="2400" b="1">
                <a:solidFill>
                  <a:schemeClr val="accent3"/>
                </a:solidFill>
              </a:defRPr>
            </a:lvl7pPr>
            <a:lvl8pPr marL="0" indent="0" algn="l">
              <a:buNone/>
              <a:defRPr sz="2400" b="1">
                <a:solidFill>
                  <a:schemeClr val="accent3"/>
                </a:solidFill>
              </a:defRPr>
            </a:lvl8pPr>
            <a:lvl9pPr marL="0" indent="0" algn="l">
              <a:buNone/>
              <a:defRPr sz="24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 bwMode="black">
          <a:xfrm>
            <a:off x="759608" y="1"/>
            <a:ext cx="4148849" cy="6858000"/>
            <a:chOff x="-13927138" y="-1074738"/>
            <a:chExt cx="4913313" cy="8121651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 userDrawn="1"/>
          </p:nvSpPr>
          <p:spPr bwMode="black">
            <a:xfrm>
              <a:off x="-13927138" y="-1074738"/>
              <a:ext cx="2947988" cy="8121651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 userDrawn="1"/>
          </p:nvSpPr>
          <p:spPr bwMode="black">
            <a:xfrm>
              <a:off x="-10623550" y="-1074738"/>
              <a:ext cx="1609725" cy="8121651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4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2217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A801F2-FF2D-A55A-D4D1-83DC185622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470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A801F2-FF2D-A55A-D4D1-83DC18562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BAD9C129-73F4-363D-9E70-45CCB2D6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6FECBD6E-564D-E3BC-7540-83C11E57F81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981820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7"/>
          </p:nvPr>
        </p:nvSpPr>
        <p:spPr>
          <a:xfrm>
            <a:off x="6559603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AA3ECE4-3B4A-CB0D-88EE-D6C87FC18C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0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 &amp; Image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1820" y="3892749"/>
            <a:ext cx="5220000" cy="259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59719" y="3892749"/>
            <a:ext cx="5220000" cy="2592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4 (left)"/>
          <p:cNvSpPr>
            <a:spLocks noGrp="1"/>
          </p:cNvSpPr>
          <p:nvPr>
            <p:ph type="pic" sz="quarter" idx="16"/>
          </p:nvPr>
        </p:nvSpPr>
        <p:spPr bwMode="gray">
          <a:xfrm>
            <a:off x="981820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 (right)"/>
          <p:cNvSpPr>
            <a:spLocks noGrp="1"/>
          </p:cNvSpPr>
          <p:nvPr>
            <p:ph type="pic" sz="quarter" idx="17"/>
          </p:nvPr>
        </p:nvSpPr>
        <p:spPr bwMode="gray">
          <a:xfrm>
            <a:off x="6559719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B646137-E5D7-5420-0ED3-8C6CF98759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45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  <p15:guide id="7" orient="horz" pos="1094">
          <p15:clr>
            <a:srgbClr val="FBAE40"/>
          </p15:clr>
        </p15:guide>
        <p15:guide id="8" orient="horz" pos="408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19" y="1732422"/>
            <a:ext cx="5381498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19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83219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1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01365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0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14293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8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5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3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C707336-AF32-AD74-C057-C9DCB423ED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1195647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6" imgW="347" imgH="348" progId="TCLayout.ActiveDocument.1">
                  <p:embed/>
                </p:oleObj>
              </mc:Choice>
              <mc:Fallback>
                <p:oleObj name="think-cell Folie" r:id="rId56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707336-AF32-AD74-C057-C9DCB423ED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80281" y="1732751"/>
            <a:ext cx="1080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672" y="6617933"/>
            <a:ext cx="86400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tabLst/>
              <a:defRPr sz="700">
                <a:solidFill>
                  <a:schemeClr val="accent1"/>
                </a:solidFill>
              </a:defRPr>
            </a:lvl6pPr>
            <a:lvl7pPr marL="0" indent="0">
              <a:tabLst/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r>
              <a:rPr lang="en-US" dirty="0"/>
              <a:t>/// Bayer Template ///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5843" y="6617933"/>
            <a:ext cx="392326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accent2"/>
                </a:solidFill>
              </a:defRPr>
            </a:lvl1pPr>
            <a:lvl2pPr marL="0" indent="0" algn="ctr">
              <a:defRPr sz="700">
                <a:solidFill>
                  <a:schemeClr val="accent2"/>
                </a:solidFill>
              </a:defRPr>
            </a:lvl2pPr>
            <a:lvl3pPr marL="0" indent="0" algn="ctr">
              <a:defRPr sz="700">
                <a:solidFill>
                  <a:schemeClr val="accent2"/>
                </a:solidFill>
              </a:defRPr>
            </a:lvl3pPr>
            <a:lvl4pPr marL="0" indent="0" algn="ctr">
              <a:defRPr sz="700">
                <a:solidFill>
                  <a:schemeClr val="accent2"/>
                </a:solidFill>
              </a:defRPr>
            </a:lvl4pPr>
            <a:lvl5pPr marL="0" indent="0" algn="ctr">
              <a:defRPr sz="700">
                <a:solidFill>
                  <a:schemeClr val="accent2"/>
                </a:solidFill>
              </a:defRPr>
            </a:lvl5pPr>
            <a:lvl6pPr marL="0" indent="0" algn="ctr">
              <a:defRPr sz="700">
                <a:solidFill>
                  <a:schemeClr val="accent2"/>
                </a:solidFill>
              </a:defRPr>
            </a:lvl6pPr>
            <a:lvl7pPr marL="0" indent="0" algn="ctr">
              <a:defRPr sz="700">
                <a:solidFill>
                  <a:schemeClr val="accent2"/>
                </a:solidFill>
              </a:defRPr>
            </a:lvl7pPr>
            <a:lvl8pPr marL="0" indent="0" algn="ctr">
              <a:defRPr sz="700">
                <a:solidFill>
                  <a:schemeClr val="accent2"/>
                </a:solidFill>
              </a:defRPr>
            </a:lvl8pPr>
            <a:lvl9pPr marL="0" indent="0" algn="ctr">
              <a:defRPr sz="700">
                <a:solidFill>
                  <a:schemeClr val="accent2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empower - DO NOT DELETE!!!" hidden="1"/>
          <p:cNvSpPr/>
          <p:nvPr userDrawn="1">
            <p:custDataLst>
              <p:tags r:id="rId55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99786-5136-3CEE-5F3C-6584EBC9A2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756900" y="6459220"/>
            <a:ext cx="1433513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FF8939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8145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8" r:id="rId1"/>
    <p:sldLayoutId id="2147484509" r:id="rId2"/>
    <p:sldLayoutId id="2147484424" r:id="rId3"/>
    <p:sldLayoutId id="2147484475" r:id="rId4"/>
    <p:sldLayoutId id="2147484473" r:id="rId5"/>
    <p:sldLayoutId id="2147484476" r:id="rId6"/>
    <p:sldLayoutId id="2147484458" r:id="rId7"/>
    <p:sldLayoutId id="2147484431" r:id="rId8"/>
    <p:sldLayoutId id="2147484432" r:id="rId9"/>
    <p:sldLayoutId id="2147484433" r:id="rId10"/>
    <p:sldLayoutId id="2147484363" r:id="rId11"/>
    <p:sldLayoutId id="2147484462" r:id="rId12"/>
    <p:sldLayoutId id="2147484384" r:id="rId13"/>
    <p:sldLayoutId id="2147484385" r:id="rId14"/>
    <p:sldLayoutId id="2147484404" r:id="rId15"/>
    <p:sldLayoutId id="2147484395" r:id="rId16"/>
    <p:sldLayoutId id="2147484438" r:id="rId17"/>
    <p:sldLayoutId id="2147484388" r:id="rId18"/>
    <p:sldLayoutId id="2147484435" r:id="rId19"/>
    <p:sldLayoutId id="2147484436" r:id="rId20"/>
    <p:sldLayoutId id="2147484398" r:id="rId21"/>
    <p:sldLayoutId id="2147484439" r:id="rId22"/>
    <p:sldLayoutId id="2147484465" r:id="rId23"/>
    <p:sldLayoutId id="2147484405" r:id="rId24"/>
    <p:sldLayoutId id="2147484449" r:id="rId25"/>
    <p:sldLayoutId id="2147484403" r:id="rId26"/>
    <p:sldLayoutId id="2147484440" r:id="rId27"/>
    <p:sldLayoutId id="2147484408" r:id="rId28"/>
    <p:sldLayoutId id="2147484411" r:id="rId29"/>
    <p:sldLayoutId id="2147484366" r:id="rId30"/>
    <p:sldLayoutId id="2147484367" r:id="rId31"/>
    <p:sldLayoutId id="2147484399" r:id="rId32"/>
    <p:sldLayoutId id="2147484368" r:id="rId33"/>
    <p:sldLayoutId id="2147484392" r:id="rId34"/>
    <p:sldLayoutId id="2147484393" r:id="rId35"/>
    <p:sldLayoutId id="2147484394" r:id="rId36"/>
    <p:sldLayoutId id="2147484400" r:id="rId37"/>
    <p:sldLayoutId id="2147484401" r:id="rId38"/>
    <p:sldLayoutId id="2147484402" r:id="rId39"/>
    <p:sldLayoutId id="2147484489" r:id="rId40"/>
    <p:sldLayoutId id="2147484490" r:id="rId41"/>
    <p:sldLayoutId id="2147484491" r:id="rId42"/>
    <p:sldLayoutId id="2147484492" r:id="rId43"/>
    <p:sldLayoutId id="2147484493" r:id="rId44"/>
    <p:sldLayoutId id="2147484494" r:id="rId45"/>
    <p:sldLayoutId id="2147484495" r:id="rId46"/>
    <p:sldLayoutId id="2147484496" r:id="rId47"/>
    <p:sldLayoutId id="2147484497" r:id="rId48"/>
    <p:sldLayoutId id="2147484498" r:id="rId49"/>
    <p:sldLayoutId id="2147484502" r:id="rId50"/>
    <p:sldLayoutId id="2147484503" r:id="rId51"/>
    <p:sldLayoutId id="2147484504" r:id="rId5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p184="http://schemas.microsoft.com/office/powerpoint/2018/4/main" xmlns:v="urn:schemas-microsoft-com:vml" xmlns:a16="http://schemas.microsoft.com/office/drawing/2014/main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600"/>
        </a:spcAft>
        <a:buFont typeface="Aptos" panose="020B00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8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9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0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6" userDrawn="1">
          <p15:clr>
            <a:srgbClr val="F26B43"/>
          </p15:clr>
        </p15:guide>
        <p15:guide id="2" pos="3908" userDrawn="1">
          <p15:clr>
            <a:srgbClr val="F26B43"/>
          </p15:clr>
        </p15:guide>
        <p15:guide id="3" pos="4021" userDrawn="1">
          <p15:clr>
            <a:srgbClr val="F26B43"/>
          </p15:clr>
        </p15:guide>
        <p15:guide id="4" pos="4134" userDrawn="1">
          <p15:clr>
            <a:srgbClr val="F26B43"/>
          </p15:clr>
        </p15:guide>
        <p15:guide id="5" pos="614" userDrawn="1">
          <p15:clr>
            <a:srgbClr val="F26B43"/>
          </p15:clr>
        </p15:guide>
        <p15:guide id="6" pos="7400" userDrawn="1">
          <p15:clr>
            <a:srgbClr val="F26B43"/>
          </p15:clr>
        </p15:guide>
        <p15:guide id="7" orient="horz" pos="1091" userDrawn="1">
          <p15:clr>
            <a:srgbClr val="F26B43"/>
          </p15:clr>
        </p15:guide>
        <p15:guide id="8" pos="2147" userDrawn="1">
          <p15:clr>
            <a:srgbClr val="F26B43"/>
          </p15:clr>
        </p15:guide>
        <p15:guide id="9" pos="2378" userDrawn="1">
          <p15:clr>
            <a:srgbClr val="F26B43"/>
          </p15:clr>
        </p15:guide>
        <p15:guide id="10" pos="5891" userDrawn="1">
          <p15:clr>
            <a:srgbClr val="F26B43"/>
          </p15:clr>
        </p15:guide>
        <p15:guide id="11" pos="5661" userDrawn="1">
          <p15:clr>
            <a:srgbClr val="F26B43"/>
          </p15:clr>
        </p15:guide>
        <p15:guide id="12" orient="horz" pos="2478" userDrawn="1">
          <p15:clr>
            <a:srgbClr val="F26B43"/>
          </p15:clr>
        </p15:guide>
        <p15:guide id="13" orient="horz" pos="2591" userDrawn="1">
          <p15:clr>
            <a:srgbClr val="F26B43"/>
          </p15:clr>
        </p15:guide>
        <p15:guide id="14" orient="horz" pos="26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 descr="A close-up of hands holding a green plant&#10;&#10;Description automatically generated">
            <a:extLst>
              <a:ext uri="{FF2B5EF4-FFF2-40B4-BE49-F238E27FC236}">
                <a16:creationId xmlns:a16="http://schemas.microsoft.com/office/drawing/2014/main" id="{5BE0EB6F-66D1-51B3-D605-4AF910679C5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" r="76"/>
          <a:stretch/>
        </p:blipFill>
        <p:spPr/>
      </p:pic>
      <p:pic>
        <p:nvPicPr>
          <p:cNvPr id="10" name="Picture Placeholder 11" descr="A close up of a dna&#10;&#10;Description automatically generated">
            <a:extLst>
              <a:ext uri="{FF2B5EF4-FFF2-40B4-BE49-F238E27FC236}">
                <a16:creationId xmlns:a16="http://schemas.microsoft.com/office/drawing/2014/main" id="{1D434B0F-863B-17F8-A89A-7860FF886C3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" b="15"/>
          <a:stretch/>
        </p:blipFill>
        <p:spPr/>
      </p:pic>
      <p:pic>
        <p:nvPicPr>
          <p:cNvPr id="11" name="Picture Placeholder 10" descr="A person and a dog&#10;&#10;Description automatically generated">
            <a:extLst>
              <a:ext uri="{FF2B5EF4-FFF2-40B4-BE49-F238E27FC236}">
                <a16:creationId xmlns:a16="http://schemas.microsoft.com/office/drawing/2014/main" id="{B951F886-E010-9538-09F1-14FB8283B1A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" b="11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53E45D-BA37-8740-9A0F-28425415C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3803B3-B338-8F2F-965C-81CC69107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2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cBAQEBAQEBAQEBAQEBAQMAAAAAAAAAAwAAAAMAAAAA/////wUA8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i93Bfw5BFAl+oJzPRXyCIEAAAAAAADAAAAAAADAAAAAwADAAAAAAADAAAAAwADAAMA////////BQAAAAMAEAALWjf7yxNknUS+bMQYAopODAQAAAABAAMAAAACAAMAAAAEAAMAAAACAP///////wMAAAAAAP///////wQAAQD///////8FAAAABAAQAAuP5EPOXBnYR6BP0WICM1gE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+L3cF/DkEUCX6gnM9FfIIgNEYXRhAFMAAAAIUHJlc2VudGF0aW9uU2Nhbm5lZEZvckxpbmtlZFNoYXBlcwAAAk51bWJlckZvcm1hdFNlcGFyYXRvck1vZGUACgAAAEF1dG9tYXRpYwAAAk5hbWUAJAAAAExpbmtlZFNoYXBlUHJlc2VudGF0aW9uU2V0dGluZ3NEYXRhABBWZXJzaW9uAAAAAAAJTGFzdFdyaXRlALeGZNKSAQAAAAEA/////4MAgwAAAAVfaWQAEAAAAARaN/vLE2SdRL5sxBgCik4MA0RhdGEAGwAAAARMaW5rZWRTaGFwZURhdGEABQAAAAAAAk5hbWUAGQAAAExpbmtlZFNoYXBlc0RhdGFQcm9wZXJ0eQAQVmVyc2lvbgABAAAACUxhc3RXcml0ZQCuhmTSkgEAAAACAP////+DAIMAAAAFX2lkABAAAAAEj+RDzlwZ2EegT9FiAjNYBANEYXRhABsAAAAETGlua2VkU2hhcGVEYXRhAAUAAAAAAAJOYW1lABkAAABMaW5rZWRTaGFwZXNEYXRhUHJvcGVydHkAEFZlcnNpb24AAAAAAAlMYXN0V3JpdGUAU4Zk0p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ZCwAAAAAAAAAAAAAgAf///////////////wAAAP///////////////wUAAAACAP///////wUAAAAEAP///////wUAAAAEAP///////wUAAAAE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EAAMAAgEDAAAAAwD///////8aAAZMaW5rZWRTaGFwZXNEYXRhUHJvcGVydHlfMQQAAAABAAUAAAAEAAUAAAABAAUAAAAEAP///////wQABwEDAAAABAD///////8aAAZMaW5rZWRTaGFwZXNEYXRhUHJvcGVydHlfMAQAAAACAAUAAAACAAUAAAADAAUAAAAAAAUAAAADAAUAAAAAAP///////wUAAAAAAP///////wUAAAAAAP///////w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7034568113222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1"/>
  <p:tag name="MIO_SHOW_PAGENUMBER" val="True"/>
  <p:tag name="MIO_CD_LAYOUT_VALID_AREA" val="False"/>
  <p:tag name="MIO_HDS" val="True"/>
  <p:tag name="MIO_SKIPVERSION" val="01.01.0001 00:00:00"/>
  <p:tag name="MIO_UPDATE" val="True"/>
  <p:tag name="MIO_DBID" val="8E7267AE-489F-4B02-8040-8A98451BF141"/>
  <p:tag name="MIO_SHOW_DATE" val="False"/>
  <p:tag name="MIO_SHOW_FOOTER" val="False"/>
  <p:tag name="MIO_AVOID_BLANK_LAYOUT" val="False"/>
  <p:tag name="MIO_EMBED_FONT" val="False"/>
  <p:tag name="MIO_MATCH_COLOR_SCHEME" val="False"/>
  <p:tag name="MIO_OBJECTNAME" val="Master Bayer AG 16:9"/>
  <p:tag name="MIO_NUMBER_OF_VALID_LAYOUTS" val="52"/>
  <p:tag name="MIO_EKGUID" val="106612b7-7cda-4c66-a943-3c88b56a92d2"/>
  <p:tag name="MIO_VERSION" val="15.11.2024 14:27:03"/>
  <p:tag name="MIO_LASTDOWNLOADED" val="22.11.2024 16:03:20.959"/>
  <p:tag name="MIO_CONTENTTAG" val="R6zzcTgilkiPWWG12p8JeQ=="/>
  <p:tag name="MIO_CDID" val="cd9a71c7-8ed9-41a1-8303-1a6d1985851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heme/theme1.xml><?xml version="1.0" encoding="utf-8"?>
<a:theme xmlns:a="http://schemas.openxmlformats.org/drawingml/2006/main" name="PR_BAG_PPT-master_16-9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FFFFFF"/>
            </a:solidFill>
            <a:latin typeface="Aptos" panose="020B00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>
        <a:noAutofit/>
      </a:bodyPr>
      <a:lstStyle>
        <a:defPPr algn="l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000000"/>
            </a:solidFill>
            <a:latin typeface="Aptos" panose="020B0004020202020204" pitchFamily="34" charset="0"/>
          </a:defRPr>
        </a:defPPr>
      </a:lstStyle>
    </a:txDef>
  </a:objectDefaults>
  <a:extraClrSchemeLst/>
  <a:custClrLst>
    <a:custClr name="Raspberry">
      <a:srgbClr val="D30F4B"/>
    </a:custClr>
    <a:custClr name="Fuchsia">
      <a:srgbClr val="FF3162"/>
    </a:custClr>
    <a:custClr name="DarkPurple">
      <a:srgbClr val="443247"/>
    </a:custClr>
    <a:custClr name="MidPurple">
      <a:srgbClr val="624963"/>
    </a:custClr>
    <a:custClr name="DarkBlue">
      <a:srgbClr val="10384F"/>
    </a:custClr>
    <a:custClr name="MidBlue">
      <a:srgbClr val="00617F"/>
    </a:custClr>
    <a:custClr name="Blue">
      <a:srgbClr val="0091DF"/>
    </a:custClr>
    <a:custClr name="BrightBlue">
      <a:srgbClr val="00BCFF"/>
    </a:custClr>
    <a:custClr name="DarkGreen">
      <a:srgbClr val="004422"/>
    </a:custClr>
    <a:custClr name="MidGreen">
      <a:srgbClr val="2B6636"/>
    </a:custClr>
    <a:custClr name="Green">
      <a:srgbClr val="66B512"/>
    </a:custClr>
    <a:custClr name="BrightGreen">
      <a:srgbClr val="89D329"/>
    </a:custClr>
    <a:custClr name="TrafficLightRed">
      <a:srgbClr val="CC0000"/>
    </a:custClr>
    <a:custClr name="TrafficLightYellow">
      <a:srgbClr val="FFCC00"/>
    </a:custClr>
    <a:custClr name="TrafficLightGreen">
      <a:srgbClr val="66B512"/>
    </a:custClr>
  </a:custClrLst>
  <a:extLst>
    <a:ext uri="{05A4C25C-085E-4340-85A3-A5531E510DB2}">
      <thm15:themeFamily xmlns:thm15="http://schemas.microsoft.com/office/thememl/2012/main" name="Default Theme.pptx" id="{1BF1860A-9657-4E9C-9BD0-B07CFE5FA65F}" vid="{4091440D-8AF8-4AFF-9F8E-30663B28F305}"/>
    </a:ext>
  </a:extLst>
</a:theme>
</file>

<file path=ppt/theme/theme2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2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3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4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5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7bc43322-b630-4bac-8b27-31def233d1d0" ContentTypeId="0x01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CA209747E8BC409B3F78F89B53BB08" ma:contentTypeVersion="15" ma:contentTypeDescription="Create a new document." ma:contentTypeScope="" ma:versionID="e7d08918ed315565ae90a03fc3c0f999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80e24821-e7e9-478c-bb24-98e32aaf4095" targetNamespace="http://schemas.microsoft.com/office/2006/metadata/properties" ma:root="true" ma:fieldsID="a7cf15333ce0f90f0c6ffaa2d91accad" ns1:_="" ns2:_="" ns3:_="">
    <xsd:import namespace="http://schemas.microsoft.com/sharepoint/v3"/>
    <xsd:import namespace="1a4d292e-883c-434b-96e3-060cfff16c86"/>
    <xsd:import namespace="80e24821-e7e9-478c-bb24-98e32aaf4095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false">
      <xsd:simpleType>
        <xsd:restriction base="dms:Unknown"/>
      </xsd:simpleType>
    </xsd:element>
    <xsd:element name="_dlc_ExpireDateSaved" ma:index="11" nillable="true" ma:displayName="Original Expiration Date" ma:hidden="true" ma:internalName="_dlc_ExpireDateSaved" ma:readOnly="false">
      <xsd:simpleType>
        <xsd:restriction base="dms:DateTime"/>
      </xsd:simpleType>
    </xsd:element>
    <xsd:element name="_dlc_ExpireDate" ma:index="12" nillable="true" ma:displayName="Expiration Date" ma:hidden="true" ma:internalName="_dlc_ExpireDate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9c95ef70-3b63-43d9-85a0-e7e267e503c7}" ma:internalName="TaxCatchAll" ma:showField="CatchAllData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9c95ef70-3b63-43d9-85a0-e7e267e503c7}" ma:internalName="TaxCatchAllLabel" ma:readOnly="true" ma:showField="CatchAllDataLabel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24821-e7e9-478c-bb24-98e32aaf4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bc43322-b630-4bac-8b27-31def233d1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d292e-883c-434b-96e3-060cfff16c86" xsi:nil="true"/>
    <_dlc_ExpireDateSaved xmlns="http://schemas.microsoft.com/sharepoint/v3" xsi:nil="true"/>
    <lcf76f155ced4ddcb4097134ff3c332f xmlns="80e24821-e7e9-478c-bb24-98e32aaf4095">
      <Terms xmlns="http://schemas.microsoft.com/office/infopath/2007/PartnerControls"/>
    </lcf76f155ced4ddcb4097134ff3c332f>
    <_dlc_ExpireDate xmlns="http://schemas.microsoft.com/sharepoint/v3" xsi:nil="true"/>
    <_dlc_Exempt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BAB6BCC-0BDA-407F-9B4B-88214C069C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AD1276-556F-48A3-8D0D-C925B3B45EE7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F0437421-4D2A-4B28-8A2D-61918F312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4d292e-883c-434b-96e3-060cfff16c86"/>
    <ds:schemaRef ds:uri="80e24821-e7e9-478c-bb24-98e32aaf40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1646564-30F4-4AEF-A471-15FCB134732F}">
  <ds:schemaRefs>
    <ds:schemaRef ds:uri="1a4d292e-883c-434b-96e3-060cfff16c86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80e24821-e7e9-478c-bb24-98e32aaf4095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4436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PR_BAG_PPT-master_16-9</vt:lpstr>
      <vt:lpstr>think-cell Folie</vt:lpstr>
      <vt:lpstr>PowerPoint Presentation</vt:lpstr>
    </vt:vector>
  </TitlesOfParts>
  <Company>Bayer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 Fraser</dc:creator>
  <cp:lastModifiedBy>Quy Kieu</cp:lastModifiedBy>
  <cp:revision>2</cp:revision>
  <cp:lastPrinted>2017-10-23T10:44:12Z</cp:lastPrinted>
  <dcterms:created xsi:type="dcterms:W3CDTF">2026-02-23T22:47:09Z</dcterms:created>
  <dcterms:modified xsi:type="dcterms:W3CDTF">2026-03-04T01:33:39Z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LabelPos">
    <vt:lpwstr>836;514;810;514;854;514</vt:lpwstr>
  </property>
  <property fmtid="{D5CDD505-2E9C-101B-9397-08002B2CF9AE}" pid="3" name="ClassificationContentMarkingFooterLocations">
    <vt:lpwstr>1_PR_BAG_PPT-master_16-9:13</vt:lpwstr>
  </property>
  <property fmtid="{D5CDD505-2E9C-101B-9397-08002B2CF9AE}" pid="4" name="ClassificationContentMarkingFooterText">
    <vt:lpwstr>RESTRICTED</vt:lpwstr>
  </property>
  <property fmtid="{D5CDD505-2E9C-101B-9397-08002B2CF9AE}" pid="5" name="ContentTypeId">
    <vt:lpwstr>0x010100D8CA209747E8BC409B3F78F89B53BB08</vt:lpwstr>
  </property>
  <property fmtid="{D5CDD505-2E9C-101B-9397-08002B2CF9AE}" pid="6" name="MSIP_Label_2c76c141-ac86-40e5-abf2-c6f60e474cee_ActionId">
    <vt:lpwstr>8cc7e4f1-6e81-4592-99d2-a2465713baf0</vt:lpwstr>
  </property>
  <property fmtid="{D5CDD505-2E9C-101B-9397-08002B2CF9AE}" pid="7" name="MSIP_Label_2c76c141-ac86-40e5-abf2-c6f60e474cee_ContentBits">
    <vt:lpwstr>2</vt:lpwstr>
  </property>
  <property fmtid="{D5CDD505-2E9C-101B-9397-08002B2CF9AE}" pid="8" name="MSIP_Label_2c76c141-ac86-40e5-abf2-c6f60e474cee_Enabled">
    <vt:lpwstr>true</vt:lpwstr>
  </property>
  <property fmtid="{D5CDD505-2E9C-101B-9397-08002B2CF9AE}" pid="9" name="MSIP_Label_2c76c141-ac86-40e5-abf2-c6f60e474cee_Method">
    <vt:lpwstr>Privileged</vt:lpwstr>
  </property>
  <property fmtid="{D5CDD505-2E9C-101B-9397-08002B2CF9AE}" pid="10" name="MSIP_Label_2c76c141-ac86-40e5-abf2-c6f60e474cee_Name">
    <vt:lpwstr>2c76c141-ac86-40e5-abf2-c6f60e474cee</vt:lpwstr>
  </property>
  <property fmtid="{D5CDD505-2E9C-101B-9397-08002B2CF9AE}" pid="11" name="MSIP_Label_2c76c141-ac86-40e5-abf2-c6f60e474cee_SetDate">
    <vt:lpwstr>2024-11-06T09:52:11Z</vt:lpwstr>
  </property>
  <property fmtid="{D5CDD505-2E9C-101B-9397-08002B2CF9AE}" pid="12" name="MSIP_Label_2c76c141-ac86-40e5-abf2-c6f60e474cee_SiteId">
    <vt:lpwstr>fcb2b37b-5da0-466b-9b83-0014b67a7c78</vt:lpwstr>
  </property>
  <property fmtid="{D5CDD505-2E9C-101B-9397-08002B2CF9AE}" pid="13" name="MediaServiceImageTags">
    <vt:lpwstr/>
  </property>
  <property fmtid="{D5CDD505-2E9C-101B-9397-08002B2CF9AE}" pid="14" name="NXPowerLiteLastOptimized">
    <vt:lpwstr>2147586</vt:lpwstr>
  </property>
  <property fmtid="{D5CDD505-2E9C-101B-9397-08002B2CF9AE}" pid="15" name="NXPowerLiteSettings">
    <vt:lpwstr>F9000F7008E001</vt:lpwstr>
  </property>
  <property fmtid="{D5CDD505-2E9C-101B-9397-08002B2CF9AE}" pid="16" name="NXPowerLiteVersion">
    <vt:lpwstr>D10.3.2</vt:lpwstr>
  </property>
</Properties>
</file>